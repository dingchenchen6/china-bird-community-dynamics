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f741dac21e93b3badac464854067e07c2c6913a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d918b4f08d7b7cd20673664149cf5ae5128ba422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86749cbc018cb6bc5215681c0ccf70d4b51c832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c06d990a6f997d877c28accf56676f3b1efbe20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Fig01 multidiversity timeslices 200sp top journal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502920"/>
            <a:ext cx="11658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Fig02 community trends 200sp top journal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502920"/>
            <a:ext cx="11658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Fig02b community trends 500sp temporal top journal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502920"/>
            <a:ext cx="11658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Fig03 temporal beta baselga 200sp top journal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502920"/>
            <a:ext cx="11658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Fig04 global multidiversity trajectories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599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47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740664" y="1179879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40664" y="3073385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7"/>
            <p:cNvSpPr/>
            <p:nvPr/>
          </p:nvSpPr>
          <p:spPr>
            <a:xfrm>
              <a:off x="1145875" y="1278212"/>
              <a:ext cx="2701410" cy="1966655"/>
            </a:xfrm>
            <a:custGeom>
              <a:avLst/>
              <a:pathLst>
                <a:path w="2701410" h="1966655">
                  <a:moveTo>
                    <a:pt x="0" y="1623650"/>
                  </a:moveTo>
                  <a:lnTo>
                    <a:pt x="675352" y="1401518"/>
                  </a:lnTo>
                  <a:lnTo>
                    <a:pt x="1350705" y="1049309"/>
                  </a:lnTo>
                  <a:lnTo>
                    <a:pt x="2026057" y="786499"/>
                  </a:lnTo>
                  <a:lnTo>
                    <a:pt x="2701410" y="0"/>
                  </a:lnTo>
                  <a:lnTo>
                    <a:pt x="2701410" y="226426"/>
                  </a:lnTo>
                  <a:lnTo>
                    <a:pt x="2026057" y="1040638"/>
                  </a:lnTo>
                  <a:lnTo>
                    <a:pt x="1350705" y="1320925"/>
                  </a:lnTo>
                  <a:lnTo>
                    <a:pt x="675352" y="1705776"/>
                  </a:lnTo>
                  <a:lnTo>
                    <a:pt x="0" y="1966655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145875" y="1278212"/>
              <a:ext cx="2701410" cy="1623650"/>
            </a:xfrm>
            <a:custGeom>
              <a:avLst/>
              <a:pathLst>
                <a:path w="2701410" h="1623650">
                  <a:moveTo>
                    <a:pt x="0" y="1623650"/>
                  </a:moveTo>
                  <a:lnTo>
                    <a:pt x="675352" y="1401518"/>
                  </a:lnTo>
                  <a:lnTo>
                    <a:pt x="1350705" y="1049309"/>
                  </a:lnTo>
                  <a:lnTo>
                    <a:pt x="2026057" y="786499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145875" y="1504638"/>
              <a:ext cx="2701410" cy="1740229"/>
            </a:xfrm>
            <a:custGeom>
              <a:avLst/>
              <a:pathLst>
                <a:path w="2701410" h="1740229">
                  <a:moveTo>
                    <a:pt x="2701410" y="0"/>
                  </a:moveTo>
                  <a:lnTo>
                    <a:pt x="2026057" y="814211"/>
                  </a:lnTo>
                  <a:lnTo>
                    <a:pt x="1350705" y="1094498"/>
                  </a:lnTo>
                  <a:lnTo>
                    <a:pt x="675352" y="1479350"/>
                  </a:lnTo>
                  <a:lnTo>
                    <a:pt x="0" y="17402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145875" y="1361671"/>
              <a:ext cx="2701410" cy="1871510"/>
            </a:xfrm>
            <a:custGeom>
              <a:avLst/>
              <a:pathLst>
                <a:path w="2701410" h="1871510">
                  <a:moveTo>
                    <a:pt x="0" y="1548363"/>
                  </a:moveTo>
                  <a:lnTo>
                    <a:pt x="675352" y="1384669"/>
                  </a:lnTo>
                  <a:lnTo>
                    <a:pt x="1350705" y="1050779"/>
                  </a:lnTo>
                  <a:lnTo>
                    <a:pt x="2026057" y="825005"/>
                  </a:lnTo>
                  <a:lnTo>
                    <a:pt x="2701410" y="0"/>
                  </a:lnTo>
                  <a:lnTo>
                    <a:pt x="2701410" y="213975"/>
                  </a:lnTo>
                  <a:lnTo>
                    <a:pt x="2026057" y="1061933"/>
                  </a:lnTo>
                  <a:lnTo>
                    <a:pt x="1350705" y="1306945"/>
                  </a:lnTo>
                  <a:lnTo>
                    <a:pt x="675352" y="1657885"/>
                  </a:lnTo>
                  <a:lnTo>
                    <a:pt x="0" y="1871510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145875" y="1361671"/>
              <a:ext cx="2701410" cy="1548363"/>
            </a:xfrm>
            <a:custGeom>
              <a:avLst/>
              <a:pathLst>
                <a:path w="2701410" h="1548363">
                  <a:moveTo>
                    <a:pt x="0" y="1548363"/>
                  </a:moveTo>
                  <a:lnTo>
                    <a:pt x="675352" y="1384669"/>
                  </a:lnTo>
                  <a:lnTo>
                    <a:pt x="1350705" y="1050779"/>
                  </a:lnTo>
                  <a:lnTo>
                    <a:pt x="2026057" y="825005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145875" y="1575647"/>
              <a:ext cx="2701410" cy="1657534"/>
            </a:xfrm>
            <a:custGeom>
              <a:avLst/>
              <a:pathLst>
                <a:path w="2701410" h="1657534">
                  <a:moveTo>
                    <a:pt x="2701410" y="0"/>
                  </a:moveTo>
                  <a:lnTo>
                    <a:pt x="2026057" y="847958"/>
                  </a:lnTo>
                  <a:lnTo>
                    <a:pt x="1350705" y="1092969"/>
                  </a:lnTo>
                  <a:lnTo>
                    <a:pt x="675352" y="1443910"/>
                  </a:lnTo>
                  <a:lnTo>
                    <a:pt x="0" y="16575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145875" y="1392341"/>
              <a:ext cx="2701410" cy="1681044"/>
            </a:xfrm>
            <a:custGeom>
              <a:avLst/>
              <a:pathLst>
                <a:path w="2701410" h="1681044">
                  <a:moveTo>
                    <a:pt x="0" y="1681044"/>
                  </a:moveTo>
                  <a:lnTo>
                    <a:pt x="675352" y="1442137"/>
                  </a:lnTo>
                  <a:lnTo>
                    <a:pt x="1350705" y="1070387"/>
                  </a:lnTo>
                  <a:lnTo>
                    <a:pt x="2026057" y="798779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145875" y="1469407"/>
              <a:ext cx="2701410" cy="1603978"/>
            </a:xfrm>
            <a:custGeom>
              <a:avLst/>
              <a:pathLst>
                <a:path w="2701410" h="1603978">
                  <a:moveTo>
                    <a:pt x="0" y="1603978"/>
                  </a:moveTo>
                  <a:lnTo>
                    <a:pt x="675352" y="1414896"/>
                  </a:lnTo>
                  <a:lnTo>
                    <a:pt x="1350705" y="1072664"/>
                  </a:lnTo>
                  <a:lnTo>
                    <a:pt x="2026057" y="836753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1119234" y="3046744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1794587" y="280783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2469939" y="2436088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3145292" y="2164480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3820644" y="1365700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1119234" y="304674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794587" y="2857662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469939" y="2515430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3145292" y="2279519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820644" y="144276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740664" y="3584601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740664" y="4619753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145875" y="4038420"/>
              <a:ext cx="2701410" cy="1567072"/>
            </a:xfrm>
            <a:custGeom>
              <a:avLst/>
              <a:pathLst>
                <a:path w="2701410" h="1567072">
                  <a:moveTo>
                    <a:pt x="0" y="0"/>
                  </a:moveTo>
                  <a:lnTo>
                    <a:pt x="675352" y="199907"/>
                  </a:lnTo>
                  <a:lnTo>
                    <a:pt x="1350705" y="318103"/>
                  </a:lnTo>
                  <a:lnTo>
                    <a:pt x="2026057" y="653758"/>
                  </a:lnTo>
                  <a:lnTo>
                    <a:pt x="2701410" y="824480"/>
                  </a:lnTo>
                  <a:lnTo>
                    <a:pt x="2701410" y="1567072"/>
                  </a:lnTo>
                  <a:lnTo>
                    <a:pt x="2026057" y="1516081"/>
                  </a:lnTo>
                  <a:lnTo>
                    <a:pt x="1350705" y="1258704"/>
                  </a:lnTo>
                  <a:lnTo>
                    <a:pt x="675352" y="1249062"/>
                  </a:lnTo>
                  <a:lnTo>
                    <a:pt x="0" y="1178686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145875" y="4038420"/>
              <a:ext cx="2701410" cy="824480"/>
            </a:xfrm>
            <a:custGeom>
              <a:avLst/>
              <a:pathLst>
                <a:path w="2701410" h="824480">
                  <a:moveTo>
                    <a:pt x="0" y="0"/>
                  </a:moveTo>
                  <a:lnTo>
                    <a:pt x="675352" y="199907"/>
                  </a:lnTo>
                  <a:lnTo>
                    <a:pt x="1350705" y="318103"/>
                  </a:lnTo>
                  <a:lnTo>
                    <a:pt x="2026057" y="653758"/>
                  </a:lnTo>
                  <a:lnTo>
                    <a:pt x="2701410" y="8244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145875" y="5217106"/>
              <a:ext cx="2701410" cy="388386"/>
            </a:xfrm>
            <a:custGeom>
              <a:avLst/>
              <a:pathLst>
                <a:path w="2701410" h="388386">
                  <a:moveTo>
                    <a:pt x="2701410" y="388386"/>
                  </a:moveTo>
                  <a:lnTo>
                    <a:pt x="2026057" y="337395"/>
                  </a:lnTo>
                  <a:lnTo>
                    <a:pt x="1350705" y="80018"/>
                  </a:lnTo>
                  <a:lnTo>
                    <a:pt x="675352" y="703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1145875" y="3682934"/>
              <a:ext cx="2701410" cy="1966655"/>
            </a:xfrm>
            <a:custGeom>
              <a:avLst/>
              <a:pathLst>
                <a:path w="2701410" h="1966655">
                  <a:moveTo>
                    <a:pt x="0" y="0"/>
                  </a:moveTo>
                  <a:lnTo>
                    <a:pt x="675352" y="219810"/>
                  </a:lnTo>
                  <a:lnTo>
                    <a:pt x="1350705" y="433738"/>
                  </a:lnTo>
                  <a:lnTo>
                    <a:pt x="2026057" y="525877"/>
                  </a:lnTo>
                  <a:lnTo>
                    <a:pt x="2701410" y="897251"/>
                  </a:lnTo>
                  <a:lnTo>
                    <a:pt x="2701410" y="1966655"/>
                  </a:lnTo>
                  <a:lnTo>
                    <a:pt x="2026057" y="1835628"/>
                  </a:lnTo>
                  <a:lnTo>
                    <a:pt x="1350705" y="1874171"/>
                  </a:lnTo>
                  <a:lnTo>
                    <a:pt x="675352" y="1925107"/>
                  </a:lnTo>
                  <a:lnTo>
                    <a:pt x="0" y="1867926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145875" y="3682934"/>
              <a:ext cx="2701410" cy="897251"/>
            </a:xfrm>
            <a:custGeom>
              <a:avLst/>
              <a:pathLst>
                <a:path w="2701410" h="897251">
                  <a:moveTo>
                    <a:pt x="0" y="0"/>
                  </a:moveTo>
                  <a:lnTo>
                    <a:pt x="675352" y="219810"/>
                  </a:lnTo>
                  <a:lnTo>
                    <a:pt x="1350705" y="433738"/>
                  </a:lnTo>
                  <a:lnTo>
                    <a:pt x="2026057" y="525877"/>
                  </a:lnTo>
                  <a:lnTo>
                    <a:pt x="2701410" y="8972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145875" y="5518562"/>
              <a:ext cx="2701410" cy="131026"/>
            </a:xfrm>
            <a:custGeom>
              <a:avLst/>
              <a:pathLst>
                <a:path w="2701410" h="131026">
                  <a:moveTo>
                    <a:pt x="2701410" y="131026"/>
                  </a:moveTo>
                  <a:lnTo>
                    <a:pt x="2026057" y="0"/>
                  </a:lnTo>
                  <a:lnTo>
                    <a:pt x="1350705" y="38542"/>
                  </a:lnTo>
                  <a:lnTo>
                    <a:pt x="675352" y="89478"/>
                  </a:lnTo>
                  <a:lnTo>
                    <a:pt x="0" y="322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145875" y="4619753"/>
              <a:ext cx="2701410" cy="615363"/>
            </a:xfrm>
            <a:custGeom>
              <a:avLst/>
              <a:pathLst>
                <a:path w="2701410" h="615363">
                  <a:moveTo>
                    <a:pt x="0" y="0"/>
                  </a:moveTo>
                  <a:lnTo>
                    <a:pt x="675352" y="143971"/>
                  </a:lnTo>
                  <a:lnTo>
                    <a:pt x="1350705" y="208059"/>
                  </a:lnTo>
                  <a:lnTo>
                    <a:pt x="2026057" y="505672"/>
                  </a:lnTo>
                  <a:lnTo>
                    <a:pt x="2701410" y="615363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145875" y="4619753"/>
              <a:ext cx="2701410" cy="498422"/>
            </a:xfrm>
            <a:custGeom>
              <a:avLst/>
              <a:pathLst>
                <a:path w="2701410" h="498422">
                  <a:moveTo>
                    <a:pt x="0" y="0"/>
                  </a:moveTo>
                  <a:lnTo>
                    <a:pt x="675352" y="154373"/>
                  </a:lnTo>
                  <a:lnTo>
                    <a:pt x="1350705" y="215782"/>
                  </a:lnTo>
                  <a:lnTo>
                    <a:pt x="2026057" y="240198"/>
                  </a:lnTo>
                  <a:lnTo>
                    <a:pt x="2701410" y="498422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1119234" y="4593112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1794587" y="4737083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469939" y="4801171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3145292" y="5098785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3820644" y="5208475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119234" y="4593112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794587" y="474748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2469939" y="480889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3145292" y="4833311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3820644" y="509153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4517612" y="1179879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4517612" y="2756389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4922824" y="1278212"/>
              <a:ext cx="2701410" cy="1962679"/>
            </a:xfrm>
            <a:custGeom>
              <a:avLst/>
              <a:pathLst>
                <a:path w="2701410" h="1962679">
                  <a:moveTo>
                    <a:pt x="0" y="998531"/>
                  </a:moveTo>
                  <a:lnTo>
                    <a:pt x="675352" y="848092"/>
                  </a:lnTo>
                  <a:lnTo>
                    <a:pt x="1350705" y="822742"/>
                  </a:lnTo>
                  <a:lnTo>
                    <a:pt x="2026057" y="332206"/>
                  </a:lnTo>
                  <a:lnTo>
                    <a:pt x="2701410" y="0"/>
                  </a:lnTo>
                  <a:lnTo>
                    <a:pt x="2701410" y="464794"/>
                  </a:lnTo>
                  <a:lnTo>
                    <a:pt x="2026057" y="934320"/>
                  </a:lnTo>
                  <a:lnTo>
                    <a:pt x="1350705" y="1528272"/>
                  </a:lnTo>
                  <a:lnTo>
                    <a:pt x="675352" y="1667255"/>
                  </a:lnTo>
                  <a:lnTo>
                    <a:pt x="0" y="1962679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4922824" y="1278212"/>
              <a:ext cx="2701410" cy="998531"/>
            </a:xfrm>
            <a:custGeom>
              <a:avLst/>
              <a:pathLst>
                <a:path w="2701410" h="998531">
                  <a:moveTo>
                    <a:pt x="0" y="998531"/>
                  </a:moveTo>
                  <a:lnTo>
                    <a:pt x="675352" y="848092"/>
                  </a:lnTo>
                  <a:lnTo>
                    <a:pt x="1350705" y="822742"/>
                  </a:lnTo>
                  <a:lnTo>
                    <a:pt x="2026057" y="332206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4922824" y="1743006"/>
              <a:ext cx="2701410" cy="1497885"/>
            </a:xfrm>
            <a:custGeom>
              <a:avLst/>
              <a:pathLst>
                <a:path w="2701410" h="1497885">
                  <a:moveTo>
                    <a:pt x="2701410" y="0"/>
                  </a:moveTo>
                  <a:lnTo>
                    <a:pt x="2026057" y="469525"/>
                  </a:lnTo>
                  <a:lnTo>
                    <a:pt x="1350705" y="1063478"/>
                  </a:lnTo>
                  <a:lnTo>
                    <a:pt x="675352" y="1202461"/>
                  </a:lnTo>
                  <a:lnTo>
                    <a:pt x="0" y="14978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4922824" y="1298048"/>
              <a:ext cx="2701410" cy="1946819"/>
            </a:xfrm>
            <a:custGeom>
              <a:avLst/>
              <a:pathLst>
                <a:path w="2701410" h="1946819">
                  <a:moveTo>
                    <a:pt x="0" y="975313"/>
                  </a:moveTo>
                  <a:lnTo>
                    <a:pt x="675352" y="830447"/>
                  </a:lnTo>
                  <a:lnTo>
                    <a:pt x="1350705" y="799030"/>
                  </a:lnTo>
                  <a:lnTo>
                    <a:pt x="2026057" y="331602"/>
                  </a:lnTo>
                  <a:lnTo>
                    <a:pt x="2701410" y="0"/>
                  </a:lnTo>
                  <a:lnTo>
                    <a:pt x="2701410" y="473671"/>
                  </a:lnTo>
                  <a:lnTo>
                    <a:pt x="2026057" y="940283"/>
                  </a:lnTo>
                  <a:lnTo>
                    <a:pt x="1350705" y="1514143"/>
                  </a:lnTo>
                  <a:lnTo>
                    <a:pt x="675352" y="1651373"/>
                  </a:lnTo>
                  <a:lnTo>
                    <a:pt x="0" y="1946819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4922824" y="1298048"/>
              <a:ext cx="2701410" cy="975313"/>
            </a:xfrm>
            <a:custGeom>
              <a:avLst/>
              <a:pathLst>
                <a:path w="2701410" h="975313">
                  <a:moveTo>
                    <a:pt x="0" y="975313"/>
                  </a:moveTo>
                  <a:lnTo>
                    <a:pt x="675352" y="830447"/>
                  </a:lnTo>
                  <a:lnTo>
                    <a:pt x="1350705" y="799030"/>
                  </a:lnTo>
                  <a:lnTo>
                    <a:pt x="2026057" y="331602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4922824" y="1771719"/>
              <a:ext cx="2701410" cy="1473148"/>
            </a:xfrm>
            <a:custGeom>
              <a:avLst/>
              <a:pathLst>
                <a:path w="2701410" h="1473148">
                  <a:moveTo>
                    <a:pt x="2701410" y="0"/>
                  </a:moveTo>
                  <a:lnTo>
                    <a:pt x="2026057" y="466612"/>
                  </a:lnTo>
                  <a:lnTo>
                    <a:pt x="1350705" y="1040472"/>
                  </a:lnTo>
                  <a:lnTo>
                    <a:pt x="675352" y="1177701"/>
                  </a:lnTo>
                  <a:lnTo>
                    <a:pt x="0" y="14731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4922824" y="1509212"/>
              <a:ext cx="2701410" cy="1247176"/>
            </a:xfrm>
            <a:custGeom>
              <a:avLst/>
              <a:pathLst>
                <a:path w="2701410" h="1247176">
                  <a:moveTo>
                    <a:pt x="0" y="1247176"/>
                  </a:moveTo>
                  <a:lnTo>
                    <a:pt x="675352" y="1023490"/>
                  </a:lnTo>
                  <a:lnTo>
                    <a:pt x="1350705" y="941161"/>
                  </a:lnTo>
                  <a:lnTo>
                    <a:pt x="2026057" y="400725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4922824" y="1533597"/>
              <a:ext cx="2701410" cy="1222792"/>
            </a:xfrm>
            <a:custGeom>
              <a:avLst/>
              <a:pathLst>
                <a:path w="2701410" h="1222792">
                  <a:moveTo>
                    <a:pt x="0" y="1222792"/>
                  </a:moveTo>
                  <a:lnTo>
                    <a:pt x="675352" y="1004517"/>
                  </a:lnTo>
                  <a:lnTo>
                    <a:pt x="1350705" y="914140"/>
                  </a:lnTo>
                  <a:lnTo>
                    <a:pt x="2026057" y="395988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4896183" y="2729748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5571535" y="2506061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6246888" y="2423732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6922240" y="1883296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7597593" y="1482571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4896183" y="2729748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5571535" y="2511473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6246888" y="242109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6922240" y="190294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7597593" y="150695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4517612" y="3584601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4517612" y="5409575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4922824" y="3682934"/>
              <a:ext cx="2701410" cy="1966655"/>
            </a:xfrm>
            <a:custGeom>
              <a:avLst/>
              <a:pathLst>
                <a:path w="2701410" h="1966655">
                  <a:moveTo>
                    <a:pt x="0" y="1494365"/>
                  </a:moveTo>
                  <a:lnTo>
                    <a:pt x="675352" y="1212941"/>
                  </a:lnTo>
                  <a:lnTo>
                    <a:pt x="1350705" y="829705"/>
                  </a:lnTo>
                  <a:lnTo>
                    <a:pt x="2026057" y="602731"/>
                  </a:lnTo>
                  <a:lnTo>
                    <a:pt x="2701410" y="0"/>
                  </a:lnTo>
                  <a:lnTo>
                    <a:pt x="2701410" y="283370"/>
                  </a:lnTo>
                  <a:lnTo>
                    <a:pt x="2026057" y="928633"/>
                  </a:lnTo>
                  <a:lnTo>
                    <a:pt x="1350705" y="1189148"/>
                  </a:lnTo>
                  <a:lnTo>
                    <a:pt x="675352" y="1631649"/>
                  </a:lnTo>
                  <a:lnTo>
                    <a:pt x="0" y="1966655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4922824" y="3682934"/>
              <a:ext cx="2701410" cy="1494365"/>
            </a:xfrm>
            <a:custGeom>
              <a:avLst/>
              <a:pathLst>
                <a:path w="2701410" h="1494365">
                  <a:moveTo>
                    <a:pt x="0" y="1494365"/>
                  </a:moveTo>
                  <a:lnTo>
                    <a:pt x="675352" y="1212941"/>
                  </a:lnTo>
                  <a:lnTo>
                    <a:pt x="1350705" y="829705"/>
                  </a:lnTo>
                  <a:lnTo>
                    <a:pt x="2026057" y="602731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4922824" y="3966304"/>
              <a:ext cx="2701410" cy="1683285"/>
            </a:xfrm>
            <a:custGeom>
              <a:avLst/>
              <a:pathLst>
                <a:path w="2701410" h="1683285">
                  <a:moveTo>
                    <a:pt x="2701410" y="0"/>
                  </a:moveTo>
                  <a:lnTo>
                    <a:pt x="2026057" y="645263"/>
                  </a:lnTo>
                  <a:lnTo>
                    <a:pt x="1350705" y="905778"/>
                  </a:lnTo>
                  <a:lnTo>
                    <a:pt x="675352" y="1348278"/>
                  </a:lnTo>
                  <a:lnTo>
                    <a:pt x="0" y="16832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4922824" y="3972516"/>
              <a:ext cx="2701410" cy="1621556"/>
            </a:xfrm>
            <a:custGeom>
              <a:avLst/>
              <a:pathLst>
                <a:path w="2701410" h="1621556">
                  <a:moveTo>
                    <a:pt x="0" y="1255050"/>
                  </a:moveTo>
                  <a:lnTo>
                    <a:pt x="675352" y="1038451"/>
                  </a:lnTo>
                  <a:lnTo>
                    <a:pt x="1350705" y="713708"/>
                  </a:lnTo>
                  <a:lnTo>
                    <a:pt x="2026057" y="533089"/>
                  </a:lnTo>
                  <a:lnTo>
                    <a:pt x="2701410" y="0"/>
                  </a:lnTo>
                  <a:lnTo>
                    <a:pt x="2701410" y="225112"/>
                  </a:lnTo>
                  <a:lnTo>
                    <a:pt x="2026057" y="788306"/>
                  </a:lnTo>
                  <a:lnTo>
                    <a:pt x="1350705" y="996754"/>
                  </a:lnTo>
                  <a:lnTo>
                    <a:pt x="675352" y="1353649"/>
                  </a:lnTo>
                  <a:lnTo>
                    <a:pt x="0" y="1621556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4922824" y="3972516"/>
              <a:ext cx="2701410" cy="1255050"/>
            </a:xfrm>
            <a:custGeom>
              <a:avLst/>
              <a:pathLst>
                <a:path w="2701410" h="1255050">
                  <a:moveTo>
                    <a:pt x="0" y="1255050"/>
                  </a:moveTo>
                  <a:lnTo>
                    <a:pt x="675352" y="1038451"/>
                  </a:lnTo>
                  <a:lnTo>
                    <a:pt x="1350705" y="713708"/>
                  </a:lnTo>
                  <a:lnTo>
                    <a:pt x="2026057" y="533089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4922824" y="4197628"/>
              <a:ext cx="2701410" cy="1396444"/>
            </a:xfrm>
            <a:custGeom>
              <a:avLst/>
              <a:pathLst>
                <a:path w="2701410" h="1396444">
                  <a:moveTo>
                    <a:pt x="2701410" y="0"/>
                  </a:moveTo>
                  <a:lnTo>
                    <a:pt x="2026057" y="563194"/>
                  </a:lnTo>
                  <a:lnTo>
                    <a:pt x="1350705" y="771642"/>
                  </a:lnTo>
                  <a:lnTo>
                    <a:pt x="675352" y="1128536"/>
                  </a:lnTo>
                  <a:lnTo>
                    <a:pt x="0" y="13964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4922824" y="3822748"/>
              <a:ext cx="2701410" cy="1586827"/>
            </a:xfrm>
            <a:custGeom>
              <a:avLst/>
              <a:pathLst>
                <a:path w="2701410" h="1586827">
                  <a:moveTo>
                    <a:pt x="0" y="1586827"/>
                  </a:moveTo>
                  <a:lnTo>
                    <a:pt x="675352" y="1281631"/>
                  </a:lnTo>
                  <a:lnTo>
                    <a:pt x="1350705" y="867348"/>
                  </a:lnTo>
                  <a:lnTo>
                    <a:pt x="2026057" y="623483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4922824" y="4085120"/>
              <a:ext cx="2701410" cy="1324454"/>
            </a:xfrm>
            <a:custGeom>
              <a:avLst/>
              <a:pathLst>
                <a:path w="2701410" h="1324454">
                  <a:moveTo>
                    <a:pt x="0" y="1324454"/>
                  </a:moveTo>
                  <a:lnTo>
                    <a:pt x="675352" y="1083851"/>
                  </a:lnTo>
                  <a:lnTo>
                    <a:pt x="1350705" y="741950"/>
                  </a:lnTo>
                  <a:lnTo>
                    <a:pt x="2026057" y="547196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4896183" y="5382934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5571535" y="5077739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6246888" y="4663456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6922240" y="4419590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7597593" y="379610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4896183" y="538293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5571535" y="5142331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6246888" y="4800430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6922240" y="460567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7597593" y="4058479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8294561" y="1179879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8294561" y="3073259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8699772" y="1278212"/>
              <a:ext cx="2701410" cy="1966655"/>
            </a:xfrm>
            <a:custGeom>
              <a:avLst/>
              <a:pathLst>
                <a:path w="2701410" h="1966655">
                  <a:moveTo>
                    <a:pt x="0" y="1623344"/>
                  </a:moveTo>
                  <a:lnTo>
                    <a:pt x="675352" y="1401281"/>
                  </a:lnTo>
                  <a:lnTo>
                    <a:pt x="1350705" y="1049070"/>
                  </a:lnTo>
                  <a:lnTo>
                    <a:pt x="2026057" y="786339"/>
                  </a:lnTo>
                  <a:lnTo>
                    <a:pt x="2701410" y="0"/>
                  </a:lnTo>
                  <a:lnTo>
                    <a:pt x="2701410" y="226615"/>
                  </a:lnTo>
                  <a:lnTo>
                    <a:pt x="2026057" y="1040582"/>
                  </a:lnTo>
                  <a:lnTo>
                    <a:pt x="1350705" y="1320944"/>
                  </a:lnTo>
                  <a:lnTo>
                    <a:pt x="675352" y="1705918"/>
                  </a:lnTo>
                  <a:lnTo>
                    <a:pt x="0" y="1966655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8699772" y="1278212"/>
              <a:ext cx="2701410" cy="1623344"/>
            </a:xfrm>
            <a:custGeom>
              <a:avLst/>
              <a:pathLst>
                <a:path w="2701410" h="1623344">
                  <a:moveTo>
                    <a:pt x="0" y="1623344"/>
                  </a:moveTo>
                  <a:lnTo>
                    <a:pt x="675352" y="1401281"/>
                  </a:lnTo>
                  <a:lnTo>
                    <a:pt x="1350705" y="1049070"/>
                  </a:lnTo>
                  <a:lnTo>
                    <a:pt x="2026057" y="786339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8699772" y="1504827"/>
              <a:ext cx="2701410" cy="1740040"/>
            </a:xfrm>
            <a:custGeom>
              <a:avLst/>
              <a:pathLst>
                <a:path w="2701410" h="1740040">
                  <a:moveTo>
                    <a:pt x="2701410" y="0"/>
                  </a:moveTo>
                  <a:lnTo>
                    <a:pt x="2026057" y="813967"/>
                  </a:lnTo>
                  <a:lnTo>
                    <a:pt x="1350705" y="1094328"/>
                  </a:lnTo>
                  <a:lnTo>
                    <a:pt x="675352" y="1479303"/>
                  </a:lnTo>
                  <a:lnTo>
                    <a:pt x="0" y="17400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8699772" y="1358574"/>
              <a:ext cx="2701410" cy="1875387"/>
            </a:xfrm>
            <a:custGeom>
              <a:avLst/>
              <a:pathLst>
                <a:path w="2701410" h="1875387">
                  <a:moveTo>
                    <a:pt x="0" y="1550566"/>
                  </a:moveTo>
                  <a:lnTo>
                    <a:pt x="675352" y="1386399"/>
                  </a:lnTo>
                  <a:lnTo>
                    <a:pt x="1350705" y="1051744"/>
                  </a:lnTo>
                  <a:lnTo>
                    <a:pt x="2026057" y="825907"/>
                  </a:lnTo>
                  <a:lnTo>
                    <a:pt x="2701410" y="0"/>
                  </a:lnTo>
                  <a:lnTo>
                    <a:pt x="2701410" y="216090"/>
                  </a:lnTo>
                  <a:lnTo>
                    <a:pt x="2026057" y="1064630"/>
                  </a:lnTo>
                  <a:lnTo>
                    <a:pt x="1350705" y="1309643"/>
                  </a:lnTo>
                  <a:lnTo>
                    <a:pt x="675352" y="1661327"/>
                  </a:lnTo>
                  <a:lnTo>
                    <a:pt x="0" y="1875387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8699772" y="1358574"/>
              <a:ext cx="2701410" cy="1550566"/>
            </a:xfrm>
            <a:custGeom>
              <a:avLst/>
              <a:pathLst>
                <a:path w="2701410" h="1550566">
                  <a:moveTo>
                    <a:pt x="0" y="1550566"/>
                  </a:moveTo>
                  <a:lnTo>
                    <a:pt x="675352" y="1386399"/>
                  </a:lnTo>
                  <a:lnTo>
                    <a:pt x="1350705" y="1051744"/>
                  </a:lnTo>
                  <a:lnTo>
                    <a:pt x="2026057" y="825907"/>
                  </a:lnTo>
                  <a:lnTo>
                    <a:pt x="27014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8699772" y="1574665"/>
              <a:ext cx="2701410" cy="1659296"/>
            </a:xfrm>
            <a:custGeom>
              <a:avLst/>
              <a:pathLst>
                <a:path w="2701410" h="1659296">
                  <a:moveTo>
                    <a:pt x="2701410" y="0"/>
                  </a:moveTo>
                  <a:lnTo>
                    <a:pt x="2026057" y="848540"/>
                  </a:lnTo>
                  <a:lnTo>
                    <a:pt x="1350705" y="1093553"/>
                  </a:lnTo>
                  <a:lnTo>
                    <a:pt x="675352" y="1445237"/>
                  </a:lnTo>
                  <a:lnTo>
                    <a:pt x="0" y="16592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8699772" y="1392433"/>
              <a:ext cx="2701410" cy="1680826"/>
            </a:xfrm>
            <a:custGeom>
              <a:avLst/>
              <a:pathLst>
                <a:path w="2701410" h="1680826">
                  <a:moveTo>
                    <a:pt x="0" y="1680826"/>
                  </a:moveTo>
                  <a:lnTo>
                    <a:pt x="675352" y="1441934"/>
                  </a:lnTo>
                  <a:lnTo>
                    <a:pt x="1350705" y="1070190"/>
                  </a:lnTo>
                  <a:lnTo>
                    <a:pt x="2026057" y="798599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8699772" y="1467296"/>
              <a:ext cx="2701410" cy="1605963"/>
            </a:xfrm>
            <a:custGeom>
              <a:avLst/>
              <a:pathLst>
                <a:path w="2701410" h="1605963">
                  <a:moveTo>
                    <a:pt x="0" y="1605963"/>
                  </a:moveTo>
                  <a:lnTo>
                    <a:pt x="675352" y="1416606"/>
                  </a:lnTo>
                  <a:lnTo>
                    <a:pt x="1350705" y="1073768"/>
                  </a:lnTo>
                  <a:lnTo>
                    <a:pt x="2026057" y="837560"/>
                  </a:lnTo>
                  <a:lnTo>
                    <a:pt x="2701410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8673131" y="3046618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9348484" y="280772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10023836" y="2435983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10699189" y="2164392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11374541" y="1365792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8673131" y="3046618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9348484" y="2857261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10023836" y="2514423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10699189" y="227821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11374541" y="1440654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rc105"/>
            <p:cNvSpPr/>
            <p:nvPr/>
          </p:nvSpPr>
          <p:spPr>
            <a:xfrm>
              <a:off x="8294561" y="3584601"/>
              <a:ext cx="3511833" cy="21633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8294561" y="4537516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  <a:lnTo>
                    <a:pt x="3511833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8699772" y="3872741"/>
              <a:ext cx="2701410" cy="1776848"/>
            </a:xfrm>
            <a:custGeom>
              <a:avLst/>
              <a:pathLst>
                <a:path w="2701410" h="1776848">
                  <a:moveTo>
                    <a:pt x="0" y="0"/>
                  </a:moveTo>
                  <a:lnTo>
                    <a:pt x="675352" y="261717"/>
                  </a:lnTo>
                  <a:lnTo>
                    <a:pt x="1350705" y="401297"/>
                  </a:lnTo>
                  <a:lnTo>
                    <a:pt x="2026057" y="756436"/>
                  </a:lnTo>
                  <a:lnTo>
                    <a:pt x="2701410" y="931079"/>
                  </a:lnTo>
                  <a:lnTo>
                    <a:pt x="2701410" y="1776848"/>
                  </a:lnTo>
                  <a:lnTo>
                    <a:pt x="2026057" y="1737092"/>
                  </a:lnTo>
                  <a:lnTo>
                    <a:pt x="1350705" y="1468774"/>
                  </a:lnTo>
                  <a:lnTo>
                    <a:pt x="675352" y="1458072"/>
                  </a:lnTo>
                  <a:lnTo>
                    <a:pt x="0" y="1343662"/>
                  </a:lnTo>
                  <a:close/>
                </a:path>
              </a:pathLst>
            </a:cu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8699772" y="3872741"/>
              <a:ext cx="2701410" cy="931079"/>
            </a:xfrm>
            <a:custGeom>
              <a:avLst/>
              <a:pathLst>
                <a:path w="2701410" h="931079">
                  <a:moveTo>
                    <a:pt x="0" y="0"/>
                  </a:moveTo>
                  <a:lnTo>
                    <a:pt x="675352" y="261717"/>
                  </a:lnTo>
                  <a:lnTo>
                    <a:pt x="1350705" y="401297"/>
                  </a:lnTo>
                  <a:lnTo>
                    <a:pt x="2026057" y="756436"/>
                  </a:lnTo>
                  <a:lnTo>
                    <a:pt x="2701410" y="9310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8699772" y="5216403"/>
              <a:ext cx="2701410" cy="433186"/>
            </a:xfrm>
            <a:custGeom>
              <a:avLst/>
              <a:pathLst>
                <a:path w="2701410" h="433186">
                  <a:moveTo>
                    <a:pt x="2701410" y="433186"/>
                  </a:moveTo>
                  <a:lnTo>
                    <a:pt x="2026057" y="393430"/>
                  </a:lnTo>
                  <a:lnTo>
                    <a:pt x="1350705" y="125112"/>
                  </a:lnTo>
                  <a:lnTo>
                    <a:pt x="675352" y="1144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8699772" y="3682934"/>
              <a:ext cx="2701410" cy="1853151"/>
            </a:xfrm>
            <a:custGeom>
              <a:avLst/>
              <a:pathLst>
                <a:path w="2701410" h="1853151">
                  <a:moveTo>
                    <a:pt x="0" y="0"/>
                  </a:moveTo>
                  <a:lnTo>
                    <a:pt x="675352" y="225408"/>
                  </a:lnTo>
                  <a:lnTo>
                    <a:pt x="1350705" y="388780"/>
                  </a:lnTo>
                  <a:lnTo>
                    <a:pt x="2026057" y="554863"/>
                  </a:lnTo>
                  <a:lnTo>
                    <a:pt x="2701410" y="871946"/>
                  </a:lnTo>
                  <a:lnTo>
                    <a:pt x="2701410" y="1853151"/>
                  </a:lnTo>
                  <a:lnTo>
                    <a:pt x="2026057" y="1755307"/>
                  </a:lnTo>
                  <a:lnTo>
                    <a:pt x="1350705" y="1698946"/>
                  </a:lnTo>
                  <a:lnTo>
                    <a:pt x="675352" y="1770319"/>
                  </a:lnTo>
                  <a:lnTo>
                    <a:pt x="0" y="1703131"/>
                  </a:lnTo>
                  <a:close/>
                </a:path>
              </a:pathLst>
            </a:cu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8699772" y="3682934"/>
              <a:ext cx="2701410" cy="871946"/>
            </a:xfrm>
            <a:custGeom>
              <a:avLst/>
              <a:pathLst>
                <a:path w="2701410" h="871946">
                  <a:moveTo>
                    <a:pt x="0" y="0"/>
                  </a:moveTo>
                  <a:lnTo>
                    <a:pt x="675352" y="225408"/>
                  </a:lnTo>
                  <a:lnTo>
                    <a:pt x="1350705" y="388780"/>
                  </a:lnTo>
                  <a:lnTo>
                    <a:pt x="2026057" y="554863"/>
                  </a:lnTo>
                  <a:lnTo>
                    <a:pt x="2701410" y="8719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8699772" y="5381880"/>
              <a:ext cx="2701410" cy="154205"/>
            </a:xfrm>
            <a:custGeom>
              <a:avLst/>
              <a:pathLst>
                <a:path w="2701410" h="154205">
                  <a:moveTo>
                    <a:pt x="2701410" y="154205"/>
                  </a:moveTo>
                  <a:lnTo>
                    <a:pt x="2026057" y="56361"/>
                  </a:lnTo>
                  <a:lnTo>
                    <a:pt x="1350705" y="0"/>
                  </a:lnTo>
                  <a:lnTo>
                    <a:pt x="675352" y="71373"/>
                  </a:lnTo>
                  <a:lnTo>
                    <a:pt x="0" y="41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8699772" y="4537516"/>
              <a:ext cx="2701410" cy="692311"/>
            </a:xfrm>
            <a:custGeom>
              <a:avLst/>
              <a:pathLst>
                <a:path w="2701410" h="692311">
                  <a:moveTo>
                    <a:pt x="0" y="0"/>
                  </a:moveTo>
                  <a:lnTo>
                    <a:pt x="675352" y="198531"/>
                  </a:lnTo>
                  <a:lnTo>
                    <a:pt x="1350705" y="272950"/>
                  </a:lnTo>
                  <a:lnTo>
                    <a:pt x="2026057" y="586444"/>
                  </a:lnTo>
                  <a:lnTo>
                    <a:pt x="2701410" y="692311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8699772" y="4537516"/>
              <a:ext cx="2701410" cy="511926"/>
            </a:xfrm>
            <a:custGeom>
              <a:avLst/>
              <a:pathLst>
                <a:path w="2701410" h="511926">
                  <a:moveTo>
                    <a:pt x="0" y="0"/>
                  </a:moveTo>
                  <a:lnTo>
                    <a:pt x="675352" y="161060"/>
                  </a:lnTo>
                  <a:lnTo>
                    <a:pt x="1350705" y="188397"/>
                  </a:lnTo>
                  <a:lnTo>
                    <a:pt x="2026057" y="299351"/>
                  </a:lnTo>
                  <a:lnTo>
                    <a:pt x="2701410" y="511926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8673131" y="4510875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9348484" y="470940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10023836" y="4783826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0699189" y="5097320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11374541" y="5203186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8673131" y="451087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9348484" y="4671935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10023836" y="4699272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10699189" y="4810226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11374541" y="5022802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5"/>
            <p:cNvSpPr/>
            <p:nvPr/>
          </p:nvSpPr>
          <p:spPr>
            <a:xfrm>
              <a:off x="740664" y="3396974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tx126"/>
            <p:cNvSpPr/>
            <p:nvPr/>
          </p:nvSpPr>
          <p:spPr>
            <a:xfrm>
              <a:off x="2294681" y="3451925"/>
              <a:ext cx="403799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Rao's Q</a:t>
              </a:r>
            </a:p>
          </p:txBody>
        </p:sp>
        <p:sp>
          <p:nvSpPr>
            <p:cNvPr id="128" name="rc127"/>
            <p:cNvSpPr/>
            <p:nvPr/>
          </p:nvSpPr>
          <p:spPr>
            <a:xfrm>
              <a:off x="4517612" y="3396974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tx128"/>
            <p:cNvSpPr/>
            <p:nvPr/>
          </p:nvSpPr>
          <p:spPr>
            <a:xfrm>
              <a:off x="5805539" y="3451925"/>
              <a:ext cx="935979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Shannon diversity</a:t>
              </a:r>
            </a:p>
          </p:txBody>
        </p:sp>
        <p:sp>
          <p:nvSpPr>
            <p:cNvPr id="130" name="rc129"/>
            <p:cNvSpPr/>
            <p:nvPr/>
          </p:nvSpPr>
          <p:spPr>
            <a:xfrm>
              <a:off x="8294561" y="3396974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tx130"/>
            <p:cNvSpPr/>
            <p:nvPr/>
          </p:nvSpPr>
          <p:spPr>
            <a:xfrm>
              <a:off x="9573618" y="3451925"/>
              <a:ext cx="953719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Functional volume</a:t>
              </a:r>
            </a:p>
          </p:txBody>
        </p:sp>
        <p:sp>
          <p:nvSpPr>
            <p:cNvPr id="132" name="rc131"/>
            <p:cNvSpPr/>
            <p:nvPr/>
          </p:nvSpPr>
          <p:spPr>
            <a:xfrm>
              <a:off x="740664" y="992252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tx132"/>
            <p:cNvSpPr/>
            <p:nvPr/>
          </p:nvSpPr>
          <p:spPr>
            <a:xfrm>
              <a:off x="1704298" y="1047203"/>
              <a:ext cx="1584563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Occupancy-corrected richness</a:t>
              </a:r>
            </a:p>
          </p:txBody>
        </p:sp>
        <p:sp>
          <p:nvSpPr>
            <p:cNvPr id="134" name="rc133"/>
            <p:cNvSpPr/>
            <p:nvPr/>
          </p:nvSpPr>
          <p:spPr>
            <a:xfrm>
              <a:off x="4517612" y="992252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4"/>
            <p:cNvSpPr/>
            <p:nvPr/>
          </p:nvSpPr>
          <p:spPr>
            <a:xfrm>
              <a:off x="5553530" y="1047203"/>
              <a:ext cx="143999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Mean phylogenetic distance</a:t>
              </a:r>
            </a:p>
          </p:txBody>
        </p:sp>
        <p:sp>
          <p:nvSpPr>
            <p:cNvPr id="136" name="rc135"/>
            <p:cNvSpPr/>
            <p:nvPr/>
          </p:nvSpPr>
          <p:spPr>
            <a:xfrm>
              <a:off x="8294561" y="992252"/>
              <a:ext cx="3511833" cy="187627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tx136"/>
            <p:cNvSpPr/>
            <p:nvPr/>
          </p:nvSpPr>
          <p:spPr>
            <a:xfrm>
              <a:off x="9477377" y="1047203"/>
              <a:ext cx="1146200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Phylogenetic diversity</a:t>
              </a:r>
            </a:p>
          </p:txBody>
        </p:sp>
        <p:sp>
          <p:nvSpPr>
            <p:cNvPr id="138" name="pl137"/>
            <p:cNvSpPr/>
            <p:nvPr/>
          </p:nvSpPr>
          <p:spPr>
            <a:xfrm>
              <a:off x="740664" y="5747922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145875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821228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2496580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3171933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3847285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 rot="-2100000">
              <a:off x="741122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145" name="tx144"/>
            <p:cNvSpPr/>
            <p:nvPr/>
          </p:nvSpPr>
          <p:spPr>
            <a:xfrm rot="-2100000">
              <a:off x="1416475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146" name="tx145"/>
            <p:cNvSpPr/>
            <p:nvPr/>
          </p:nvSpPr>
          <p:spPr>
            <a:xfrm rot="-2100000">
              <a:off x="2091827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147" name="tx146"/>
            <p:cNvSpPr/>
            <p:nvPr/>
          </p:nvSpPr>
          <p:spPr>
            <a:xfrm rot="-2100000">
              <a:off x="2767180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148" name="tx147"/>
            <p:cNvSpPr/>
            <p:nvPr/>
          </p:nvSpPr>
          <p:spPr>
            <a:xfrm rot="-2100000">
              <a:off x="3442532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149" name="pl148"/>
            <p:cNvSpPr/>
            <p:nvPr/>
          </p:nvSpPr>
          <p:spPr>
            <a:xfrm>
              <a:off x="4517612" y="5747922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4922824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5598176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6273529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6948881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624234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tx154"/>
            <p:cNvSpPr/>
            <p:nvPr/>
          </p:nvSpPr>
          <p:spPr>
            <a:xfrm rot="-2100000">
              <a:off x="4518071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156" name="tx155"/>
            <p:cNvSpPr/>
            <p:nvPr/>
          </p:nvSpPr>
          <p:spPr>
            <a:xfrm rot="-2100000">
              <a:off x="5193423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157" name="tx156"/>
            <p:cNvSpPr/>
            <p:nvPr/>
          </p:nvSpPr>
          <p:spPr>
            <a:xfrm rot="-2100000">
              <a:off x="5868776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158" name="tx157"/>
            <p:cNvSpPr/>
            <p:nvPr/>
          </p:nvSpPr>
          <p:spPr>
            <a:xfrm rot="-2100000">
              <a:off x="6544128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159" name="tx158"/>
            <p:cNvSpPr/>
            <p:nvPr/>
          </p:nvSpPr>
          <p:spPr>
            <a:xfrm rot="-2100000">
              <a:off x="7219481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160" name="pl159"/>
            <p:cNvSpPr/>
            <p:nvPr/>
          </p:nvSpPr>
          <p:spPr>
            <a:xfrm>
              <a:off x="8294561" y="5747922"/>
              <a:ext cx="3511833" cy="0"/>
            </a:xfrm>
            <a:custGeom>
              <a:avLst/>
              <a:pathLst>
                <a:path w="3511833" h="0">
                  <a:moveTo>
                    <a:pt x="0" y="0"/>
                  </a:moveTo>
                  <a:lnTo>
                    <a:pt x="3511833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8699772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9375125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10050477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10725830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4"/>
            <p:cNvSpPr/>
            <p:nvPr/>
          </p:nvSpPr>
          <p:spPr>
            <a:xfrm>
              <a:off x="11401182" y="5747922"/>
              <a:ext cx="0" cy="26886"/>
            </a:xfrm>
            <a:custGeom>
              <a:avLst/>
              <a:pathLst>
                <a:path w="0" h="26886">
                  <a:moveTo>
                    <a:pt x="0" y="26886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tx165"/>
            <p:cNvSpPr/>
            <p:nvPr/>
          </p:nvSpPr>
          <p:spPr>
            <a:xfrm rot="-2100000">
              <a:off x="8295019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2000-2004</a:t>
              </a:r>
            </a:p>
          </p:txBody>
        </p:sp>
        <p:sp>
          <p:nvSpPr>
            <p:cNvPr id="167" name="tx166"/>
            <p:cNvSpPr/>
            <p:nvPr/>
          </p:nvSpPr>
          <p:spPr>
            <a:xfrm rot="-2100000">
              <a:off x="8970372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2005-2009</a:t>
              </a:r>
            </a:p>
          </p:txBody>
        </p:sp>
        <p:sp>
          <p:nvSpPr>
            <p:cNvPr id="168" name="tx167"/>
            <p:cNvSpPr/>
            <p:nvPr/>
          </p:nvSpPr>
          <p:spPr>
            <a:xfrm rot="-2100000">
              <a:off x="9645724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2010-2014</a:t>
              </a:r>
            </a:p>
          </p:txBody>
        </p:sp>
        <p:sp>
          <p:nvSpPr>
            <p:cNvPr id="169" name="tx168"/>
            <p:cNvSpPr/>
            <p:nvPr/>
          </p:nvSpPr>
          <p:spPr>
            <a:xfrm rot="-2100000">
              <a:off x="10321077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2015-2019</a:t>
              </a:r>
            </a:p>
          </p:txBody>
        </p:sp>
        <p:sp>
          <p:nvSpPr>
            <p:cNvPr id="170" name="tx169"/>
            <p:cNvSpPr/>
            <p:nvPr/>
          </p:nvSpPr>
          <p:spPr>
            <a:xfrm rot="-2100000">
              <a:off x="10996429" y="5923936"/>
              <a:ext cx="467075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2020-2024</a:t>
              </a:r>
            </a:p>
          </p:txBody>
        </p:sp>
        <p:sp>
          <p:nvSpPr>
            <p:cNvPr id="171" name="pl170"/>
            <p:cNvSpPr/>
            <p:nvPr/>
          </p:nvSpPr>
          <p:spPr>
            <a:xfrm>
              <a:off x="8294561" y="1179879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tx171"/>
            <p:cNvSpPr/>
            <p:nvPr/>
          </p:nvSpPr>
          <p:spPr>
            <a:xfrm>
              <a:off x="8083219" y="3038238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8083219" y="2424823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110</a:t>
              </a:r>
            </a:p>
          </p:txBody>
        </p:sp>
        <p:sp>
          <p:nvSpPr>
            <p:cNvPr id="174" name="tx173"/>
            <p:cNvSpPr/>
            <p:nvPr/>
          </p:nvSpPr>
          <p:spPr>
            <a:xfrm>
              <a:off x="8083219" y="1811408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120</a:t>
              </a:r>
            </a:p>
          </p:txBody>
        </p:sp>
        <p:sp>
          <p:nvSpPr>
            <p:cNvPr id="175" name="tx174"/>
            <p:cNvSpPr/>
            <p:nvPr/>
          </p:nvSpPr>
          <p:spPr>
            <a:xfrm>
              <a:off x="8083219" y="1197993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130</a:t>
              </a:r>
            </a:p>
          </p:txBody>
        </p:sp>
        <p:sp>
          <p:nvSpPr>
            <p:cNvPr id="176" name="pl175"/>
            <p:cNvSpPr/>
            <p:nvPr/>
          </p:nvSpPr>
          <p:spPr>
            <a:xfrm>
              <a:off x="8267674" y="3073259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8267674" y="2459844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8267674" y="1846430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8267674" y="123301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79"/>
            <p:cNvSpPr/>
            <p:nvPr/>
          </p:nvSpPr>
          <p:spPr>
            <a:xfrm>
              <a:off x="8294561" y="3584601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tx180"/>
            <p:cNvSpPr/>
            <p:nvPr/>
          </p:nvSpPr>
          <p:spPr>
            <a:xfrm>
              <a:off x="8137534" y="5554954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98</a:t>
              </a:r>
            </a:p>
          </p:txBody>
        </p:sp>
        <p:sp>
          <p:nvSpPr>
            <p:cNvPr id="182" name="tx181"/>
            <p:cNvSpPr/>
            <p:nvPr/>
          </p:nvSpPr>
          <p:spPr>
            <a:xfrm>
              <a:off x="8137534" y="5028724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99</a:t>
              </a:r>
            </a:p>
          </p:txBody>
        </p:sp>
        <p:sp>
          <p:nvSpPr>
            <p:cNvPr id="183" name="tx182"/>
            <p:cNvSpPr/>
            <p:nvPr/>
          </p:nvSpPr>
          <p:spPr>
            <a:xfrm>
              <a:off x="8083219" y="4502495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84" name="tx183"/>
            <p:cNvSpPr/>
            <p:nvPr/>
          </p:nvSpPr>
          <p:spPr>
            <a:xfrm>
              <a:off x="8083219" y="3976265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101</a:t>
              </a:r>
            </a:p>
          </p:txBody>
        </p:sp>
        <p:sp>
          <p:nvSpPr>
            <p:cNvPr id="185" name="pl184"/>
            <p:cNvSpPr/>
            <p:nvPr/>
          </p:nvSpPr>
          <p:spPr>
            <a:xfrm>
              <a:off x="8267674" y="5589976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8267674" y="5063746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8267674" y="4537516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8267674" y="4011286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4517612" y="1179879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tx189"/>
            <p:cNvSpPr/>
            <p:nvPr/>
          </p:nvSpPr>
          <p:spPr>
            <a:xfrm>
              <a:off x="4360585" y="3101030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99</a:t>
              </a:r>
            </a:p>
          </p:txBody>
        </p:sp>
        <p:sp>
          <p:nvSpPr>
            <p:cNvPr id="191" name="tx190"/>
            <p:cNvSpPr/>
            <p:nvPr/>
          </p:nvSpPr>
          <p:spPr>
            <a:xfrm>
              <a:off x="4306270" y="2721367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4306270" y="2341705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101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4306270" y="1962043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102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4306270" y="1582381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103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4306270" y="1202719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104</a:t>
              </a:r>
            </a:p>
          </p:txBody>
        </p:sp>
        <p:sp>
          <p:nvSpPr>
            <p:cNvPr id="196" name="pl195"/>
            <p:cNvSpPr/>
            <p:nvPr/>
          </p:nvSpPr>
          <p:spPr>
            <a:xfrm>
              <a:off x="4490726" y="3136051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4490726" y="2756389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4490726" y="2376727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4490726" y="199706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4490726" y="1617402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4490726" y="1237740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4517612" y="3584601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tx202"/>
            <p:cNvSpPr/>
            <p:nvPr/>
          </p:nvSpPr>
          <p:spPr>
            <a:xfrm>
              <a:off x="4306270" y="5374554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04" name="tx203"/>
            <p:cNvSpPr/>
            <p:nvPr/>
          </p:nvSpPr>
          <p:spPr>
            <a:xfrm>
              <a:off x="4306270" y="4843796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101</a:t>
              </a:r>
            </a:p>
          </p:txBody>
        </p:sp>
        <p:sp>
          <p:nvSpPr>
            <p:cNvPr id="205" name="tx204"/>
            <p:cNvSpPr/>
            <p:nvPr/>
          </p:nvSpPr>
          <p:spPr>
            <a:xfrm>
              <a:off x="4306270" y="4313038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102</a:t>
              </a:r>
            </a:p>
          </p:txBody>
        </p:sp>
        <p:sp>
          <p:nvSpPr>
            <p:cNvPr id="206" name="tx205"/>
            <p:cNvSpPr/>
            <p:nvPr/>
          </p:nvSpPr>
          <p:spPr>
            <a:xfrm>
              <a:off x="4306270" y="3782280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103</a:t>
              </a:r>
            </a:p>
          </p:txBody>
        </p:sp>
        <p:sp>
          <p:nvSpPr>
            <p:cNvPr id="207" name="pl206"/>
            <p:cNvSpPr/>
            <p:nvPr/>
          </p:nvSpPr>
          <p:spPr>
            <a:xfrm>
              <a:off x="4490726" y="540957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4490726" y="4878817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4490726" y="4348059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4490726" y="3817301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740664" y="1179879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1"/>
            <p:cNvSpPr/>
            <p:nvPr/>
          </p:nvSpPr>
          <p:spPr>
            <a:xfrm>
              <a:off x="529322" y="3038364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13" name="tx212"/>
            <p:cNvSpPr/>
            <p:nvPr/>
          </p:nvSpPr>
          <p:spPr>
            <a:xfrm>
              <a:off x="529322" y="2424546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110</a:t>
              </a:r>
            </a:p>
          </p:txBody>
        </p:sp>
        <p:sp>
          <p:nvSpPr>
            <p:cNvPr id="214" name="tx213"/>
            <p:cNvSpPr/>
            <p:nvPr/>
          </p:nvSpPr>
          <p:spPr>
            <a:xfrm>
              <a:off x="529322" y="1810728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120</a:t>
              </a:r>
            </a:p>
          </p:txBody>
        </p:sp>
        <p:sp>
          <p:nvSpPr>
            <p:cNvPr id="215" name="tx214"/>
            <p:cNvSpPr/>
            <p:nvPr/>
          </p:nvSpPr>
          <p:spPr>
            <a:xfrm>
              <a:off x="529322" y="1196909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130</a:t>
              </a:r>
            </a:p>
          </p:txBody>
        </p:sp>
        <p:sp>
          <p:nvSpPr>
            <p:cNvPr id="216" name="pl215"/>
            <p:cNvSpPr/>
            <p:nvPr/>
          </p:nvSpPr>
          <p:spPr>
            <a:xfrm>
              <a:off x="713777" y="307338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713777" y="2459567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713777" y="1845749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713777" y="1231931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740664" y="3584601"/>
              <a:ext cx="0" cy="2163321"/>
            </a:xfrm>
            <a:custGeom>
              <a:avLst/>
              <a:pathLst>
                <a:path w="0" h="2163321">
                  <a:moveTo>
                    <a:pt x="0" y="216332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tx220"/>
            <p:cNvSpPr/>
            <p:nvPr/>
          </p:nvSpPr>
          <p:spPr>
            <a:xfrm>
              <a:off x="583637" y="5402414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98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583637" y="4993573"/>
              <a:ext cx="10863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99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529322" y="4584731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529322" y="4175890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101</a:t>
              </a:r>
            </a:p>
          </p:txBody>
        </p:sp>
        <p:sp>
          <p:nvSpPr>
            <p:cNvPr id="225" name="tx224"/>
            <p:cNvSpPr/>
            <p:nvPr/>
          </p:nvSpPr>
          <p:spPr>
            <a:xfrm>
              <a:off x="529322" y="3767049"/>
              <a:ext cx="162946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102</a:t>
              </a:r>
            </a:p>
          </p:txBody>
        </p:sp>
        <p:sp>
          <p:nvSpPr>
            <p:cNvPr id="226" name="pl225"/>
            <p:cNvSpPr/>
            <p:nvPr/>
          </p:nvSpPr>
          <p:spPr>
            <a:xfrm>
              <a:off x="713777" y="5437435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713777" y="5028594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713777" y="4619753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713777" y="4210912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713777" y="3802071"/>
              <a:ext cx="26886" cy="0"/>
            </a:xfrm>
            <a:custGeom>
              <a:avLst/>
              <a:pathLst>
                <a:path w="26886" h="0">
                  <a:moveTo>
                    <a:pt x="0" y="0"/>
                  </a:moveTo>
                  <a:lnTo>
                    <a:pt x="26886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tx230"/>
            <p:cNvSpPr/>
            <p:nvPr/>
          </p:nvSpPr>
          <p:spPr>
            <a:xfrm rot="-5400000">
              <a:off x="-162150" y="3425038"/>
              <a:ext cx="1203716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Index (2000-2004 = 100)</a:t>
              </a:r>
            </a:p>
          </p:txBody>
        </p:sp>
        <p:sp>
          <p:nvSpPr>
            <p:cNvPr id="232" name="rc231"/>
            <p:cNvSpPr/>
            <p:nvPr/>
          </p:nvSpPr>
          <p:spPr>
            <a:xfrm>
              <a:off x="5040170" y="6246896"/>
              <a:ext cx="2466718" cy="3270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2"/>
            <p:cNvSpPr/>
            <p:nvPr/>
          </p:nvSpPr>
          <p:spPr>
            <a:xfrm>
              <a:off x="5093943" y="630067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3"/>
            <p:cNvSpPr/>
            <p:nvPr/>
          </p:nvSpPr>
          <p:spPr>
            <a:xfrm>
              <a:off x="5100897" y="6307624"/>
              <a:ext cx="205546" cy="205546"/>
            </a:xfrm>
            <a:prstGeom prst="rect">
              <a:avLst/>
            </a:prstGeom>
            <a:solidFill>
              <a:srgbClr val="0072B2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5115888" y="64103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5177030" y="6383757"/>
              <a:ext cx="53282" cy="53282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4500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rc236"/>
            <p:cNvSpPr/>
            <p:nvPr/>
          </p:nvSpPr>
          <p:spPr>
            <a:xfrm>
              <a:off x="6251587" y="630067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7"/>
            <p:cNvSpPr/>
            <p:nvPr/>
          </p:nvSpPr>
          <p:spPr>
            <a:xfrm>
              <a:off x="6258541" y="6307624"/>
              <a:ext cx="205546" cy="205546"/>
            </a:xfrm>
            <a:prstGeom prst="rect">
              <a:avLst/>
            </a:prstGeom>
            <a:solidFill>
              <a:srgbClr val="CC79A7">
                <a:alpha val="16078"/>
              </a:srgbClr>
            </a:solidFill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6273532" y="64103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6334673" y="6383757"/>
              <a:ext cx="53282" cy="53282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4500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240"/>
            <p:cNvSpPr/>
            <p:nvPr/>
          </p:nvSpPr>
          <p:spPr>
            <a:xfrm>
              <a:off x="5367172" y="6375376"/>
              <a:ext cx="830640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200 spatial species</a:t>
              </a:r>
            </a:p>
          </p:txBody>
        </p:sp>
        <p:sp>
          <p:nvSpPr>
            <p:cNvPr id="242" name="tx241"/>
            <p:cNvSpPr/>
            <p:nvPr/>
          </p:nvSpPr>
          <p:spPr>
            <a:xfrm>
              <a:off x="6524816" y="6375376"/>
              <a:ext cx="928298" cy="700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7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500 temporal species</a:t>
              </a:r>
            </a:p>
          </p:txBody>
        </p:sp>
        <p:sp>
          <p:nvSpPr>
            <p:cNvPr id="243" name="tx242"/>
            <p:cNvSpPr/>
            <p:nvPr/>
          </p:nvSpPr>
          <p:spPr>
            <a:xfrm>
              <a:off x="740664" y="789716"/>
              <a:ext cx="4351446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Each dimension is indexed to 100 at 2000-2004 to compare rates of change across metrics</a:t>
              </a:r>
            </a:p>
          </p:txBody>
        </p:sp>
        <p:sp>
          <p:nvSpPr>
            <p:cNvPr id="244" name="tx243"/>
            <p:cNvSpPr/>
            <p:nvPr/>
          </p:nvSpPr>
          <p:spPr>
            <a:xfrm>
              <a:off x="740664" y="604140"/>
              <a:ext cx="2352202" cy="1032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National multidiversity trajectories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Fig05 species trend classes 500sp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00845" y="1004322"/>
              <a:ext cx="4254173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101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4655019" y="1004322"/>
              <a:ext cx="7151375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101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937867" y="1287643"/>
              <a:ext cx="3590625" cy="44994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1411177" y="1375868"/>
              <a:ext cx="1011903" cy="44112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411177" y="2787464"/>
              <a:ext cx="1011903" cy="2999642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1411177" y="1419980"/>
              <a:ext cx="1011903" cy="1367483"/>
            </a:xfrm>
            <a:prstGeom prst="rect">
              <a:avLst/>
            </a:prstGeom>
            <a:solidFill>
              <a:srgbClr val="8C96A3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3043280" y="1375868"/>
              <a:ext cx="1011903" cy="132337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3043280" y="3510907"/>
              <a:ext cx="1011903" cy="2276199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3043280" y="1508205"/>
              <a:ext cx="1011903" cy="2002702"/>
            </a:xfrm>
            <a:prstGeom prst="rect">
              <a:avLst/>
            </a:prstGeom>
            <a:solidFill>
              <a:srgbClr val="8C96A3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1892028" y="1315642"/>
              <a:ext cx="5020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1814259" y="1415375"/>
              <a:ext cx="2057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1.0%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1841828" y="4205003"/>
              <a:ext cx="1506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136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1789158" y="4304736"/>
              <a:ext cx="2559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68.0%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1866928" y="2021440"/>
              <a:ext cx="1004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62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1789158" y="2121173"/>
              <a:ext cx="2559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31.0%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3499031" y="1359755"/>
              <a:ext cx="1004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3446361" y="1459487"/>
              <a:ext cx="2057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3.0%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473931" y="4566725"/>
              <a:ext cx="1506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258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421261" y="4666457"/>
              <a:ext cx="2559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51.6%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3473931" y="2427274"/>
              <a:ext cx="15060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227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3421261" y="2527007"/>
              <a:ext cx="2559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45.4%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937867" y="1287643"/>
              <a:ext cx="0" cy="4499463"/>
            </a:xfrm>
            <a:custGeom>
              <a:avLst/>
              <a:pathLst>
                <a:path w="0" h="4499463">
                  <a:moveTo>
                    <a:pt x="0" y="449946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755482" y="5753456"/>
              <a:ext cx="135696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703270" y="4650647"/>
              <a:ext cx="18790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703270" y="3547837"/>
              <a:ext cx="18790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03270" y="2445027"/>
              <a:ext cx="18790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651058" y="1342218"/>
              <a:ext cx="240121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3" name="pl32"/>
            <p:cNvSpPr/>
            <p:nvPr/>
          </p:nvSpPr>
          <p:spPr>
            <a:xfrm>
              <a:off x="911929" y="5787106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911929" y="468429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911929" y="358148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11929" y="247867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11929" y="1375868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937867" y="5787106"/>
              <a:ext cx="3590625" cy="0"/>
            </a:xfrm>
            <a:custGeom>
              <a:avLst/>
              <a:pathLst>
                <a:path w="3590625" h="0">
                  <a:moveTo>
                    <a:pt x="0" y="0"/>
                  </a:moveTo>
                  <a:lnTo>
                    <a:pt x="3590625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917129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549231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1491841" y="5833794"/>
              <a:ext cx="850574" cy="67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1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200 spatial species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074475" y="5833794"/>
              <a:ext cx="949512" cy="67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1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500 temporal species</a:t>
              </a:r>
            </a:p>
          </p:txBody>
        </p:sp>
        <p:sp>
          <p:nvSpPr>
            <p:cNvPr id="43" name="tx42"/>
            <p:cNvSpPr/>
            <p:nvPr/>
          </p:nvSpPr>
          <p:spPr>
            <a:xfrm rot="-5400000">
              <a:off x="215194" y="3499976"/>
              <a:ext cx="699150" cy="747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Species share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1679781" y="6149472"/>
              <a:ext cx="2106797" cy="3232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1731657" y="62013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1736157" y="6205847"/>
              <a:ext cx="210455" cy="210456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440923" y="6201347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2445423" y="6205847"/>
              <a:ext cx="210455" cy="210456"/>
            </a:xfrm>
            <a:prstGeom prst="rect">
              <a:avLst/>
            </a:prstGeom>
            <a:solidFill>
              <a:srgbClr val="8C96A3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030312" y="6201347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034812" y="6205847"/>
              <a:ext cx="210455" cy="210456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2002988" y="6277425"/>
              <a:ext cx="38605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Declining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2712255" y="6277425"/>
              <a:ext cx="266181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Stable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3301644" y="6277425"/>
              <a:ext cx="43305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Increasing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937867" y="1105542"/>
              <a:ext cx="93213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Trend classes</a:t>
              </a:r>
            </a:p>
          </p:txBody>
        </p:sp>
        <p:sp>
          <p:nvSpPr>
            <p:cNvPr id="55" name="rc54"/>
            <p:cNvSpPr/>
            <p:nvPr/>
          </p:nvSpPr>
          <p:spPr>
            <a:xfrm>
              <a:off x="5894971" y="1287643"/>
              <a:ext cx="5784897" cy="44994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8160420" y="1287643"/>
              <a:ext cx="0" cy="4499463"/>
            </a:xfrm>
            <a:custGeom>
              <a:avLst/>
              <a:pathLst>
                <a:path w="0" h="4499463">
                  <a:moveTo>
                    <a:pt x="0" y="44994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AAB4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11416919" y="14652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0165790" y="1465253"/>
              <a:ext cx="1251128" cy="0"/>
            </a:xfrm>
            <a:custGeom>
              <a:avLst/>
              <a:pathLst>
                <a:path w="1251128" h="0">
                  <a:moveTo>
                    <a:pt x="125112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10165790" y="14652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1311712" y="17612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9323322" y="1761271"/>
              <a:ext cx="1988389" cy="0"/>
            </a:xfrm>
            <a:custGeom>
              <a:avLst/>
              <a:pathLst>
                <a:path w="1988389" h="0">
                  <a:moveTo>
                    <a:pt x="198838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9323322" y="17612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0831455" y="20572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9291628" y="2057288"/>
              <a:ext cx="1539826" cy="0"/>
            </a:xfrm>
            <a:custGeom>
              <a:avLst/>
              <a:pathLst>
                <a:path w="1539826" h="0">
                  <a:moveTo>
                    <a:pt x="1539826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9291628" y="20572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0632189" y="235330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9434652" y="2353305"/>
              <a:ext cx="1197536" cy="0"/>
            </a:xfrm>
            <a:custGeom>
              <a:avLst/>
              <a:pathLst>
                <a:path w="1197536" h="0">
                  <a:moveTo>
                    <a:pt x="1197536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9434652" y="235330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0598961" y="2649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9351146" y="2649323"/>
              <a:ext cx="1247815" cy="0"/>
            </a:xfrm>
            <a:custGeom>
              <a:avLst/>
              <a:pathLst>
                <a:path w="1247815" h="0">
                  <a:moveTo>
                    <a:pt x="1247815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9351146" y="2649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0885721" y="29453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9068801" y="2945340"/>
              <a:ext cx="1816920" cy="0"/>
            </a:xfrm>
            <a:custGeom>
              <a:avLst/>
              <a:pathLst>
                <a:path w="1816920" h="0">
                  <a:moveTo>
                    <a:pt x="181692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9068801" y="29453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10513653" y="32413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9411075" y="3241357"/>
              <a:ext cx="1102578" cy="0"/>
            </a:xfrm>
            <a:custGeom>
              <a:avLst/>
              <a:pathLst>
                <a:path w="1102578" h="0">
                  <a:moveTo>
                    <a:pt x="110257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9411075" y="32413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10887071" y="353737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8799370" y="3537375"/>
              <a:ext cx="2087700" cy="0"/>
            </a:xfrm>
            <a:custGeom>
              <a:avLst/>
              <a:pathLst>
                <a:path w="2087700" h="0">
                  <a:moveTo>
                    <a:pt x="208770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8799370" y="353737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10590220" y="38333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9259511" y="3833392"/>
              <a:ext cx="1330708" cy="0"/>
            </a:xfrm>
            <a:custGeom>
              <a:avLst/>
              <a:pathLst>
                <a:path w="1330708" h="0">
                  <a:moveTo>
                    <a:pt x="133070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9259511" y="383339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10598548" y="41294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9191040" y="4129409"/>
              <a:ext cx="1407507" cy="0"/>
            </a:xfrm>
            <a:custGeom>
              <a:avLst/>
              <a:pathLst>
                <a:path w="1407507" h="0">
                  <a:moveTo>
                    <a:pt x="1407507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9191040" y="41294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7120900" y="5609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6157921" y="5609496"/>
              <a:ext cx="962979" cy="0"/>
            </a:xfrm>
            <a:custGeom>
              <a:avLst/>
              <a:pathLst>
                <a:path w="962979" h="0">
                  <a:moveTo>
                    <a:pt x="96297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6157921" y="5609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7928056" y="531347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6693009" y="5313478"/>
              <a:ext cx="1235046" cy="0"/>
            </a:xfrm>
            <a:custGeom>
              <a:avLst/>
              <a:pathLst>
                <a:path w="1235046" h="0">
                  <a:moveTo>
                    <a:pt x="1235046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6693009" y="531347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8099040" y="50174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6511756" y="5017461"/>
              <a:ext cx="1587283" cy="0"/>
            </a:xfrm>
            <a:custGeom>
              <a:avLst/>
              <a:pathLst>
                <a:path w="1587283" h="0">
                  <a:moveTo>
                    <a:pt x="1587283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6511756" y="50174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8009777" y="47214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6845264" y="4721444"/>
              <a:ext cx="1164513" cy="0"/>
            </a:xfrm>
            <a:custGeom>
              <a:avLst/>
              <a:pathLst>
                <a:path w="1164513" h="0">
                  <a:moveTo>
                    <a:pt x="1164513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6845264" y="47214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8110167" y="442542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6496483" y="4425427"/>
              <a:ext cx="1613684" cy="0"/>
            </a:xfrm>
            <a:custGeom>
              <a:avLst/>
              <a:pathLst>
                <a:path w="1613684" h="0">
                  <a:moveTo>
                    <a:pt x="1613684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6496483" y="442542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10777113" y="1436153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10344707" y="1732170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10130458" y="2028187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10033005" y="2324205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10009440" y="2620222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10008908" y="2916239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10007363" y="3212257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9975634" y="3508274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9917253" y="3804291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9877757" y="4100308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6569997" y="5580395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7318750" y="5284378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7370436" y="4988360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7377973" y="4692343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7421049" y="4396326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5894971" y="1287643"/>
              <a:ext cx="0" cy="4499463"/>
            </a:xfrm>
            <a:custGeom>
              <a:avLst/>
              <a:pathLst>
                <a:path w="0" h="4499463">
                  <a:moveTo>
                    <a:pt x="0" y="4499463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7"/>
            <p:cNvSpPr/>
            <p:nvPr/>
          </p:nvSpPr>
          <p:spPr>
            <a:xfrm>
              <a:off x="5291871" y="5576257"/>
              <a:ext cx="556412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Columba livia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5075341" y="5280240"/>
              <a:ext cx="772942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Seicercus valentini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4781544" y="4984223"/>
              <a:ext cx="1066739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Phylloscopus ogilviegranti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5080370" y="4688205"/>
              <a:ext cx="767913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Coloeus dauuricus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5250448" y="4392188"/>
              <a:ext cx="597834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Lanius tigrinus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5183606" y="4096171"/>
              <a:ext cx="664677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Sturnus vulgaris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5173182" y="3800153"/>
              <a:ext cx="675101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Luscinia svecica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5126913" y="3504136"/>
              <a:ext cx="721370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Corvus dauuricus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4848478" y="3208119"/>
              <a:ext cx="999804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Himantopus himantopus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5142366" y="2912101"/>
              <a:ext cx="705916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Ardea intermedia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5085582" y="2616084"/>
              <a:ext cx="762701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Chlidonias hybrida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5116489" y="2320067"/>
              <a:ext cx="731794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Vanellus cinereus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4992862" y="2024050"/>
              <a:ext cx="855421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Picoides canicapillus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5013527" y="1728032"/>
              <a:ext cx="834755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Pernis ptilorhynchus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5415498" y="1432015"/>
              <a:ext cx="432785" cy="66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1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Fulica atra</a:t>
              </a:r>
            </a:p>
          </p:txBody>
        </p:sp>
        <p:sp>
          <p:nvSpPr>
            <p:cNvPr id="133" name="pl132"/>
            <p:cNvSpPr/>
            <p:nvPr/>
          </p:nvSpPr>
          <p:spPr>
            <a:xfrm>
              <a:off x="5869033" y="5609496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5869033" y="5313478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5869033" y="5017461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5869033" y="4721444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5869033" y="442542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5869033" y="4129409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5869033" y="3833392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5869033" y="3537375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5869033" y="3241357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5869033" y="2945340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5869033" y="2649323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5869033" y="2353305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5869033" y="2057288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5869033" y="1761271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5869033" y="1465253"/>
              <a:ext cx="25937" cy="0"/>
            </a:xfrm>
            <a:custGeom>
              <a:avLst/>
              <a:pathLst>
                <a:path w="25937" h="0">
                  <a:moveTo>
                    <a:pt x="0" y="0"/>
                  </a:moveTo>
                  <a:lnTo>
                    <a:pt x="25937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5894971" y="5787106"/>
              <a:ext cx="5784897" cy="0"/>
            </a:xfrm>
            <a:custGeom>
              <a:avLst/>
              <a:pathLst>
                <a:path w="5784897" h="0">
                  <a:moveTo>
                    <a:pt x="0" y="0"/>
                  </a:moveTo>
                  <a:lnTo>
                    <a:pt x="578489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6938927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8160420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9381913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0603405" y="5787106"/>
              <a:ext cx="0" cy="25937"/>
            </a:xfrm>
            <a:custGeom>
              <a:avLst/>
              <a:pathLst>
                <a:path w="0" h="25937">
                  <a:moveTo>
                    <a:pt x="0" y="25937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tx152"/>
            <p:cNvSpPr/>
            <p:nvPr/>
          </p:nvSpPr>
          <p:spPr>
            <a:xfrm>
              <a:off x="6831942" y="5833794"/>
              <a:ext cx="21396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-0.05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8069071" y="5833794"/>
              <a:ext cx="182697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9290564" y="5833794"/>
              <a:ext cx="182697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10512057" y="5833794"/>
              <a:ext cx="182697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8160507" y="5947971"/>
              <a:ext cx="1253825" cy="747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Species occupancy trend</a:t>
              </a:r>
            </a:p>
          </p:txBody>
        </p:sp>
        <p:sp>
          <p:nvSpPr>
            <p:cNvPr id="158" name="rc157"/>
            <p:cNvSpPr/>
            <p:nvPr/>
          </p:nvSpPr>
          <p:spPr>
            <a:xfrm>
              <a:off x="8028715" y="6149472"/>
              <a:ext cx="1517408" cy="32320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8"/>
            <p:cNvSpPr/>
            <p:nvPr/>
          </p:nvSpPr>
          <p:spPr>
            <a:xfrm>
              <a:off x="8080591" y="62013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8102536" y="63110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D55E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8161218" y="6281974"/>
              <a:ext cx="58201" cy="58201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709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rc161"/>
            <p:cNvSpPr/>
            <p:nvPr/>
          </p:nvSpPr>
          <p:spPr>
            <a:xfrm>
              <a:off x="8789857" y="620134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8811803" y="63110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0072B2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8870485" y="6281974"/>
              <a:ext cx="58201" cy="58201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709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4"/>
            <p:cNvSpPr/>
            <p:nvPr/>
          </p:nvSpPr>
          <p:spPr>
            <a:xfrm>
              <a:off x="8351922" y="6277425"/>
              <a:ext cx="38605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Declining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9061189" y="6277425"/>
              <a:ext cx="433059" cy="672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4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Increasing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5894971" y="1105542"/>
              <a:ext cx="330848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Most shifted species in the 500-species extension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527371" y="795751"/>
              <a:ext cx="33156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Trend classification and the strongest 500-species temporal shifts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527371" y="604140"/>
              <a:ext cx="2347722" cy="1078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8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Species-level winners and losers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Fig06 naive vs corrected trends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599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59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717318" y="1184274"/>
              <a:ext cx="5437805" cy="46806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538520" y="1184274"/>
              <a:ext cx="806915" cy="4680694"/>
            </a:xfrm>
            <a:custGeom>
              <a:avLst/>
              <a:pathLst>
                <a:path w="806915" h="4680694">
                  <a:moveTo>
                    <a:pt x="0" y="4680694"/>
                  </a:moveTo>
                  <a:lnTo>
                    <a:pt x="806915" y="0"/>
                  </a:lnTo>
                </a:path>
              </a:pathLst>
            </a:custGeom>
            <a:ln w="12195" cap="flat">
              <a:solidFill>
                <a:srgbClr val="8F9BA4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1537078" y="48377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1670685" y="4597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1699315" y="46959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1766118" y="45131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2357806" y="4473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1899725" y="53579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2453240" y="45520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2367350" y="44861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1594338" y="44855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1441644" y="44596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1632511" y="48297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1937899" y="44970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1670685" y="4911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2014245" y="50522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479817" y="47894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1422557" y="453880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861552" y="46303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613424" y="46090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2128766" y="43646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2300546" y="4377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863604" y="42566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945389" y="425857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1422557" y="501141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1804292" y="49733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1136256" y="4277054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2176483" y="4389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1508447" y="43844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1613424" y="42328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2224199" y="43145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577304" y="42470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472327" y="42666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2567760" y="43593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577304" y="44263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2520043" y="4379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3846570" y="42474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785205" y="43643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594338" y="5135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956985" y="4920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556164" y="50404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3016298" y="49350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147852" y="50099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1537078" y="50263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682281" y="48936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556164" y="4800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749084" y="48727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3283512" y="47330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1976072" y="47063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1422557" y="447033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1899725" y="47712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138309" y="5034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1575251" y="4877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1995159" y="46556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2262373" y="51054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3102188" y="50313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2500957" y="50126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1956985" y="50316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1479817" y="45519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035385" y="47155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281459" y="45485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1470274" y="45837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1575251" y="45007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1556164" y="47750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1632511" y="4865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1775661" y="48186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727945" y="39922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1689771" y="4232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1823378" y="42594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2701367" y="42358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2195569" y="43692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1613424" y="43012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1995159" y="4501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1995159" y="5130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3226252" y="50061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3111732" y="50418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3312142" y="50061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1250777" y="485152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1842465" y="47863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1842465" y="46144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1479817" y="46421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1804292" y="45466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2939951" y="4366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1689771" y="4621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1727945" y="50880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1918812" y="51417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1479817" y="49610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1537078" y="5009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2834974" y="53251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2625020" y="51444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1871095" y="51373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2329176" y="52251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2558217" y="5066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3006755" y="50498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2472327" y="49836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2281459" y="49536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1832922" y="49509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1766118" y="5019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2405523" y="43145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1346210" y="476980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1766118" y="4451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1384384" y="430472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2882691" y="43302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3302599" y="44986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1517991" y="48456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2367350" y="5328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1937899" y="53406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2252829" y="51624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2329176" y="49217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1422557" y="4975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2081049" y="50026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2863604" y="5264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2596390" y="52015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670685" y="51809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2682281" y="51662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1785205" y="5099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1785205" y="5066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1966529" y="5068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2014245" y="49040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2348263" y="50234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2224199" y="45003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1861552" y="44850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1651598" y="45466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2052419" y="46824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2472327" y="48586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2395980" y="49432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2959038" y="49112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1880638" y="50366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1498904" y="5074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2548673" y="50602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1632511" y="5138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2109679" y="51247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1842465" y="5179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2834974" y="50745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2376893" y="50978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1537078" y="50391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1441644" y="5008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1393927" y="481707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1708858" y="48162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1470274" y="4541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1928355" y="45359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1575251" y="45396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1861552" y="4610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2042876" y="46044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2042876" y="47301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2558217" y="47080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2166939" y="47216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1976072" y="48196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1823378" y="47975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3493466" y="48027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3254882" y="49404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1642054" y="4975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2577304" y="50869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1517991" y="5282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1460731" y="53106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1976072" y="53190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2233743" y="52932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2033332" y="52235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2424610" y="51745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1651598" y="51130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1556164" y="50898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1918812" y="50648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1603881" y="50246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1804292" y="49502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1766118" y="45549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1804292" y="44869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1727945" y="41979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1594338" y="4860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2128766" y="50099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1918812" y="4830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1966529" y="48493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2758627" y="49191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2128766" y="4820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2157396" y="49080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2329176" y="49443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2033332" y="4965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2186026" y="4998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1622968" y="50310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1460731" y="5185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2472327" y="51459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1508447" y="50781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2166939" y="50344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1670685" y="4985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3216709" y="49308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3541183" y="49193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2281459" y="49541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2815888" y="4983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1737488" y="49876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1441644" y="49887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1594338" y="50784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1498904" y="45871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1441644" y="44452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1804292" y="44214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1785205" y="44348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1441644" y="4388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1613424" y="4506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1689771" y="45679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2100136" y="4586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1517991" y="46436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1727945" y="4760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2491413" y="47428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1995159" y="47885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1766118" y="48187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1785205" y="50400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1680228" y="50276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2014245" y="48236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1651598" y="4626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2424610" y="53066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3054471" y="5345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1956985" y="53074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1976072" y="51782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2224199" y="51185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2061962" y="51274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2978125" y="51025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1880638" y="50511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3226252" y="50028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2052419" y="5001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1976072" y="4946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1890182" y="49120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1575251" y="48943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2329176" y="48328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1699315" y="37608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1517991" y="3559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1460731" y="35009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3235795" y="35258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2815888" y="35285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3130818" y="4571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2968581" y="47699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1727945" y="44472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1460731" y="4920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2166939" y="4858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2081049" y="4910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1727945" y="4876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1995159" y="49076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2682281" y="48934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2033332" y="4929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4295108" y="4955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3607986" y="48318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2548673" y="49250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1747031" y="49891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1890182" y="50752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1441644" y="50670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2520043" y="50666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2491413" y="5039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2672737" y="50128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2586847" y="49764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2100136" y="49368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1537078" y="48764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1985615" y="48255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2500957" y="48430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2195569" y="49949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1689771" y="50195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1422557" y="5039550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1537078" y="48307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1556164" y="4744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1899725" y="46454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1575251" y="45372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1460731" y="43807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1460731" y="42737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1479817" y="42000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3760680" y="4238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3846570" y="43069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3064015" y="4311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2930408" y="4373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1842465" y="43845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2710911" y="44441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1727945" y="45816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1575251" y="45900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1823378" y="4573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3102188" y="4645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2090592" y="47677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083102" y="48926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2071506" y="49569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1766118" y="49675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1642054" y="49669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1985615" y="49082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2357806" y="4887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2166939" y="53065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1727945" y="52730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1871095" y="52106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1823378" y="5210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2138309" y="53160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1498904" y="50954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1861552" y="51012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1747031" y="49520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2138309" y="49299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1670685" y="4829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1479817" y="4698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1785205" y="46298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1785205" y="47200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1479817" y="4745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2300546" y="44811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1422557" y="4171100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1479817" y="38995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1775661" y="39131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1852008" y="37165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2729997" y="37592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3588900" y="3735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2834974" y="4793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1804292" y="4799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1689771" y="43523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6"/>
            <p:cNvSpPr/>
            <p:nvPr/>
          </p:nvSpPr>
          <p:spPr>
            <a:xfrm>
              <a:off x="3188079" y="45390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3006755" y="44326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2281459" y="43927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1785205" y="43821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2119222" y="4646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2663194" y="44672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1918812" y="43614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2520043" y="51215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2997211" y="52148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1689771" y="51446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1804292" y="5051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1995159" y="50332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1594338" y="50044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1565708" y="51608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2271916" y="50425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2252829" y="51607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1517991" y="5182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1470274" y="51502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1422557" y="4847469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2252829" y="44534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1422557" y="440693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1441644" y="44258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1947442" y="4324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1794748" y="42913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2663194" y="43280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3207165" y="43260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2920864" y="43820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2825431" y="4253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2205113" y="4370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2090592" y="4531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1890182" y="45587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3703420" y="45757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2128766" y="45481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2987668" y="46193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4066067" y="47047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3273969" y="4673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1995159" y="45134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2128766" y="4075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2796801" y="43845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2567760" y="44418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1613424" y="53811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2224199" y="50549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1556164" y="49980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1689771" y="50774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2157396" y="50920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1517991" y="50845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2004702" y="49993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2243286" y="4941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1422557" y="468607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1422557" y="438373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1460731" y="45185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1441644" y="44930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2415066" y="44143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1479817" y="40387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1575251" y="4208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1441644" y="44040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2987668" y="4294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1460731" y="42314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1823378" y="46485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2395980" y="45853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2653650" y="45328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2634564" y="4428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2558217" y="41203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3264425" y="38386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3407576" y="37637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1508447" y="40393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2720454" y="34754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1918812" y="46297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2968581" y="45924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3483923" y="4370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4371455" y="4297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3712963" y="43418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3398032" y="43472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79"/>
            <p:cNvSpPr/>
            <p:nvPr/>
          </p:nvSpPr>
          <p:spPr>
            <a:xfrm>
              <a:off x="2500957" y="48019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0"/>
            <p:cNvSpPr/>
            <p:nvPr/>
          </p:nvSpPr>
          <p:spPr>
            <a:xfrm>
              <a:off x="1441644" y="48540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1"/>
            <p:cNvSpPr/>
            <p:nvPr/>
          </p:nvSpPr>
          <p:spPr>
            <a:xfrm>
              <a:off x="1976072" y="48464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2"/>
            <p:cNvSpPr/>
            <p:nvPr/>
          </p:nvSpPr>
          <p:spPr>
            <a:xfrm>
              <a:off x="1537078" y="4839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3"/>
            <p:cNvSpPr/>
            <p:nvPr/>
          </p:nvSpPr>
          <p:spPr>
            <a:xfrm>
              <a:off x="1594338" y="53122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4"/>
            <p:cNvSpPr/>
            <p:nvPr/>
          </p:nvSpPr>
          <p:spPr>
            <a:xfrm>
              <a:off x="1479817" y="5228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5"/>
            <p:cNvSpPr/>
            <p:nvPr/>
          </p:nvSpPr>
          <p:spPr>
            <a:xfrm>
              <a:off x="2033332" y="52450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6"/>
            <p:cNvSpPr/>
            <p:nvPr/>
          </p:nvSpPr>
          <p:spPr>
            <a:xfrm>
              <a:off x="2119222" y="52273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7"/>
            <p:cNvSpPr/>
            <p:nvPr/>
          </p:nvSpPr>
          <p:spPr>
            <a:xfrm>
              <a:off x="1498904" y="52109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8"/>
            <p:cNvSpPr/>
            <p:nvPr/>
          </p:nvSpPr>
          <p:spPr>
            <a:xfrm>
              <a:off x="1670685" y="48942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89"/>
            <p:cNvSpPr/>
            <p:nvPr/>
          </p:nvSpPr>
          <p:spPr>
            <a:xfrm>
              <a:off x="1546621" y="48401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0"/>
            <p:cNvSpPr/>
            <p:nvPr/>
          </p:nvSpPr>
          <p:spPr>
            <a:xfrm>
              <a:off x="1498904" y="46837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1"/>
            <p:cNvSpPr/>
            <p:nvPr/>
          </p:nvSpPr>
          <p:spPr>
            <a:xfrm>
              <a:off x="1727945" y="4608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2"/>
            <p:cNvSpPr/>
            <p:nvPr/>
          </p:nvSpPr>
          <p:spPr>
            <a:xfrm>
              <a:off x="1432101" y="4589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3"/>
            <p:cNvSpPr/>
            <p:nvPr/>
          </p:nvSpPr>
          <p:spPr>
            <a:xfrm>
              <a:off x="1804292" y="46883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4"/>
            <p:cNvSpPr/>
            <p:nvPr/>
          </p:nvSpPr>
          <p:spPr>
            <a:xfrm>
              <a:off x="1470274" y="46482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5"/>
            <p:cNvSpPr/>
            <p:nvPr/>
          </p:nvSpPr>
          <p:spPr>
            <a:xfrm>
              <a:off x="2033332" y="45961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6"/>
            <p:cNvSpPr/>
            <p:nvPr/>
          </p:nvSpPr>
          <p:spPr>
            <a:xfrm>
              <a:off x="1842465" y="4204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7"/>
            <p:cNvSpPr/>
            <p:nvPr/>
          </p:nvSpPr>
          <p:spPr>
            <a:xfrm>
              <a:off x="2663194" y="42329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8"/>
            <p:cNvSpPr/>
            <p:nvPr/>
          </p:nvSpPr>
          <p:spPr>
            <a:xfrm>
              <a:off x="2376893" y="42423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399"/>
            <p:cNvSpPr/>
            <p:nvPr/>
          </p:nvSpPr>
          <p:spPr>
            <a:xfrm>
              <a:off x="1651598" y="40998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0"/>
            <p:cNvSpPr/>
            <p:nvPr/>
          </p:nvSpPr>
          <p:spPr>
            <a:xfrm>
              <a:off x="3197622" y="39552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1"/>
            <p:cNvSpPr/>
            <p:nvPr/>
          </p:nvSpPr>
          <p:spPr>
            <a:xfrm>
              <a:off x="3197622" y="38789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2586847" y="3674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3932460" y="30842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2663194" y="30868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2443697" y="32120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2806344" y="32289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3970634" y="31700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2882691" y="32155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3770223" y="32669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2310090" y="33234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3388489" y="33844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2873148" y="3449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2558217" y="45387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3598443" y="47826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3102188" y="4798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1766118" y="48772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2644107" y="47954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1479817" y="47561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1670685" y="53635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1747031" y="53260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1460731" y="52962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1451187" y="52928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1766118" y="53105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1918812" y="52690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1708858" y="5633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1861552" y="54338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1479817" y="51708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1594338" y="4813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1756575" y="46949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2252829" y="4488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1727945" y="44120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1556164" y="4233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1976072" y="42229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2291003" y="44449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1537078" y="44106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1670685" y="4277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1327124" y="422436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1498904" y="4088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2138309" y="4100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1556164" y="39268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3226252" y="3740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1747031" y="36756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1651598" y="3571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2329176" y="3790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2567760" y="37914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2300546" y="46715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2844518" y="29706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3961091" y="2988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3035385" y="30167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4285565" y="3917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3235795" y="40722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4858166" y="4269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3216709" y="43125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1584794" y="4428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2338720" y="44937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3149905" y="46203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7"/>
            <p:cNvSpPr/>
            <p:nvPr/>
          </p:nvSpPr>
          <p:spPr>
            <a:xfrm>
              <a:off x="2625020" y="44247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8"/>
            <p:cNvSpPr/>
            <p:nvPr/>
          </p:nvSpPr>
          <p:spPr>
            <a:xfrm>
              <a:off x="2100136" y="4038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59"/>
            <p:cNvSpPr/>
            <p:nvPr/>
          </p:nvSpPr>
          <p:spPr>
            <a:xfrm>
              <a:off x="2834974" y="4003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0"/>
            <p:cNvSpPr/>
            <p:nvPr/>
          </p:nvSpPr>
          <p:spPr>
            <a:xfrm>
              <a:off x="1632511" y="5443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1"/>
            <p:cNvSpPr/>
            <p:nvPr/>
          </p:nvSpPr>
          <p:spPr>
            <a:xfrm>
              <a:off x="2023789" y="54163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2"/>
            <p:cNvSpPr/>
            <p:nvPr/>
          </p:nvSpPr>
          <p:spPr>
            <a:xfrm>
              <a:off x="2252829" y="5114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3"/>
            <p:cNvSpPr/>
            <p:nvPr/>
          </p:nvSpPr>
          <p:spPr>
            <a:xfrm>
              <a:off x="1432101" y="5074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4"/>
            <p:cNvSpPr/>
            <p:nvPr/>
          </p:nvSpPr>
          <p:spPr>
            <a:xfrm>
              <a:off x="1880638" y="50128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5"/>
            <p:cNvSpPr/>
            <p:nvPr/>
          </p:nvSpPr>
          <p:spPr>
            <a:xfrm>
              <a:off x="1508447" y="51465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6"/>
            <p:cNvSpPr/>
            <p:nvPr/>
          </p:nvSpPr>
          <p:spPr>
            <a:xfrm>
              <a:off x="1966529" y="50879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7"/>
            <p:cNvSpPr/>
            <p:nvPr/>
          </p:nvSpPr>
          <p:spPr>
            <a:xfrm>
              <a:off x="1460731" y="49952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8"/>
            <p:cNvSpPr/>
            <p:nvPr/>
          </p:nvSpPr>
          <p:spPr>
            <a:xfrm>
              <a:off x="1804292" y="47775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69"/>
            <p:cNvSpPr/>
            <p:nvPr/>
          </p:nvSpPr>
          <p:spPr>
            <a:xfrm>
              <a:off x="1422557" y="492742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0"/>
            <p:cNvSpPr/>
            <p:nvPr/>
          </p:nvSpPr>
          <p:spPr>
            <a:xfrm>
              <a:off x="1689771" y="49795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1"/>
            <p:cNvSpPr/>
            <p:nvPr/>
          </p:nvSpPr>
          <p:spPr>
            <a:xfrm>
              <a:off x="1537078" y="45673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2"/>
            <p:cNvSpPr/>
            <p:nvPr/>
          </p:nvSpPr>
          <p:spPr>
            <a:xfrm>
              <a:off x="1422557" y="461694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3"/>
            <p:cNvSpPr/>
            <p:nvPr/>
          </p:nvSpPr>
          <p:spPr>
            <a:xfrm>
              <a:off x="2128766" y="45881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4"/>
            <p:cNvSpPr/>
            <p:nvPr/>
          </p:nvSpPr>
          <p:spPr>
            <a:xfrm>
              <a:off x="1441644" y="45679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5"/>
            <p:cNvSpPr/>
            <p:nvPr/>
          </p:nvSpPr>
          <p:spPr>
            <a:xfrm>
              <a:off x="1498904" y="43128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6"/>
            <p:cNvSpPr/>
            <p:nvPr/>
          </p:nvSpPr>
          <p:spPr>
            <a:xfrm>
              <a:off x="1479817" y="39599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7"/>
            <p:cNvSpPr/>
            <p:nvPr/>
          </p:nvSpPr>
          <p:spPr>
            <a:xfrm>
              <a:off x="1747031" y="39298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8"/>
            <p:cNvSpPr/>
            <p:nvPr/>
          </p:nvSpPr>
          <p:spPr>
            <a:xfrm>
              <a:off x="2939951" y="39347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79"/>
            <p:cNvSpPr/>
            <p:nvPr/>
          </p:nvSpPr>
          <p:spPr>
            <a:xfrm>
              <a:off x="1632511" y="38939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0"/>
            <p:cNvSpPr/>
            <p:nvPr/>
          </p:nvSpPr>
          <p:spPr>
            <a:xfrm>
              <a:off x="1861552" y="38352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1"/>
            <p:cNvSpPr/>
            <p:nvPr/>
          </p:nvSpPr>
          <p:spPr>
            <a:xfrm>
              <a:off x="1937899" y="3581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2"/>
            <p:cNvSpPr/>
            <p:nvPr/>
          </p:nvSpPr>
          <p:spPr>
            <a:xfrm>
              <a:off x="3407576" y="35276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3"/>
            <p:cNvSpPr/>
            <p:nvPr/>
          </p:nvSpPr>
          <p:spPr>
            <a:xfrm>
              <a:off x="2987668" y="37432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4"/>
            <p:cNvSpPr/>
            <p:nvPr/>
          </p:nvSpPr>
          <p:spPr>
            <a:xfrm>
              <a:off x="1918812" y="3727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5"/>
            <p:cNvSpPr/>
            <p:nvPr/>
          </p:nvSpPr>
          <p:spPr>
            <a:xfrm>
              <a:off x="1613424" y="34859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6"/>
            <p:cNvSpPr/>
            <p:nvPr/>
          </p:nvSpPr>
          <p:spPr>
            <a:xfrm>
              <a:off x="1842465" y="33845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7"/>
            <p:cNvSpPr/>
            <p:nvPr/>
          </p:nvSpPr>
          <p:spPr>
            <a:xfrm>
              <a:off x="3006755" y="3390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8"/>
            <p:cNvSpPr/>
            <p:nvPr/>
          </p:nvSpPr>
          <p:spPr>
            <a:xfrm>
              <a:off x="2090592" y="3411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89"/>
            <p:cNvSpPr/>
            <p:nvPr/>
          </p:nvSpPr>
          <p:spPr>
            <a:xfrm>
              <a:off x="2625020" y="33795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0"/>
            <p:cNvSpPr/>
            <p:nvPr/>
          </p:nvSpPr>
          <p:spPr>
            <a:xfrm>
              <a:off x="2481870" y="37132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1"/>
            <p:cNvSpPr/>
            <p:nvPr/>
          </p:nvSpPr>
          <p:spPr>
            <a:xfrm>
              <a:off x="2873148" y="34398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2"/>
            <p:cNvSpPr/>
            <p:nvPr/>
          </p:nvSpPr>
          <p:spPr>
            <a:xfrm>
              <a:off x="3092645" y="34870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3"/>
            <p:cNvSpPr/>
            <p:nvPr/>
          </p:nvSpPr>
          <p:spPr>
            <a:xfrm>
              <a:off x="3216709" y="41979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4"/>
            <p:cNvSpPr/>
            <p:nvPr/>
          </p:nvSpPr>
          <p:spPr>
            <a:xfrm>
              <a:off x="3884744" y="37372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5"/>
            <p:cNvSpPr/>
            <p:nvPr/>
          </p:nvSpPr>
          <p:spPr>
            <a:xfrm>
              <a:off x="5154010" y="44846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6"/>
            <p:cNvSpPr/>
            <p:nvPr/>
          </p:nvSpPr>
          <p:spPr>
            <a:xfrm>
              <a:off x="5440311" y="31186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7"/>
            <p:cNvSpPr/>
            <p:nvPr/>
          </p:nvSpPr>
          <p:spPr>
            <a:xfrm>
              <a:off x="1527534" y="43130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8"/>
            <p:cNvSpPr/>
            <p:nvPr/>
          </p:nvSpPr>
          <p:spPr>
            <a:xfrm>
              <a:off x="3407576" y="43445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499"/>
            <p:cNvSpPr/>
            <p:nvPr/>
          </p:nvSpPr>
          <p:spPr>
            <a:xfrm>
              <a:off x="4199674" y="3816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2329176" y="38002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1"/>
            <p:cNvSpPr/>
            <p:nvPr/>
          </p:nvSpPr>
          <p:spPr>
            <a:xfrm>
              <a:off x="2262373" y="54082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1632511" y="5275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2109679" y="50222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4"/>
            <p:cNvSpPr/>
            <p:nvPr/>
          </p:nvSpPr>
          <p:spPr>
            <a:xfrm>
              <a:off x="1813835" y="50124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1460731" y="46621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1632511" y="5127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1956985" y="4937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8"/>
            <p:cNvSpPr/>
            <p:nvPr/>
          </p:nvSpPr>
          <p:spPr>
            <a:xfrm>
              <a:off x="1813835" y="46429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1689771" y="45747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1441644" y="4266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1"/>
            <p:cNvSpPr/>
            <p:nvPr/>
          </p:nvSpPr>
          <p:spPr>
            <a:xfrm>
              <a:off x="1441644" y="4092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1651598" y="40011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1937899" y="39077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4"/>
            <p:cNvSpPr/>
            <p:nvPr/>
          </p:nvSpPr>
          <p:spPr>
            <a:xfrm>
              <a:off x="2529587" y="38126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3035385" y="37157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2443697" y="36167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2128766" y="35152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2357806" y="341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1956985" y="31983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3932460" y="3094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4333281" y="2996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2892234" y="29099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2567760" y="2781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2329176" y="2741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2968581" y="271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3369402" y="27168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2968581" y="27345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3636616" y="27635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2634564" y="28034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2443697" y="2853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4915426" y="29095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1575251" y="2908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4543235" y="3272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2720454" y="33170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2424610" y="53956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1766118" y="5371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1880638" y="53407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2014245" y="53080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1613424" y="52737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1708858" y="51999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1613424" y="49282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1785205" y="48743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1556164" y="4694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1766118" y="4628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1613424" y="45582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1575251" y="44060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1775661" y="4323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1422557" y="423678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2071506" y="41456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1842465" y="39516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1537078" y="3849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1642054" y="37456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3"/>
            <p:cNvSpPr/>
            <p:nvPr/>
          </p:nvSpPr>
          <p:spPr>
            <a:xfrm>
              <a:off x="2491413" y="3638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3312142" y="35298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2453240" y="34179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6"/>
            <p:cNvSpPr/>
            <p:nvPr/>
          </p:nvSpPr>
          <p:spPr>
            <a:xfrm>
              <a:off x="2453240" y="33034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2090592" y="31872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3044928" y="3071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59"/>
            <p:cNvSpPr/>
            <p:nvPr/>
          </p:nvSpPr>
          <p:spPr>
            <a:xfrm>
              <a:off x="3159448" y="29601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2720454" y="28578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2930408" y="27685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2"/>
            <p:cNvSpPr/>
            <p:nvPr/>
          </p:nvSpPr>
          <p:spPr>
            <a:xfrm>
              <a:off x="2300546" y="26954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2644107" y="26398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1670685" y="2601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5"/>
            <p:cNvSpPr/>
            <p:nvPr/>
          </p:nvSpPr>
          <p:spPr>
            <a:xfrm>
              <a:off x="2033332" y="2579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6"/>
            <p:cNvSpPr/>
            <p:nvPr/>
          </p:nvSpPr>
          <p:spPr>
            <a:xfrm>
              <a:off x="3455293" y="25729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7"/>
            <p:cNvSpPr/>
            <p:nvPr/>
          </p:nvSpPr>
          <p:spPr>
            <a:xfrm>
              <a:off x="4867710" y="25794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8"/>
            <p:cNvSpPr/>
            <p:nvPr/>
          </p:nvSpPr>
          <p:spPr>
            <a:xfrm>
              <a:off x="2997211" y="2598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69"/>
            <p:cNvSpPr/>
            <p:nvPr/>
          </p:nvSpPr>
          <p:spPr>
            <a:xfrm>
              <a:off x="4046981" y="26306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0"/>
            <p:cNvSpPr/>
            <p:nvPr/>
          </p:nvSpPr>
          <p:spPr>
            <a:xfrm>
              <a:off x="3875200" y="26745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1"/>
            <p:cNvSpPr/>
            <p:nvPr/>
          </p:nvSpPr>
          <p:spPr>
            <a:xfrm>
              <a:off x="2262373" y="27295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3159448" y="2794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3235795" y="2859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4"/>
            <p:cNvSpPr/>
            <p:nvPr/>
          </p:nvSpPr>
          <p:spPr>
            <a:xfrm>
              <a:off x="4438258" y="29218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5"/>
            <p:cNvSpPr/>
            <p:nvPr/>
          </p:nvSpPr>
          <p:spPr>
            <a:xfrm>
              <a:off x="1594338" y="3011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6"/>
            <p:cNvSpPr/>
            <p:nvPr/>
          </p:nvSpPr>
          <p:spPr>
            <a:xfrm>
              <a:off x="2691824" y="30656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7"/>
            <p:cNvSpPr/>
            <p:nvPr/>
          </p:nvSpPr>
          <p:spPr>
            <a:xfrm>
              <a:off x="3693876" y="3124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8"/>
            <p:cNvSpPr/>
            <p:nvPr/>
          </p:nvSpPr>
          <p:spPr>
            <a:xfrm>
              <a:off x="1556164" y="31629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79"/>
            <p:cNvSpPr/>
            <p:nvPr/>
          </p:nvSpPr>
          <p:spPr>
            <a:xfrm>
              <a:off x="1995159" y="53897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0"/>
            <p:cNvSpPr/>
            <p:nvPr/>
          </p:nvSpPr>
          <p:spPr>
            <a:xfrm>
              <a:off x="1727945" y="53605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1"/>
            <p:cNvSpPr/>
            <p:nvPr/>
          </p:nvSpPr>
          <p:spPr>
            <a:xfrm>
              <a:off x="1708858" y="5329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2"/>
            <p:cNvSpPr/>
            <p:nvPr/>
          </p:nvSpPr>
          <p:spPr>
            <a:xfrm>
              <a:off x="1594338" y="5296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3"/>
            <p:cNvSpPr/>
            <p:nvPr/>
          </p:nvSpPr>
          <p:spPr>
            <a:xfrm>
              <a:off x="1632511" y="52618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4"/>
            <p:cNvSpPr/>
            <p:nvPr/>
          </p:nvSpPr>
          <p:spPr>
            <a:xfrm>
              <a:off x="2567760" y="5225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5"/>
            <p:cNvSpPr/>
            <p:nvPr/>
          </p:nvSpPr>
          <p:spPr>
            <a:xfrm>
              <a:off x="2166939" y="5187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6"/>
            <p:cNvSpPr/>
            <p:nvPr/>
          </p:nvSpPr>
          <p:spPr>
            <a:xfrm>
              <a:off x="2090592" y="5147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7"/>
            <p:cNvSpPr/>
            <p:nvPr/>
          </p:nvSpPr>
          <p:spPr>
            <a:xfrm>
              <a:off x="1747031" y="5061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8"/>
            <p:cNvSpPr/>
            <p:nvPr/>
          </p:nvSpPr>
          <p:spPr>
            <a:xfrm>
              <a:off x="1708858" y="4608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89"/>
            <p:cNvSpPr/>
            <p:nvPr/>
          </p:nvSpPr>
          <p:spPr>
            <a:xfrm>
              <a:off x="1527534" y="4378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0"/>
            <p:cNvSpPr/>
            <p:nvPr/>
          </p:nvSpPr>
          <p:spPr>
            <a:xfrm>
              <a:off x="1422557" y="429231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1"/>
            <p:cNvSpPr/>
            <p:nvPr/>
          </p:nvSpPr>
          <p:spPr>
            <a:xfrm>
              <a:off x="1594338" y="4200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2"/>
            <p:cNvSpPr/>
            <p:nvPr/>
          </p:nvSpPr>
          <p:spPr>
            <a:xfrm>
              <a:off x="2920864" y="40022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3"/>
            <p:cNvSpPr/>
            <p:nvPr/>
          </p:nvSpPr>
          <p:spPr>
            <a:xfrm>
              <a:off x="2415066" y="38958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4"/>
            <p:cNvSpPr/>
            <p:nvPr/>
          </p:nvSpPr>
          <p:spPr>
            <a:xfrm>
              <a:off x="2959038" y="37854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5"/>
            <p:cNvSpPr/>
            <p:nvPr/>
          </p:nvSpPr>
          <p:spPr>
            <a:xfrm>
              <a:off x="2138309" y="36716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6"/>
            <p:cNvSpPr/>
            <p:nvPr/>
          </p:nvSpPr>
          <p:spPr>
            <a:xfrm>
              <a:off x="2262373" y="35548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7"/>
            <p:cNvSpPr/>
            <p:nvPr/>
          </p:nvSpPr>
          <p:spPr>
            <a:xfrm>
              <a:off x="3808397" y="34349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8"/>
            <p:cNvSpPr/>
            <p:nvPr/>
          </p:nvSpPr>
          <p:spPr>
            <a:xfrm>
              <a:off x="2749084" y="33119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599"/>
            <p:cNvSpPr/>
            <p:nvPr/>
          </p:nvSpPr>
          <p:spPr>
            <a:xfrm>
              <a:off x="2663194" y="31862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0"/>
            <p:cNvSpPr/>
            <p:nvPr/>
          </p:nvSpPr>
          <p:spPr>
            <a:xfrm>
              <a:off x="1699315" y="30593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1"/>
            <p:cNvSpPr/>
            <p:nvPr/>
          </p:nvSpPr>
          <p:spPr>
            <a:xfrm>
              <a:off x="2252829" y="29344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2"/>
            <p:cNvSpPr/>
            <p:nvPr/>
          </p:nvSpPr>
          <p:spPr>
            <a:xfrm>
              <a:off x="1937899" y="28161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3"/>
            <p:cNvSpPr/>
            <p:nvPr/>
          </p:nvSpPr>
          <p:spPr>
            <a:xfrm>
              <a:off x="2176483" y="27095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4"/>
            <p:cNvSpPr/>
            <p:nvPr/>
          </p:nvSpPr>
          <p:spPr>
            <a:xfrm>
              <a:off x="1556164" y="26185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5"/>
            <p:cNvSpPr/>
            <p:nvPr/>
          </p:nvSpPr>
          <p:spPr>
            <a:xfrm>
              <a:off x="2510500" y="25454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6"/>
            <p:cNvSpPr/>
            <p:nvPr/>
          </p:nvSpPr>
          <p:spPr>
            <a:xfrm>
              <a:off x="1670685" y="24908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7"/>
            <p:cNvSpPr/>
            <p:nvPr/>
          </p:nvSpPr>
          <p:spPr>
            <a:xfrm>
              <a:off x="2281459" y="24540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8"/>
            <p:cNvSpPr/>
            <p:nvPr/>
          </p:nvSpPr>
          <p:spPr>
            <a:xfrm>
              <a:off x="4199674" y="2428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09"/>
            <p:cNvSpPr/>
            <p:nvPr/>
          </p:nvSpPr>
          <p:spPr>
            <a:xfrm>
              <a:off x="3340772" y="24377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0"/>
            <p:cNvSpPr/>
            <p:nvPr/>
          </p:nvSpPr>
          <p:spPr>
            <a:xfrm>
              <a:off x="2968581" y="24606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1"/>
            <p:cNvSpPr/>
            <p:nvPr/>
          </p:nvSpPr>
          <p:spPr>
            <a:xfrm>
              <a:off x="3083102" y="2496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2"/>
            <p:cNvSpPr/>
            <p:nvPr/>
          </p:nvSpPr>
          <p:spPr>
            <a:xfrm>
              <a:off x="2376893" y="25451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3"/>
            <p:cNvSpPr/>
            <p:nvPr/>
          </p:nvSpPr>
          <p:spPr>
            <a:xfrm>
              <a:off x="2691824" y="26039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4"/>
            <p:cNvSpPr/>
            <p:nvPr/>
          </p:nvSpPr>
          <p:spPr>
            <a:xfrm>
              <a:off x="3951547" y="26711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5"/>
            <p:cNvSpPr/>
            <p:nvPr/>
          </p:nvSpPr>
          <p:spPr>
            <a:xfrm>
              <a:off x="3607986" y="27443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6"/>
            <p:cNvSpPr/>
            <p:nvPr/>
          </p:nvSpPr>
          <p:spPr>
            <a:xfrm>
              <a:off x="3703420" y="28033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7"/>
            <p:cNvSpPr/>
            <p:nvPr/>
          </p:nvSpPr>
          <p:spPr>
            <a:xfrm>
              <a:off x="3655703" y="28961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8"/>
            <p:cNvSpPr/>
            <p:nvPr/>
          </p:nvSpPr>
          <p:spPr>
            <a:xfrm>
              <a:off x="3445749" y="29789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19"/>
            <p:cNvSpPr/>
            <p:nvPr/>
          </p:nvSpPr>
          <p:spPr>
            <a:xfrm>
              <a:off x="3503009" y="3064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0"/>
            <p:cNvSpPr/>
            <p:nvPr/>
          </p:nvSpPr>
          <p:spPr>
            <a:xfrm>
              <a:off x="3531639" y="31233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1"/>
            <p:cNvSpPr/>
            <p:nvPr/>
          </p:nvSpPr>
          <p:spPr>
            <a:xfrm>
              <a:off x="1460731" y="52813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2"/>
            <p:cNvSpPr/>
            <p:nvPr/>
          </p:nvSpPr>
          <p:spPr>
            <a:xfrm>
              <a:off x="1517991" y="5246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3"/>
            <p:cNvSpPr/>
            <p:nvPr/>
          </p:nvSpPr>
          <p:spPr>
            <a:xfrm>
              <a:off x="1575251" y="5210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4"/>
            <p:cNvSpPr/>
            <p:nvPr/>
          </p:nvSpPr>
          <p:spPr>
            <a:xfrm>
              <a:off x="1556164" y="51719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5"/>
            <p:cNvSpPr/>
            <p:nvPr/>
          </p:nvSpPr>
          <p:spPr>
            <a:xfrm>
              <a:off x="1460731" y="43445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6"/>
            <p:cNvSpPr/>
            <p:nvPr/>
          </p:nvSpPr>
          <p:spPr>
            <a:xfrm>
              <a:off x="1441644" y="4254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7"/>
            <p:cNvSpPr/>
            <p:nvPr/>
          </p:nvSpPr>
          <p:spPr>
            <a:xfrm>
              <a:off x="2300546" y="4157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8"/>
            <p:cNvSpPr/>
            <p:nvPr/>
          </p:nvSpPr>
          <p:spPr>
            <a:xfrm>
              <a:off x="1269863" y="405509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29"/>
            <p:cNvSpPr/>
            <p:nvPr/>
          </p:nvSpPr>
          <p:spPr>
            <a:xfrm>
              <a:off x="1842465" y="3946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0"/>
            <p:cNvSpPr/>
            <p:nvPr/>
          </p:nvSpPr>
          <p:spPr>
            <a:xfrm>
              <a:off x="1756575" y="3832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1"/>
            <p:cNvSpPr/>
            <p:nvPr/>
          </p:nvSpPr>
          <p:spPr>
            <a:xfrm>
              <a:off x="1928355" y="37131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2"/>
            <p:cNvSpPr/>
            <p:nvPr/>
          </p:nvSpPr>
          <p:spPr>
            <a:xfrm>
              <a:off x="2004702" y="35895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3"/>
            <p:cNvSpPr/>
            <p:nvPr/>
          </p:nvSpPr>
          <p:spPr>
            <a:xfrm>
              <a:off x="2415066" y="3461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4"/>
            <p:cNvSpPr/>
            <p:nvPr/>
          </p:nvSpPr>
          <p:spPr>
            <a:xfrm>
              <a:off x="2539130" y="3330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5"/>
            <p:cNvSpPr/>
            <p:nvPr/>
          </p:nvSpPr>
          <p:spPr>
            <a:xfrm>
              <a:off x="3445749" y="31956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6"/>
            <p:cNvSpPr/>
            <p:nvPr/>
          </p:nvSpPr>
          <p:spPr>
            <a:xfrm>
              <a:off x="2500957" y="30579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7"/>
            <p:cNvSpPr/>
            <p:nvPr/>
          </p:nvSpPr>
          <p:spPr>
            <a:xfrm>
              <a:off x="4304651" y="29198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8"/>
            <p:cNvSpPr/>
            <p:nvPr/>
          </p:nvSpPr>
          <p:spPr>
            <a:xfrm>
              <a:off x="2014245" y="2785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39"/>
            <p:cNvSpPr/>
            <p:nvPr/>
          </p:nvSpPr>
          <p:spPr>
            <a:xfrm>
              <a:off x="2395980" y="26612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0"/>
            <p:cNvSpPr/>
            <p:nvPr/>
          </p:nvSpPr>
          <p:spPr>
            <a:xfrm>
              <a:off x="2567760" y="2551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1"/>
            <p:cNvSpPr/>
            <p:nvPr/>
          </p:nvSpPr>
          <p:spPr>
            <a:xfrm>
              <a:off x="1613424" y="2459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2"/>
            <p:cNvSpPr/>
            <p:nvPr/>
          </p:nvSpPr>
          <p:spPr>
            <a:xfrm>
              <a:off x="2930408" y="23869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3"/>
            <p:cNvSpPr/>
            <p:nvPr/>
          </p:nvSpPr>
          <p:spPr>
            <a:xfrm>
              <a:off x="3025841" y="2334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4"/>
            <p:cNvSpPr/>
            <p:nvPr/>
          </p:nvSpPr>
          <p:spPr>
            <a:xfrm>
              <a:off x="2548673" y="22995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5"/>
            <p:cNvSpPr/>
            <p:nvPr/>
          </p:nvSpPr>
          <p:spPr>
            <a:xfrm>
              <a:off x="1823378" y="22820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6"/>
            <p:cNvSpPr/>
            <p:nvPr/>
          </p:nvSpPr>
          <p:spPr>
            <a:xfrm>
              <a:off x="4924970" y="22804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7"/>
            <p:cNvSpPr/>
            <p:nvPr/>
          </p:nvSpPr>
          <p:spPr>
            <a:xfrm>
              <a:off x="4924970" y="22939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8"/>
            <p:cNvSpPr/>
            <p:nvPr/>
          </p:nvSpPr>
          <p:spPr>
            <a:xfrm>
              <a:off x="3178535" y="23215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49"/>
            <p:cNvSpPr/>
            <p:nvPr/>
          </p:nvSpPr>
          <p:spPr>
            <a:xfrm>
              <a:off x="3875200" y="2362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0"/>
            <p:cNvSpPr/>
            <p:nvPr/>
          </p:nvSpPr>
          <p:spPr>
            <a:xfrm>
              <a:off x="2042876" y="2414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1"/>
            <p:cNvSpPr/>
            <p:nvPr/>
          </p:nvSpPr>
          <p:spPr>
            <a:xfrm>
              <a:off x="3321686" y="24754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2"/>
            <p:cNvSpPr/>
            <p:nvPr/>
          </p:nvSpPr>
          <p:spPr>
            <a:xfrm>
              <a:off x="4858166" y="25437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3"/>
            <p:cNvSpPr/>
            <p:nvPr/>
          </p:nvSpPr>
          <p:spPr>
            <a:xfrm>
              <a:off x="3388489" y="26171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4"/>
            <p:cNvSpPr/>
            <p:nvPr/>
          </p:nvSpPr>
          <p:spPr>
            <a:xfrm>
              <a:off x="4142414" y="26940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5"/>
            <p:cNvSpPr/>
            <p:nvPr/>
          </p:nvSpPr>
          <p:spPr>
            <a:xfrm>
              <a:off x="4915426" y="27746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6"/>
            <p:cNvSpPr/>
            <p:nvPr/>
          </p:nvSpPr>
          <p:spPr>
            <a:xfrm>
              <a:off x="4705472" y="28556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7"/>
            <p:cNvSpPr/>
            <p:nvPr/>
          </p:nvSpPr>
          <p:spPr>
            <a:xfrm>
              <a:off x="1432101" y="51909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8"/>
            <p:cNvSpPr/>
            <p:nvPr/>
          </p:nvSpPr>
          <p:spPr>
            <a:xfrm>
              <a:off x="1432101" y="50687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59"/>
            <p:cNvSpPr/>
            <p:nvPr/>
          </p:nvSpPr>
          <p:spPr>
            <a:xfrm>
              <a:off x="1422557" y="502354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0"/>
            <p:cNvSpPr/>
            <p:nvPr/>
          </p:nvSpPr>
          <p:spPr>
            <a:xfrm>
              <a:off x="2214656" y="43025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1"/>
            <p:cNvSpPr/>
            <p:nvPr/>
          </p:nvSpPr>
          <p:spPr>
            <a:xfrm>
              <a:off x="1909268" y="4207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2"/>
            <p:cNvSpPr/>
            <p:nvPr/>
          </p:nvSpPr>
          <p:spPr>
            <a:xfrm>
              <a:off x="1832922" y="4105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3"/>
            <p:cNvSpPr/>
            <p:nvPr/>
          </p:nvSpPr>
          <p:spPr>
            <a:xfrm>
              <a:off x="2424610" y="37595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4"/>
            <p:cNvSpPr/>
            <p:nvPr/>
          </p:nvSpPr>
          <p:spPr>
            <a:xfrm>
              <a:off x="2539130" y="36312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5"/>
            <p:cNvSpPr/>
            <p:nvPr/>
          </p:nvSpPr>
          <p:spPr>
            <a:xfrm>
              <a:off x="1632511" y="34974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6"/>
            <p:cNvSpPr/>
            <p:nvPr/>
          </p:nvSpPr>
          <p:spPr>
            <a:xfrm>
              <a:off x="2472327" y="33584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7"/>
            <p:cNvSpPr/>
            <p:nvPr/>
          </p:nvSpPr>
          <p:spPr>
            <a:xfrm>
              <a:off x="2510500" y="32146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8"/>
            <p:cNvSpPr/>
            <p:nvPr/>
          </p:nvSpPr>
          <p:spPr>
            <a:xfrm>
              <a:off x="2806344" y="30665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69"/>
            <p:cNvSpPr/>
            <p:nvPr/>
          </p:nvSpPr>
          <p:spPr>
            <a:xfrm>
              <a:off x="3264425" y="29160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0"/>
            <p:cNvSpPr/>
            <p:nvPr/>
          </p:nvSpPr>
          <p:spPr>
            <a:xfrm>
              <a:off x="3903830" y="2766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1"/>
            <p:cNvSpPr/>
            <p:nvPr/>
          </p:nvSpPr>
          <p:spPr>
            <a:xfrm>
              <a:off x="3064015" y="26243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2"/>
            <p:cNvSpPr/>
            <p:nvPr/>
          </p:nvSpPr>
          <p:spPr>
            <a:xfrm>
              <a:off x="1584794" y="24948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3"/>
            <p:cNvSpPr/>
            <p:nvPr/>
          </p:nvSpPr>
          <p:spPr>
            <a:xfrm>
              <a:off x="4218761" y="23830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4"/>
            <p:cNvSpPr/>
            <p:nvPr/>
          </p:nvSpPr>
          <p:spPr>
            <a:xfrm>
              <a:off x="3254882" y="22915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5"/>
            <p:cNvSpPr/>
            <p:nvPr/>
          </p:nvSpPr>
          <p:spPr>
            <a:xfrm>
              <a:off x="4428715" y="2221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6"/>
            <p:cNvSpPr/>
            <p:nvPr/>
          </p:nvSpPr>
          <p:spPr>
            <a:xfrm>
              <a:off x="2224199" y="21711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7"/>
            <p:cNvSpPr/>
            <p:nvPr/>
          </p:nvSpPr>
          <p:spPr>
            <a:xfrm>
              <a:off x="2395980" y="21403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8"/>
            <p:cNvSpPr/>
            <p:nvPr/>
          </p:nvSpPr>
          <p:spPr>
            <a:xfrm>
              <a:off x="2663194" y="21271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79"/>
            <p:cNvSpPr/>
            <p:nvPr/>
          </p:nvSpPr>
          <p:spPr>
            <a:xfrm>
              <a:off x="3245339" y="21305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0"/>
            <p:cNvSpPr/>
            <p:nvPr/>
          </p:nvSpPr>
          <p:spPr>
            <a:xfrm>
              <a:off x="3789310" y="21492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1"/>
            <p:cNvSpPr/>
            <p:nvPr/>
          </p:nvSpPr>
          <p:spPr>
            <a:xfrm>
              <a:off x="3273969" y="21817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2"/>
            <p:cNvSpPr/>
            <p:nvPr/>
          </p:nvSpPr>
          <p:spPr>
            <a:xfrm>
              <a:off x="3283512" y="22263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3"/>
            <p:cNvSpPr/>
            <p:nvPr/>
          </p:nvSpPr>
          <p:spPr>
            <a:xfrm>
              <a:off x="2224199" y="2281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4"/>
            <p:cNvSpPr/>
            <p:nvPr/>
          </p:nvSpPr>
          <p:spPr>
            <a:xfrm>
              <a:off x="3770223" y="23446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5"/>
            <p:cNvSpPr/>
            <p:nvPr/>
          </p:nvSpPr>
          <p:spPr>
            <a:xfrm>
              <a:off x="3884744" y="2414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6"/>
            <p:cNvSpPr/>
            <p:nvPr/>
          </p:nvSpPr>
          <p:spPr>
            <a:xfrm>
              <a:off x="3560269" y="2489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7"/>
            <p:cNvSpPr/>
            <p:nvPr/>
          </p:nvSpPr>
          <p:spPr>
            <a:xfrm>
              <a:off x="4285565" y="2569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8"/>
            <p:cNvSpPr/>
            <p:nvPr/>
          </p:nvSpPr>
          <p:spPr>
            <a:xfrm>
              <a:off x="4648212" y="26577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89"/>
            <p:cNvSpPr/>
            <p:nvPr/>
          </p:nvSpPr>
          <p:spPr>
            <a:xfrm>
              <a:off x="1460731" y="42511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0"/>
            <p:cNvSpPr/>
            <p:nvPr/>
          </p:nvSpPr>
          <p:spPr>
            <a:xfrm>
              <a:off x="1890182" y="4151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1"/>
            <p:cNvSpPr/>
            <p:nvPr/>
          </p:nvSpPr>
          <p:spPr>
            <a:xfrm>
              <a:off x="1823378" y="40438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2"/>
            <p:cNvSpPr/>
            <p:nvPr/>
          </p:nvSpPr>
          <p:spPr>
            <a:xfrm>
              <a:off x="1422557" y="392883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3"/>
            <p:cNvSpPr/>
            <p:nvPr/>
          </p:nvSpPr>
          <p:spPr>
            <a:xfrm>
              <a:off x="1832922" y="36754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4"/>
            <p:cNvSpPr/>
            <p:nvPr/>
          </p:nvSpPr>
          <p:spPr>
            <a:xfrm>
              <a:off x="1727945" y="35375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5"/>
            <p:cNvSpPr/>
            <p:nvPr/>
          </p:nvSpPr>
          <p:spPr>
            <a:xfrm>
              <a:off x="1155343" y="3392609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6"/>
            <p:cNvSpPr/>
            <p:nvPr/>
          </p:nvSpPr>
          <p:spPr>
            <a:xfrm>
              <a:off x="1632511" y="32411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7"/>
            <p:cNvSpPr/>
            <p:nvPr/>
          </p:nvSpPr>
          <p:spPr>
            <a:xfrm>
              <a:off x="1956985" y="30835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8"/>
            <p:cNvSpPr/>
            <p:nvPr/>
          </p:nvSpPr>
          <p:spPr>
            <a:xfrm>
              <a:off x="2319633" y="29215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699"/>
            <p:cNvSpPr/>
            <p:nvPr/>
          </p:nvSpPr>
          <p:spPr>
            <a:xfrm>
              <a:off x="3168992" y="27580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0"/>
            <p:cNvSpPr/>
            <p:nvPr/>
          </p:nvSpPr>
          <p:spPr>
            <a:xfrm>
              <a:off x="3837027" y="25986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1"/>
            <p:cNvSpPr/>
            <p:nvPr/>
          </p:nvSpPr>
          <p:spPr>
            <a:xfrm>
              <a:off x="2186026" y="24499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2"/>
            <p:cNvSpPr/>
            <p:nvPr/>
          </p:nvSpPr>
          <p:spPr>
            <a:xfrm>
              <a:off x="2653650" y="23178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3"/>
            <p:cNvSpPr/>
            <p:nvPr/>
          </p:nvSpPr>
          <p:spPr>
            <a:xfrm>
              <a:off x="2806344" y="22064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4"/>
            <p:cNvSpPr/>
            <p:nvPr/>
          </p:nvSpPr>
          <p:spPr>
            <a:xfrm>
              <a:off x="1976072" y="21174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5"/>
            <p:cNvSpPr/>
            <p:nvPr/>
          </p:nvSpPr>
          <p:spPr>
            <a:xfrm>
              <a:off x="2052419" y="20506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6"/>
            <p:cNvSpPr/>
            <p:nvPr/>
          </p:nvSpPr>
          <p:spPr>
            <a:xfrm>
              <a:off x="4046981" y="2005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7"/>
            <p:cNvSpPr/>
            <p:nvPr/>
          </p:nvSpPr>
          <p:spPr>
            <a:xfrm>
              <a:off x="3503009" y="1979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8"/>
            <p:cNvSpPr/>
            <p:nvPr/>
          </p:nvSpPr>
          <p:spPr>
            <a:xfrm>
              <a:off x="4772276" y="19719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09"/>
            <p:cNvSpPr/>
            <p:nvPr/>
          </p:nvSpPr>
          <p:spPr>
            <a:xfrm>
              <a:off x="3283512" y="19810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0"/>
            <p:cNvSpPr/>
            <p:nvPr/>
          </p:nvSpPr>
          <p:spPr>
            <a:xfrm>
              <a:off x="4543235" y="20052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1"/>
            <p:cNvSpPr/>
            <p:nvPr/>
          </p:nvSpPr>
          <p:spPr>
            <a:xfrm>
              <a:off x="5764785" y="2042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2"/>
            <p:cNvSpPr/>
            <p:nvPr/>
          </p:nvSpPr>
          <p:spPr>
            <a:xfrm>
              <a:off x="4476432" y="20918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3"/>
            <p:cNvSpPr/>
            <p:nvPr/>
          </p:nvSpPr>
          <p:spPr>
            <a:xfrm>
              <a:off x="3312142" y="21508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4"/>
            <p:cNvSpPr/>
            <p:nvPr/>
          </p:nvSpPr>
          <p:spPr>
            <a:xfrm>
              <a:off x="3254882" y="22182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5"/>
            <p:cNvSpPr/>
            <p:nvPr/>
          </p:nvSpPr>
          <p:spPr>
            <a:xfrm>
              <a:off x="3541183" y="22927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6"/>
            <p:cNvSpPr/>
            <p:nvPr/>
          </p:nvSpPr>
          <p:spPr>
            <a:xfrm>
              <a:off x="3846570" y="2373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4934513" y="24508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1403470" y="501307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2147852" y="4286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1498904" y="41887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1556164" y="40832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2023789" y="3847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1613424" y="3716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1078996" y="357715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1575251" y="34285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1871095" y="3105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3273969" y="27575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3789310" y="25825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2472327" y="24157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2787257" y="22640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3808397" y="21328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3054471" y="20249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3751137" y="19408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4"/>
            <p:cNvSpPr/>
            <p:nvPr/>
          </p:nvSpPr>
          <p:spPr>
            <a:xfrm>
              <a:off x="4619582" y="18799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5"/>
            <p:cNvSpPr/>
            <p:nvPr/>
          </p:nvSpPr>
          <p:spPr>
            <a:xfrm>
              <a:off x="4839079" y="18407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6"/>
            <p:cNvSpPr/>
            <p:nvPr/>
          </p:nvSpPr>
          <p:spPr>
            <a:xfrm>
              <a:off x="3111732" y="18215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7"/>
            <p:cNvSpPr/>
            <p:nvPr/>
          </p:nvSpPr>
          <p:spPr>
            <a:xfrm>
              <a:off x="4228305" y="18206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8"/>
            <p:cNvSpPr/>
            <p:nvPr/>
          </p:nvSpPr>
          <p:spPr>
            <a:xfrm>
              <a:off x="4829536" y="18364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39"/>
            <p:cNvSpPr/>
            <p:nvPr/>
          </p:nvSpPr>
          <p:spPr>
            <a:xfrm>
              <a:off x="4419172" y="18672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0"/>
            <p:cNvSpPr/>
            <p:nvPr/>
          </p:nvSpPr>
          <p:spPr>
            <a:xfrm>
              <a:off x="3922917" y="19113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1"/>
            <p:cNvSpPr/>
            <p:nvPr/>
          </p:nvSpPr>
          <p:spPr>
            <a:xfrm>
              <a:off x="2319633" y="19670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2"/>
            <p:cNvSpPr/>
            <p:nvPr/>
          </p:nvSpPr>
          <p:spPr>
            <a:xfrm>
              <a:off x="3025841" y="20328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3"/>
            <p:cNvSpPr/>
            <p:nvPr/>
          </p:nvSpPr>
          <p:spPr>
            <a:xfrm>
              <a:off x="3168992" y="2107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4"/>
            <p:cNvSpPr/>
            <p:nvPr/>
          </p:nvSpPr>
          <p:spPr>
            <a:xfrm>
              <a:off x="4848623" y="21889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5"/>
            <p:cNvSpPr/>
            <p:nvPr/>
          </p:nvSpPr>
          <p:spPr>
            <a:xfrm>
              <a:off x="2911321" y="22770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6"/>
            <p:cNvSpPr/>
            <p:nvPr/>
          </p:nvSpPr>
          <p:spPr>
            <a:xfrm>
              <a:off x="3312142" y="23703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7"/>
            <p:cNvSpPr/>
            <p:nvPr/>
          </p:nvSpPr>
          <p:spPr>
            <a:xfrm>
              <a:off x="3407576" y="2459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8"/>
            <p:cNvSpPr/>
            <p:nvPr/>
          </p:nvSpPr>
          <p:spPr>
            <a:xfrm>
              <a:off x="1584794" y="25007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49"/>
            <p:cNvSpPr/>
            <p:nvPr/>
          </p:nvSpPr>
          <p:spPr>
            <a:xfrm>
              <a:off x="2033332" y="51088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0"/>
            <p:cNvSpPr/>
            <p:nvPr/>
          </p:nvSpPr>
          <p:spPr>
            <a:xfrm>
              <a:off x="1556164" y="50674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1"/>
            <p:cNvSpPr/>
            <p:nvPr/>
          </p:nvSpPr>
          <p:spPr>
            <a:xfrm>
              <a:off x="1556164" y="45623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2"/>
            <p:cNvSpPr/>
            <p:nvPr/>
          </p:nvSpPr>
          <p:spPr>
            <a:xfrm>
              <a:off x="1441644" y="4217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3"/>
            <p:cNvSpPr/>
            <p:nvPr/>
          </p:nvSpPr>
          <p:spPr>
            <a:xfrm>
              <a:off x="1565708" y="41136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4"/>
            <p:cNvSpPr/>
            <p:nvPr/>
          </p:nvSpPr>
          <p:spPr>
            <a:xfrm>
              <a:off x="1680228" y="3881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5"/>
            <p:cNvSpPr/>
            <p:nvPr/>
          </p:nvSpPr>
          <p:spPr>
            <a:xfrm>
              <a:off x="1708858" y="3751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6"/>
            <p:cNvSpPr/>
            <p:nvPr/>
          </p:nvSpPr>
          <p:spPr>
            <a:xfrm>
              <a:off x="2625020" y="36113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7"/>
            <p:cNvSpPr/>
            <p:nvPr/>
          </p:nvSpPr>
          <p:spPr>
            <a:xfrm>
              <a:off x="2434153" y="34611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8"/>
            <p:cNvSpPr/>
            <p:nvPr/>
          </p:nvSpPr>
          <p:spPr>
            <a:xfrm>
              <a:off x="1985615" y="3300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59"/>
            <p:cNvSpPr/>
            <p:nvPr/>
          </p:nvSpPr>
          <p:spPr>
            <a:xfrm>
              <a:off x="1422557" y="31291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0"/>
            <p:cNvSpPr/>
            <p:nvPr/>
          </p:nvSpPr>
          <p:spPr>
            <a:xfrm>
              <a:off x="1498904" y="29487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1"/>
            <p:cNvSpPr/>
            <p:nvPr/>
          </p:nvSpPr>
          <p:spPr>
            <a:xfrm>
              <a:off x="2262373" y="2761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2"/>
            <p:cNvSpPr/>
            <p:nvPr/>
          </p:nvSpPr>
          <p:spPr>
            <a:xfrm>
              <a:off x="2319633" y="25734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3"/>
            <p:cNvSpPr/>
            <p:nvPr/>
          </p:nvSpPr>
          <p:spPr>
            <a:xfrm>
              <a:off x="3092645" y="23905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4"/>
            <p:cNvSpPr/>
            <p:nvPr/>
          </p:nvSpPr>
          <p:spPr>
            <a:xfrm>
              <a:off x="2395980" y="22209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5"/>
            <p:cNvSpPr/>
            <p:nvPr/>
          </p:nvSpPr>
          <p:spPr>
            <a:xfrm>
              <a:off x="2892234" y="20713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6"/>
            <p:cNvSpPr/>
            <p:nvPr/>
          </p:nvSpPr>
          <p:spPr>
            <a:xfrm>
              <a:off x="2548673" y="19454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7"/>
            <p:cNvSpPr/>
            <p:nvPr/>
          </p:nvSpPr>
          <p:spPr>
            <a:xfrm>
              <a:off x="3321686" y="1844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8"/>
            <p:cNvSpPr/>
            <p:nvPr/>
          </p:nvSpPr>
          <p:spPr>
            <a:xfrm>
              <a:off x="4419172" y="1768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69"/>
            <p:cNvSpPr/>
            <p:nvPr/>
          </p:nvSpPr>
          <p:spPr>
            <a:xfrm>
              <a:off x="3655703" y="17158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0"/>
            <p:cNvSpPr/>
            <p:nvPr/>
          </p:nvSpPr>
          <p:spPr>
            <a:xfrm>
              <a:off x="2625020" y="16850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1"/>
            <p:cNvSpPr/>
            <p:nvPr/>
          </p:nvSpPr>
          <p:spPr>
            <a:xfrm>
              <a:off x="1899725" y="16743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2"/>
            <p:cNvSpPr/>
            <p:nvPr/>
          </p:nvSpPr>
          <p:spPr>
            <a:xfrm>
              <a:off x="3293055" y="16821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3"/>
            <p:cNvSpPr/>
            <p:nvPr/>
          </p:nvSpPr>
          <p:spPr>
            <a:xfrm>
              <a:off x="3732050" y="17067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4"/>
            <p:cNvSpPr/>
            <p:nvPr/>
          </p:nvSpPr>
          <p:spPr>
            <a:xfrm>
              <a:off x="3817940" y="17463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5"/>
            <p:cNvSpPr/>
            <p:nvPr/>
          </p:nvSpPr>
          <p:spPr>
            <a:xfrm>
              <a:off x="3569813" y="17993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6"/>
            <p:cNvSpPr/>
            <p:nvPr/>
          </p:nvSpPr>
          <p:spPr>
            <a:xfrm>
              <a:off x="3235795" y="18639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7"/>
            <p:cNvSpPr/>
            <p:nvPr/>
          </p:nvSpPr>
          <p:spPr>
            <a:xfrm>
              <a:off x="2243286" y="1938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8"/>
            <p:cNvSpPr/>
            <p:nvPr/>
          </p:nvSpPr>
          <p:spPr>
            <a:xfrm>
              <a:off x="2491413" y="20213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79"/>
            <p:cNvSpPr/>
            <p:nvPr/>
          </p:nvSpPr>
          <p:spPr>
            <a:xfrm>
              <a:off x="2663194" y="2111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0"/>
            <p:cNvSpPr/>
            <p:nvPr/>
          </p:nvSpPr>
          <p:spPr>
            <a:xfrm>
              <a:off x="3044928" y="22069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1"/>
            <p:cNvSpPr/>
            <p:nvPr/>
          </p:nvSpPr>
          <p:spPr>
            <a:xfrm>
              <a:off x="4352368" y="23080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2"/>
            <p:cNvSpPr/>
            <p:nvPr/>
          </p:nvSpPr>
          <p:spPr>
            <a:xfrm>
              <a:off x="4018351" y="2413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3"/>
            <p:cNvSpPr/>
            <p:nvPr/>
          </p:nvSpPr>
          <p:spPr>
            <a:xfrm>
              <a:off x="3922917" y="24824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4"/>
            <p:cNvSpPr/>
            <p:nvPr/>
          </p:nvSpPr>
          <p:spPr>
            <a:xfrm>
              <a:off x="1766118" y="50688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5"/>
            <p:cNvSpPr/>
            <p:nvPr/>
          </p:nvSpPr>
          <p:spPr>
            <a:xfrm>
              <a:off x="1670685" y="50301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6"/>
            <p:cNvSpPr/>
            <p:nvPr/>
          </p:nvSpPr>
          <p:spPr>
            <a:xfrm>
              <a:off x="1517991" y="46464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7"/>
            <p:cNvSpPr/>
            <p:nvPr/>
          </p:nvSpPr>
          <p:spPr>
            <a:xfrm>
              <a:off x="1432101" y="41339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8"/>
            <p:cNvSpPr/>
            <p:nvPr/>
          </p:nvSpPr>
          <p:spPr>
            <a:xfrm>
              <a:off x="1556164" y="4023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89"/>
            <p:cNvSpPr/>
            <p:nvPr/>
          </p:nvSpPr>
          <p:spPr>
            <a:xfrm>
              <a:off x="1451187" y="39043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0"/>
            <p:cNvSpPr/>
            <p:nvPr/>
          </p:nvSpPr>
          <p:spPr>
            <a:xfrm>
              <a:off x="1756575" y="3775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1"/>
            <p:cNvSpPr/>
            <p:nvPr/>
          </p:nvSpPr>
          <p:spPr>
            <a:xfrm>
              <a:off x="2386436" y="36363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2"/>
            <p:cNvSpPr/>
            <p:nvPr/>
          </p:nvSpPr>
          <p:spPr>
            <a:xfrm>
              <a:off x="2395980" y="34858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3"/>
            <p:cNvSpPr/>
            <p:nvPr/>
          </p:nvSpPr>
          <p:spPr>
            <a:xfrm>
              <a:off x="2395980" y="33233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4"/>
            <p:cNvSpPr/>
            <p:nvPr/>
          </p:nvSpPr>
          <p:spPr>
            <a:xfrm>
              <a:off x="2395980" y="3148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5"/>
            <p:cNvSpPr/>
            <p:nvPr/>
          </p:nvSpPr>
          <p:spPr>
            <a:xfrm>
              <a:off x="1747031" y="29624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6"/>
            <p:cNvSpPr/>
            <p:nvPr/>
          </p:nvSpPr>
          <p:spPr>
            <a:xfrm>
              <a:off x="1909268" y="27674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7"/>
            <p:cNvSpPr/>
            <p:nvPr/>
          </p:nvSpPr>
          <p:spPr>
            <a:xfrm>
              <a:off x="1298494" y="256832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8"/>
            <p:cNvSpPr/>
            <p:nvPr/>
          </p:nvSpPr>
          <p:spPr>
            <a:xfrm>
              <a:off x="2825431" y="23722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799"/>
            <p:cNvSpPr/>
            <p:nvPr/>
          </p:nvSpPr>
          <p:spPr>
            <a:xfrm>
              <a:off x="1995159" y="21876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0"/>
            <p:cNvSpPr/>
            <p:nvPr/>
          </p:nvSpPr>
          <p:spPr>
            <a:xfrm>
              <a:off x="3865657" y="2022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1"/>
            <p:cNvSpPr/>
            <p:nvPr/>
          </p:nvSpPr>
          <p:spPr>
            <a:xfrm>
              <a:off x="5316247" y="18806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2"/>
            <p:cNvSpPr/>
            <p:nvPr/>
          </p:nvSpPr>
          <p:spPr>
            <a:xfrm>
              <a:off x="3961091" y="17653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3"/>
            <p:cNvSpPr/>
            <p:nvPr/>
          </p:nvSpPr>
          <p:spPr>
            <a:xfrm>
              <a:off x="2901778" y="16758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4"/>
            <p:cNvSpPr/>
            <p:nvPr/>
          </p:nvSpPr>
          <p:spPr>
            <a:xfrm>
              <a:off x="3579356" y="16112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5"/>
            <p:cNvSpPr/>
            <p:nvPr/>
          </p:nvSpPr>
          <p:spPr>
            <a:xfrm>
              <a:off x="2720454" y="15700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6"/>
            <p:cNvSpPr/>
            <p:nvPr/>
          </p:nvSpPr>
          <p:spPr>
            <a:xfrm>
              <a:off x="2510500" y="15505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2434153" y="15511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3884744" y="15701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4104241" y="16055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3989721" y="16556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3197622" y="17183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2596390" y="17919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3064015" y="18746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3331229" y="19649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3903830" y="2061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3865657" y="21646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5134924" y="22730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3627073" y="23868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4772276" y="24896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2529587" y="25764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1651598" y="50334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1670685" y="49880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1422557" y="494010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1403470" y="471735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1498904" y="4582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1794748" y="45070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1565708" y="44263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1479817" y="43393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1527534" y="41441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1479817" y="40347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1117170" y="391652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2"/>
            <p:cNvSpPr/>
            <p:nvPr/>
          </p:nvSpPr>
          <p:spPr>
            <a:xfrm>
              <a:off x="1632511" y="37885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3"/>
            <p:cNvSpPr/>
            <p:nvPr/>
          </p:nvSpPr>
          <p:spPr>
            <a:xfrm>
              <a:off x="1670685" y="36499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4"/>
            <p:cNvSpPr/>
            <p:nvPr/>
          </p:nvSpPr>
          <p:spPr>
            <a:xfrm>
              <a:off x="1842465" y="34996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5"/>
            <p:cNvSpPr/>
            <p:nvPr/>
          </p:nvSpPr>
          <p:spPr>
            <a:xfrm>
              <a:off x="1861552" y="33365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6"/>
            <p:cNvSpPr/>
            <p:nvPr/>
          </p:nvSpPr>
          <p:spPr>
            <a:xfrm>
              <a:off x="1527534" y="29710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7"/>
            <p:cNvSpPr/>
            <p:nvPr/>
          </p:nvSpPr>
          <p:spPr>
            <a:xfrm>
              <a:off x="1832922" y="27711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8"/>
            <p:cNvSpPr/>
            <p:nvPr/>
          </p:nvSpPr>
          <p:spPr>
            <a:xfrm>
              <a:off x="2405523" y="25651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39"/>
            <p:cNvSpPr/>
            <p:nvPr/>
          </p:nvSpPr>
          <p:spPr>
            <a:xfrm>
              <a:off x="2338720" y="2359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0"/>
            <p:cNvSpPr/>
            <p:nvPr/>
          </p:nvSpPr>
          <p:spPr>
            <a:xfrm>
              <a:off x="2434153" y="21642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1"/>
            <p:cNvSpPr/>
            <p:nvPr/>
          </p:nvSpPr>
          <p:spPr>
            <a:xfrm>
              <a:off x="3016298" y="19865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2"/>
            <p:cNvSpPr/>
            <p:nvPr/>
          </p:nvSpPr>
          <p:spPr>
            <a:xfrm>
              <a:off x="3980177" y="18331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3"/>
            <p:cNvSpPr/>
            <p:nvPr/>
          </p:nvSpPr>
          <p:spPr>
            <a:xfrm>
              <a:off x="4657756" y="1706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4"/>
            <p:cNvSpPr/>
            <p:nvPr/>
          </p:nvSpPr>
          <p:spPr>
            <a:xfrm>
              <a:off x="3722507" y="16074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5"/>
            <p:cNvSpPr/>
            <p:nvPr/>
          </p:nvSpPr>
          <p:spPr>
            <a:xfrm>
              <a:off x="2834974" y="15340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6"/>
            <p:cNvSpPr/>
            <p:nvPr/>
          </p:nvSpPr>
          <p:spPr>
            <a:xfrm>
              <a:off x="3445749" y="14850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7"/>
            <p:cNvSpPr/>
            <p:nvPr/>
          </p:nvSpPr>
          <p:spPr>
            <a:xfrm>
              <a:off x="3178535" y="1458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8"/>
            <p:cNvSpPr/>
            <p:nvPr/>
          </p:nvSpPr>
          <p:spPr>
            <a:xfrm>
              <a:off x="2949495" y="14533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49"/>
            <p:cNvSpPr/>
            <p:nvPr/>
          </p:nvSpPr>
          <p:spPr>
            <a:xfrm>
              <a:off x="3932460" y="14671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0"/>
            <p:cNvSpPr/>
            <p:nvPr/>
          </p:nvSpPr>
          <p:spPr>
            <a:xfrm>
              <a:off x="4810449" y="14980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1"/>
            <p:cNvSpPr/>
            <p:nvPr/>
          </p:nvSpPr>
          <p:spPr>
            <a:xfrm>
              <a:off x="3970634" y="15441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2"/>
            <p:cNvSpPr/>
            <p:nvPr/>
          </p:nvSpPr>
          <p:spPr>
            <a:xfrm>
              <a:off x="2854061" y="16033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3"/>
            <p:cNvSpPr/>
            <p:nvPr/>
          </p:nvSpPr>
          <p:spPr>
            <a:xfrm>
              <a:off x="4600496" y="16739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4"/>
            <p:cNvSpPr/>
            <p:nvPr/>
          </p:nvSpPr>
          <p:spPr>
            <a:xfrm>
              <a:off x="5554831" y="17541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5"/>
            <p:cNvSpPr/>
            <p:nvPr/>
          </p:nvSpPr>
          <p:spPr>
            <a:xfrm>
              <a:off x="3684333" y="1842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6"/>
            <p:cNvSpPr/>
            <p:nvPr/>
          </p:nvSpPr>
          <p:spPr>
            <a:xfrm>
              <a:off x="4495519" y="19388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7"/>
            <p:cNvSpPr/>
            <p:nvPr/>
          </p:nvSpPr>
          <p:spPr>
            <a:xfrm>
              <a:off x="5602548" y="2041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8"/>
            <p:cNvSpPr/>
            <p:nvPr/>
          </p:nvSpPr>
          <p:spPr>
            <a:xfrm>
              <a:off x="4915426" y="21512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59"/>
            <p:cNvSpPr/>
            <p:nvPr/>
          </p:nvSpPr>
          <p:spPr>
            <a:xfrm>
              <a:off x="4896340" y="22671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0"/>
            <p:cNvSpPr/>
            <p:nvPr/>
          </p:nvSpPr>
          <p:spPr>
            <a:xfrm>
              <a:off x="5440311" y="23887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1"/>
            <p:cNvSpPr/>
            <p:nvPr/>
          </p:nvSpPr>
          <p:spPr>
            <a:xfrm>
              <a:off x="4915426" y="2514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2"/>
            <p:cNvSpPr/>
            <p:nvPr/>
          </p:nvSpPr>
          <p:spPr>
            <a:xfrm>
              <a:off x="3531639" y="26231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1918812" y="4995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1813835" y="49407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5"/>
            <p:cNvSpPr/>
            <p:nvPr/>
          </p:nvSpPr>
          <p:spPr>
            <a:xfrm>
              <a:off x="1670685" y="48898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6"/>
            <p:cNvSpPr/>
            <p:nvPr/>
          </p:nvSpPr>
          <p:spPr>
            <a:xfrm>
              <a:off x="1613424" y="4651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7"/>
            <p:cNvSpPr/>
            <p:nvPr/>
          </p:nvSpPr>
          <p:spPr>
            <a:xfrm>
              <a:off x="1651598" y="45067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8"/>
            <p:cNvSpPr/>
            <p:nvPr/>
          </p:nvSpPr>
          <p:spPr>
            <a:xfrm>
              <a:off x="1594338" y="4339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69"/>
            <p:cNvSpPr/>
            <p:nvPr/>
          </p:nvSpPr>
          <p:spPr>
            <a:xfrm>
              <a:off x="1594338" y="41445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0"/>
            <p:cNvSpPr/>
            <p:nvPr/>
          </p:nvSpPr>
          <p:spPr>
            <a:xfrm>
              <a:off x="1670685" y="4035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1"/>
            <p:cNvSpPr/>
            <p:nvPr/>
          </p:nvSpPr>
          <p:spPr>
            <a:xfrm>
              <a:off x="1727945" y="39176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2"/>
            <p:cNvSpPr/>
            <p:nvPr/>
          </p:nvSpPr>
          <p:spPr>
            <a:xfrm>
              <a:off x="1537078" y="37901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3"/>
            <p:cNvSpPr/>
            <p:nvPr/>
          </p:nvSpPr>
          <p:spPr>
            <a:xfrm>
              <a:off x="1766118" y="36518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4"/>
            <p:cNvSpPr/>
            <p:nvPr/>
          </p:nvSpPr>
          <p:spPr>
            <a:xfrm>
              <a:off x="1498904" y="35018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5"/>
            <p:cNvSpPr/>
            <p:nvPr/>
          </p:nvSpPr>
          <p:spPr>
            <a:xfrm>
              <a:off x="1813835" y="33388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6"/>
            <p:cNvSpPr/>
            <p:nvPr/>
          </p:nvSpPr>
          <p:spPr>
            <a:xfrm>
              <a:off x="1823378" y="31623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7"/>
            <p:cNvSpPr/>
            <p:nvPr/>
          </p:nvSpPr>
          <p:spPr>
            <a:xfrm>
              <a:off x="1642054" y="2972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8"/>
            <p:cNvSpPr/>
            <p:nvPr/>
          </p:nvSpPr>
          <p:spPr>
            <a:xfrm>
              <a:off x="1823378" y="25629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79"/>
            <p:cNvSpPr/>
            <p:nvPr/>
          </p:nvSpPr>
          <p:spPr>
            <a:xfrm>
              <a:off x="2109679" y="2353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0"/>
            <p:cNvSpPr/>
            <p:nvPr/>
          </p:nvSpPr>
          <p:spPr>
            <a:xfrm>
              <a:off x="2176483" y="21525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1"/>
            <p:cNvSpPr/>
            <p:nvPr/>
          </p:nvSpPr>
          <p:spPr>
            <a:xfrm>
              <a:off x="2271916" y="19680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2"/>
            <p:cNvSpPr/>
            <p:nvPr/>
          </p:nvSpPr>
          <p:spPr>
            <a:xfrm>
              <a:off x="2806344" y="18074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3"/>
            <p:cNvSpPr/>
            <p:nvPr/>
          </p:nvSpPr>
          <p:spPr>
            <a:xfrm>
              <a:off x="4228305" y="16745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4"/>
            <p:cNvSpPr/>
            <p:nvPr/>
          </p:nvSpPr>
          <p:spPr>
            <a:xfrm>
              <a:off x="4972687" y="15696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5"/>
            <p:cNvSpPr/>
            <p:nvPr/>
          </p:nvSpPr>
          <p:spPr>
            <a:xfrm>
              <a:off x="3092645" y="14914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6"/>
            <p:cNvSpPr/>
            <p:nvPr/>
          </p:nvSpPr>
          <p:spPr>
            <a:xfrm>
              <a:off x="3121275" y="14378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7"/>
            <p:cNvSpPr/>
            <p:nvPr/>
          </p:nvSpPr>
          <p:spPr>
            <a:xfrm>
              <a:off x="3474379" y="14070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8"/>
            <p:cNvSpPr/>
            <p:nvPr/>
          </p:nvSpPr>
          <p:spPr>
            <a:xfrm>
              <a:off x="3846570" y="13970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89"/>
            <p:cNvSpPr/>
            <p:nvPr/>
          </p:nvSpPr>
          <p:spPr>
            <a:xfrm>
              <a:off x="3006755" y="1405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0"/>
            <p:cNvSpPr/>
            <p:nvPr/>
          </p:nvSpPr>
          <p:spPr>
            <a:xfrm>
              <a:off x="5096750" y="14315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1"/>
            <p:cNvSpPr/>
            <p:nvPr/>
          </p:nvSpPr>
          <p:spPr>
            <a:xfrm>
              <a:off x="5134924" y="14720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2"/>
            <p:cNvSpPr/>
            <p:nvPr/>
          </p:nvSpPr>
          <p:spPr>
            <a:xfrm>
              <a:off x="4533692" y="15255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3"/>
            <p:cNvSpPr/>
            <p:nvPr/>
          </p:nvSpPr>
          <p:spPr>
            <a:xfrm>
              <a:off x="5220814" y="15905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4"/>
            <p:cNvSpPr/>
            <p:nvPr/>
          </p:nvSpPr>
          <p:spPr>
            <a:xfrm>
              <a:off x="4485975" y="16655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5"/>
            <p:cNvSpPr/>
            <p:nvPr/>
          </p:nvSpPr>
          <p:spPr>
            <a:xfrm>
              <a:off x="5726612" y="17497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6"/>
            <p:cNvSpPr/>
            <p:nvPr/>
          </p:nvSpPr>
          <p:spPr>
            <a:xfrm>
              <a:off x="4896340" y="18425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7"/>
            <p:cNvSpPr/>
            <p:nvPr/>
          </p:nvSpPr>
          <p:spPr>
            <a:xfrm>
              <a:off x="4438258" y="19433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8"/>
            <p:cNvSpPr/>
            <p:nvPr/>
          </p:nvSpPr>
          <p:spPr>
            <a:xfrm>
              <a:off x="4810449" y="20519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899"/>
            <p:cNvSpPr/>
            <p:nvPr/>
          </p:nvSpPr>
          <p:spPr>
            <a:xfrm>
              <a:off x="4924970" y="2168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0"/>
            <p:cNvSpPr/>
            <p:nvPr/>
          </p:nvSpPr>
          <p:spPr>
            <a:xfrm>
              <a:off x="4781819" y="22914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1"/>
            <p:cNvSpPr/>
            <p:nvPr/>
          </p:nvSpPr>
          <p:spPr>
            <a:xfrm>
              <a:off x="5793415" y="24210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2"/>
            <p:cNvSpPr/>
            <p:nvPr/>
          </p:nvSpPr>
          <p:spPr>
            <a:xfrm>
              <a:off x="5354421" y="25558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3"/>
            <p:cNvSpPr/>
            <p:nvPr/>
          </p:nvSpPr>
          <p:spPr>
            <a:xfrm>
              <a:off x="3579356" y="26677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4"/>
            <p:cNvSpPr/>
            <p:nvPr/>
          </p:nvSpPr>
          <p:spPr>
            <a:xfrm>
              <a:off x="2081049" y="48453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5"/>
            <p:cNvSpPr/>
            <p:nvPr/>
          </p:nvSpPr>
          <p:spPr>
            <a:xfrm>
              <a:off x="1422557" y="477662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6"/>
            <p:cNvSpPr/>
            <p:nvPr/>
          </p:nvSpPr>
          <p:spPr>
            <a:xfrm>
              <a:off x="1460731" y="47126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7"/>
            <p:cNvSpPr/>
            <p:nvPr/>
          </p:nvSpPr>
          <p:spPr>
            <a:xfrm>
              <a:off x="1689771" y="45000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8"/>
            <p:cNvSpPr/>
            <p:nvPr/>
          </p:nvSpPr>
          <p:spPr>
            <a:xfrm>
              <a:off x="1498904" y="41358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09"/>
            <p:cNvSpPr/>
            <p:nvPr/>
          </p:nvSpPr>
          <p:spPr>
            <a:xfrm>
              <a:off x="1537078" y="40265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0"/>
            <p:cNvSpPr/>
            <p:nvPr/>
          </p:nvSpPr>
          <p:spPr>
            <a:xfrm>
              <a:off x="1269863" y="390858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1"/>
            <p:cNvSpPr/>
            <p:nvPr/>
          </p:nvSpPr>
          <p:spPr>
            <a:xfrm>
              <a:off x="1661141" y="3781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2"/>
            <p:cNvSpPr/>
            <p:nvPr/>
          </p:nvSpPr>
          <p:spPr>
            <a:xfrm>
              <a:off x="2529587" y="34934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3"/>
            <p:cNvSpPr/>
            <p:nvPr/>
          </p:nvSpPr>
          <p:spPr>
            <a:xfrm>
              <a:off x="2138309" y="33312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4"/>
            <p:cNvSpPr/>
            <p:nvPr/>
          </p:nvSpPr>
          <p:spPr>
            <a:xfrm>
              <a:off x="2157396" y="31558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5"/>
            <p:cNvSpPr/>
            <p:nvPr/>
          </p:nvSpPr>
          <p:spPr>
            <a:xfrm>
              <a:off x="1651598" y="2967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6"/>
            <p:cNvSpPr/>
            <p:nvPr/>
          </p:nvSpPr>
          <p:spPr>
            <a:xfrm>
              <a:off x="1842465" y="2768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7"/>
            <p:cNvSpPr/>
            <p:nvPr/>
          </p:nvSpPr>
          <p:spPr>
            <a:xfrm>
              <a:off x="1460731" y="25629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8"/>
            <p:cNvSpPr/>
            <p:nvPr/>
          </p:nvSpPr>
          <p:spPr>
            <a:xfrm>
              <a:off x="1718401" y="23561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19"/>
            <p:cNvSpPr/>
            <p:nvPr/>
          </p:nvSpPr>
          <p:spPr>
            <a:xfrm>
              <a:off x="1842465" y="21561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0"/>
            <p:cNvSpPr/>
            <p:nvPr/>
          </p:nvSpPr>
          <p:spPr>
            <a:xfrm>
              <a:off x="2863604" y="19714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1"/>
            <p:cNvSpPr/>
            <p:nvPr/>
          </p:nvSpPr>
          <p:spPr>
            <a:xfrm>
              <a:off x="3474379" y="1809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2"/>
            <p:cNvSpPr/>
            <p:nvPr/>
          </p:nvSpPr>
          <p:spPr>
            <a:xfrm>
              <a:off x="5583461" y="1675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3"/>
            <p:cNvSpPr/>
            <p:nvPr/>
          </p:nvSpPr>
          <p:spPr>
            <a:xfrm>
              <a:off x="4123328" y="1568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4"/>
            <p:cNvSpPr/>
            <p:nvPr/>
          </p:nvSpPr>
          <p:spPr>
            <a:xfrm>
              <a:off x="5029947" y="14894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5"/>
            <p:cNvSpPr/>
            <p:nvPr/>
          </p:nvSpPr>
          <p:spPr>
            <a:xfrm>
              <a:off x="3264425" y="14342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6"/>
            <p:cNvSpPr/>
            <p:nvPr/>
          </p:nvSpPr>
          <p:spPr>
            <a:xfrm>
              <a:off x="3312142" y="1400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7"/>
            <p:cNvSpPr/>
            <p:nvPr/>
          </p:nvSpPr>
          <p:spPr>
            <a:xfrm>
              <a:off x="4218761" y="13870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8"/>
            <p:cNvSpPr/>
            <p:nvPr/>
          </p:nvSpPr>
          <p:spPr>
            <a:xfrm>
              <a:off x="3598443" y="1390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29"/>
            <p:cNvSpPr/>
            <p:nvPr/>
          </p:nvSpPr>
          <p:spPr>
            <a:xfrm>
              <a:off x="4180588" y="1410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0"/>
            <p:cNvSpPr/>
            <p:nvPr/>
          </p:nvSpPr>
          <p:spPr>
            <a:xfrm>
              <a:off x="3083102" y="14434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1"/>
            <p:cNvSpPr/>
            <p:nvPr/>
          </p:nvSpPr>
          <p:spPr>
            <a:xfrm>
              <a:off x="4800906" y="14889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2"/>
            <p:cNvSpPr/>
            <p:nvPr/>
          </p:nvSpPr>
          <p:spPr>
            <a:xfrm>
              <a:off x="5001317" y="15457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3"/>
            <p:cNvSpPr/>
            <p:nvPr/>
          </p:nvSpPr>
          <p:spPr>
            <a:xfrm>
              <a:off x="4218761" y="16128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4"/>
            <p:cNvSpPr/>
            <p:nvPr/>
          </p:nvSpPr>
          <p:spPr>
            <a:xfrm>
              <a:off x="4228305" y="16899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5"/>
            <p:cNvSpPr/>
            <p:nvPr/>
          </p:nvSpPr>
          <p:spPr>
            <a:xfrm>
              <a:off x="5783872" y="17766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6"/>
            <p:cNvSpPr/>
            <p:nvPr/>
          </p:nvSpPr>
          <p:spPr>
            <a:xfrm>
              <a:off x="4781819" y="18727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7"/>
            <p:cNvSpPr/>
            <p:nvPr/>
          </p:nvSpPr>
          <p:spPr>
            <a:xfrm>
              <a:off x="4533692" y="19781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8"/>
            <p:cNvSpPr/>
            <p:nvPr/>
          </p:nvSpPr>
          <p:spPr>
            <a:xfrm>
              <a:off x="4638669" y="2092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39"/>
            <p:cNvSpPr/>
            <p:nvPr/>
          </p:nvSpPr>
          <p:spPr>
            <a:xfrm>
              <a:off x="4333281" y="22147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0"/>
            <p:cNvSpPr/>
            <p:nvPr/>
          </p:nvSpPr>
          <p:spPr>
            <a:xfrm>
              <a:off x="4810449" y="23444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1"/>
            <p:cNvSpPr/>
            <p:nvPr/>
          </p:nvSpPr>
          <p:spPr>
            <a:xfrm>
              <a:off x="4323738" y="2479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2"/>
            <p:cNvSpPr/>
            <p:nvPr/>
          </p:nvSpPr>
          <p:spPr>
            <a:xfrm>
              <a:off x="4819993" y="2612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3"/>
            <p:cNvSpPr/>
            <p:nvPr/>
          </p:nvSpPr>
          <p:spPr>
            <a:xfrm>
              <a:off x="5087207" y="27744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4"/>
            <p:cNvSpPr/>
            <p:nvPr/>
          </p:nvSpPr>
          <p:spPr>
            <a:xfrm>
              <a:off x="3951547" y="28648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5"/>
            <p:cNvSpPr/>
            <p:nvPr/>
          </p:nvSpPr>
          <p:spPr>
            <a:xfrm>
              <a:off x="1403470" y="456742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6"/>
            <p:cNvSpPr/>
            <p:nvPr/>
          </p:nvSpPr>
          <p:spPr>
            <a:xfrm>
              <a:off x="1393927" y="448716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7"/>
            <p:cNvSpPr/>
            <p:nvPr/>
          </p:nvSpPr>
          <p:spPr>
            <a:xfrm>
              <a:off x="1823378" y="44046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8"/>
            <p:cNvSpPr/>
            <p:nvPr/>
          </p:nvSpPr>
          <p:spPr>
            <a:xfrm>
              <a:off x="1327124" y="4316220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49"/>
            <p:cNvSpPr/>
            <p:nvPr/>
          </p:nvSpPr>
          <p:spPr>
            <a:xfrm>
              <a:off x="1995159" y="42212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0"/>
            <p:cNvSpPr/>
            <p:nvPr/>
          </p:nvSpPr>
          <p:spPr>
            <a:xfrm>
              <a:off x="1689771" y="41190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1"/>
            <p:cNvSpPr/>
            <p:nvPr/>
          </p:nvSpPr>
          <p:spPr>
            <a:xfrm>
              <a:off x="2682281" y="40092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2"/>
            <p:cNvSpPr/>
            <p:nvPr/>
          </p:nvSpPr>
          <p:spPr>
            <a:xfrm>
              <a:off x="2147852" y="38909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3"/>
            <p:cNvSpPr/>
            <p:nvPr/>
          </p:nvSpPr>
          <p:spPr>
            <a:xfrm>
              <a:off x="2300546" y="37634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4"/>
            <p:cNvSpPr/>
            <p:nvPr/>
          </p:nvSpPr>
          <p:spPr>
            <a:xfrm>
              <a:off x="1766118" y="36257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5"/>
            <p:cNvSpPr/>
            <p:nvPr/>
          </p:nvSpPr>
          <p:spPr>
            <a:xfrm>
              <a:off x="1622968" y="34770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6"/>
            <p:cNvSpPr/>
            <p:nvPr/>
          </p:nvSpPr>
          <p:spPr>
            <a:xfrm>
              <a:off x="2186026" y="33165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7"/>
            <p:cNvSpPr/>
            <p:nvPr/>
          </p:nvSpPr>
          <p:spPr>
            <a:xfrm>
              <a:off x="3922917" y="31439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8"/>
            <p:cNvSpPr/>
            <p:nvPr/>
          </p:nvSpPr>
          <p:spPr>
            <a:xfrm>
              <a:off x="4438258" y="29600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59"/>
            <p:cNvSpPr/>
            <p:nvPr/>
          </p:nvSpPr>
          <p:spPr>
            <a:xfrm>
              <a:off x="2090592" y="2767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0"/>
            <p:cNvSpPr/>
            <p:nvPr/>
          </p:nvSpPr>
          <p:spPr>
            <a:xfrm>
              <a:off x="1336667" y="2568559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1"/>
            <p:cNvSpPr/>
            <p:nvPr/>
          </p:nvSpPr>
          <p:spPr>
            <a:xfrm>
              <a:off x="2090592" y="2370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2"/>
            <p:cNvSpPr/>
            <p:nvPr/>
          </p:nvSpPr>
          <p:spPr>
            <a:xfrm>
              <a:off x="1928355" y="21785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3"/>
            <p:cNvSpPr/>
            <p:nvPr/>
          </p:nvSpPr>
          <p:spPr>
            <a:xfrm>
              <a:off x="2605934" y="20009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4"/>
            <p:cNvSpPr/>
            <p:nvPr/>
          </p:nvSpPr>
          <p:spPr>
            <a:xfrm>
              <a:off x="2291003" y="18444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5"/>
            <p:cNvSpPr/>
            <p:nvPr/>
          </p:nvSpPr>
          <p:spPr>
            <a:xfrm>
              <a:off x="4581409" y="1713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6"/>
            <p:cNvSpPr/>
            <p:nvPr/>
          </p:nvSpPr>
          <p:spPr>
            <a:xfrm>
              <a:off x="3903830" y="1609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7"/>
            <p:cNvSpPr/>
            <p:nvPr/>
          </p:nvSpPr>
          <p:spPr>
            <a:xfrm>
              <a:off x="2701367" y="1531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8"/>
            <p:cNvSpPr/>
            <p:nvPr/>
          </p:nvSpPr>
          <p:spPr>
            <a:xfrm>
              <a:off x="4008807" y="14764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69"/>
            <p:cNvSpPr/>
            <p:nvPr/>
          </p:nvSpPr>
          <p:spPr>
            <a:xfrm>
              <a:off x="4209218" y="14412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0"/>
            <p:cNvSpPr/>
            <p:nvPr/>
          </p:nvSpPr>
          <p:spPr>
            <a:xfrm>
              <a:off x="5335334" y="14237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1"/>
            <p:cNvSpPr/>
            <p:nvPr/>
          </p:nvSpPr>
          <p:spPr>
            <a:xfrm>
              <a:off x="4266478" y="14217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2"/>
            <p:cNvSpPr/>
            <p:nvPr/>
          </p:nvSpPr>
          <p:spPr>
            <a:xfrm>
              <a:off x="3245339" y="14336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3"/>
            <p:cNvSpPr/>
            <p:nvPr/>
          </p:nvSpPr>
          <p:spPr>
            <a:xfrm>
              <a:off x="3398032" y="14578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4"/>
            <p:cNvSpPr/>
            <p:nvPr/>
          </p:nvSpPr>
          <p:spPr>
            <a:xfrm>
              <a:off x="3999264" y="1493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5"/>
            <p:cNvSpPr/>
            <p:nvPr/>
          </p:nvSpPr>
          <p:spPr>
            <a:xfrm>
              <a:off x="4972687" y="1539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6"/>
            <p:cNvSpPr/>
            <p:nvPr/>
          </p:nvSpPr>
          <p:spPr>
            <a:xfrm>
              <a:off x="5421224" y="1596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7"/>
            <p:cNvSpPr/>
            <p:nvPr/>
          </p:nvSpPr>
          <p:spPr>
            <a:xfrm>
              <a:off x="3922917" y="16643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8"/>
            <p:cNvSpPr/>
            <p:nvPr/>
          </p:nvSpPr>
          <p:spPr>
            <a:xfrm>
              <a:off x="3837027" y="17426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79"/>
            <p:cNvSpPr/>
            <p:nvPr/>
          </p:nvSpPr>
          <p:spPr>
            <a:xfrm>
              <a:off x="3837027" y="1831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0"/>
            <p:cNvSpPr/>
            <p:nvPr/>
          </p:nvSpPr>
          <p:spPr>
            <a:xfrm>
              <a:off x="5154010" y="19313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1"/>
            <p:cNvSpPr/>
            <p:nvPr/>
          </p:nvSpPr>
          <p:spPr>
            <a:xfrm>
              <a:off x="5411681" y="20412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2"/>
            <p:cNvSpPr/>
            <p:nvPr/>
          </p:nvSpPr>
          <p:spPr>
            <a:xfrm>
              <a:off x="4409628" y="2160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3"/>
            <p:cNvSpPr/>
            <p:nvPr/>
          </p:nvSpPr>
          <p:spPr>
            <a:xfrm>
              <a:off x="4476432" y="22883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4"/>
            <p:cNvSpPr/>
            <p:nvPr/>
          </p:nvSpPr>
          <p:spPr>
            <a:xfrm>
              <a:off x="4839079" y="2422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5"/>
            <p:cNvSpPr/>
            <p:nvPr/>
          </p:nvSpPr>
          <p:spPr>
            <a:xfrm>
              <a:off x="4438258" y="25625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6"/>
            <p:cNvSpPr/>
            <p:nvPr/>
          </p:nvSpPr>
          <p:spPr>
            <a:xfrm>
              <a:off x="4476432" y="27051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7"/>
            <p:cNvSpPr/>
            <p:nvPr/>
          </p:nvSpPr>
          <p:spPr>
            <a:xfrm>
              <a:off x="5087207" y="28277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8"/>
            <p:cNvSpPr/>
            <p:nvPr/>
          </p:nvSpPr>
          <p:spPr>
            <a:xfrm>
              <a:off x="3655703" y="29078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89"/>
            <p:cNvSpPr/>
            <p:nvPr/>
          </p:nvSpPr>
          <p:spPr>
            <a:xfrm>
              <a:off x="3025841" y="43935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0"/>
            <p:cNvSpPr/>
            <p:nvPr/>
          </p:nvSpPr>
          <p:spPr>
            <a:xfrm>
              <a:off x="2596390" y="42946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1"/>
            <p:cNvSpPr/>
            <p:nvPr/>
          </p:nvSpPr>
          <p:spPr>
            <a:xfrm>
              <a:off x="2138309" y="41986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2"/>
            <p:cNvSpPr/>
            <p:nvPr/>
          </p:nvSpPr>
          <p:spPr>
            <a:xfrm>
              <a:off x="1661141" y="40956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3"/>
            <p:cNvSpPr/>
            <p:nvPr/>
          </p:nvSpPr>
          <p:spPr>
            <a:xfrm>
              <a:off x="1508447" y="39853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4"/>
            <p:cNvSpPr/>
            <p:nvPr/>
          </p:nvSpPr>
          <p:spPr>
            <a:xfrm>
              <a:off x="1565708" y="38668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5"/>
            <p:cNvSpPr/>
            <p:nvPr/>
          </p:nvSpPr>
          <p:spPr>
            <a:xfrm>
              <a:off x="2233743" y="37396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6"/>
            <p:cNvSpPr/>
            <p:nvPr/>
          </p:nvSpPr>
          <p:spPr>
            <a:xfrm>
              <a:off x="1756575" y="36029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7"/>
            <p:cNvSpPr/>
            <p:nvPr/>
          </p:nvSpPr>
          <p:spPr>
            <a:xfrm>
              <a:off x="2119222" y="34561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8"/>
            <p:cNvSpPr/>
            <p:nvPr/>
          </p:nvSpPr>
          <p:spPr>
            <a:xfrm>
              <a:off x="2052419" y="3298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999"/>
            <p:cNvSpPr/>
            <p:nvPr/>
          </p:nvSpPr>
          <p:spPr>
            <a:xfrm>
              <a:off x="1995159" y="31311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0"/>
            <p:cNvSpPr/>
            <p:nvPr/>
          </p:nvSpPr>
          <p:spPr>
            <a:xfrm>
              <a:off x="2109679" y="29543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1"/>
            <p:cNvSpPr/>
            <p:nvPr/>
          </p:nvSpPr>
          <p:spPr>
            <a:xfrm>
              <a:off x="1556164" y="25842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2"/>
            <p:cNvSpPr/>
            <p:nvPr/>
          </p:nvSpPr>
          <p:spPr>
            <a:xfrm>
              <a:off x="1871095" y="24030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3"/>
            <p:cNvSpPr/>
            <p:nvPr/>
          </p:nvSpPr>
          <p:spPr>
            <a:xfrm>
              <a:off x="2310090" y="22225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4"/>
            <p:cNvSpPr/>
            <p:nvPr/>
          </p:nvSpPr>
          <p:spPr>
            <a:xfrm>
              <a:off x="1212603" y="205871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5"/>
            <p:cNvSpPr/>
            <p:nvPr/>
          </p:nvSpPr>
          <p:spPr>
            <a:xfrm>
              <a:off x="2529587" y="19134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6"/>
            <p:cNvSpPr/>
            <p:nvPr/>
          </p:nvSpPr>
          <p:spPr>
            <a:xfrm>
              <a:off x="2319633" y="17906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7"/>
            <p:cNvSpPr/>
            <p:nvPr/>
          </p:nvSpPr>
          <p:spPr>
            <a:xfrm>
              <a:off x="2768171" y="16921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8"/>
            <p:cNvSpPr/>
            <p:nvPr/>
          </p:nvSpPr>
          <p:spPr>
            <a:xfrm>
              <a:off x="3035385" y="16167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09"/>
            <p:cNvSpPr/>
            <p:nvPr/>
          </p:nvSpPr>
          <p:spPr>
            <a:xfrm>
              <a:off x="3254882" y="1561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0"/>
            <p:cNvSpPr/>
            <p:nvPr/>
          </p:nvSpPr>
          <p:spPr>
            <a:xfrm>
              <a:off x="3970634" y="15244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1"/>
            <p:cNvSpPr/>
            <p:nvPr/>
          </p:nvSpPr>
          <p:spPr>
            <a:xfrm>
              <a:off x="4400085" y="15022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2"/>
            <p:cNvSpPr/>
            <p:nvPr/>
          </p:nvSpPr>
          <p:spPr>
            <a:xfrm>
              <a:off x="4715016" y="14934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3"/>
            <p:cNvSpPr/>
            <p:nvPr/>
          </p:nvSpPr>
          <p:spPr>
            <a:xfrm>
              <a:off x="4228305" y="14965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4"/>
            <p:cNvSpPr/>
            <p:nvPr/>
          </p:nvSpPr>
          <p:spPr>
            <a:xfrm>
              <a:off x="3302599" y="15104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5"/>
            <p:cNvSpPr/>
            <p:nvPr/>
          </p:nvSpPr>
          <p:spPr>
            <a:xfrm>
              <a:off x="3254882" y="15346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6"/>
            <p:cNvSpPr/>
            <p:nvPr/>
          </p:nvSpPr>
          <p:spPr>
            <a:xfrm>
              <a:off x="4037437" y="15692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7"/>
            <p:cNvSpPr/>
            <p:nvPr/>
          </p:nvSpPr>
          <p:spPr>
            <a:xfrm>
              <a:off x="3989721" y="16146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8"/>
            <p:cNvSpPr/>
            <p:nvPr/>
          </p:nvSpPr>
          <p:spPr>
            <a:xfrm>
              <a:off x="4571865" y="1671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19"/>
            <p:cNvSpPr/>
            <p:nvPr/>
          </p:nvSpPr>
          <p:spPr>
            <a:xfrm>
              <a:off x="4896340" y="1739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0"/>
            <p:cNvSpPr/>
            <p:nvPr/>
          </p:nvSpPr>
          <p:spPr>
            <a:xfrm>
              <a:off x="3512553" y="18199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1"/>
            <p:cNvSpPr/>
            <p:nvPr/>
          </p:nvSpPr>
          <p:spPr>
            <a:xfrm>
              <a:off x="2930408" y="19121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2"/>
            <p:cNvSpPr/>
            <p:nvPr/>
          </p:nvSpPr>
          <p:spPr>
            <a:xfrm>
              <a:off x="5354421" y="20159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3"/>
            <p:cNvSpPr/>
            <p:nvPr/>
          </p:nvSpPr>
          <p:spPr>
            <a:xfrm>
              <a:off x="4104241" y="21303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4"/>
            <p:cNvSpPr/>
            <p:nvPr/>
          </p:nvSpPr>
          <p:spPr>
            <a:xfrm>
              <a:off x="3178535" y="22541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5"/>
            <p:cNvSpPr/>
            <p:nvPr/>
          </p:nvSpPr>
          <p:spPr>
            <a:xfrm>
              <a:off x="5182640" y="23856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6"/>
            <p:cNvSpPr/>
            <p:nvPr/>
          </p:nvSpPr>
          <p:spPr>
            <a:xfrm>
              <a:off x="4905883" y="25226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7"/>
            <p:cNvSpPr/>
            <p:nvPr/>
          </p:nvSpPr>
          <p:spPr>
            <a:xfrm>
              <a:off x="4905883" y="26632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8"/>
            <p:cNvSpPr/>
            <p:nvPr/>
          </p:nvSpPr>
          <p:spPr>
            <a:xfrm>
              <a:off x="5144467" y="2805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29"/>
            <p:cNvSpPr/>
            <p:nvPr/>
          </p:nvSpPr>
          <p:spPr>
            <a:xfrm>
              <a:off x="4590952" y="2901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0"/>
            <p:cNvSpPr/>
            <p:nvPr/>
          </p:nvSpPr>
          <p:spPr>
            <a:xfrm>
              <a:off x="2949495" y="42855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1"/>
            <p:cNvSpPr/>
            <p:nvPr/>
          </p:nvSpPr>
          <p:spPr>
            <a:xfrm>
              <a:off x="2386436" y="4192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2"/>
            <p:cNvSpPr/>
            <p:nvPr/>
          </p:nvSpPr>
          <p:spPr>
            <a:xfrm>
              <a:off x="2157396" y="41011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3"/>
            <p:cNvSpPr/>
            <p:nvPr/>
          </p:nvSpPr>
          <p:spPr>
            <a:xfrm>
              <a:off x="2539130" y="39821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4"/>
            <p:cNvSpPr/>
            <p:nvPr/>
          </p:nvSpPr>
          <p:spPr>
            <a:xfrm>
              <a:off x="2014245" y="37508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5"/>
            <p:cNvSpPr/>
            <p:nvPr/>
          </p:nvSpPr>
          <p:spPr>
            <a:xfrm>
              <a:off x="1594338" y="36244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6"/>
            <p:cNvSpPr/>
            <p:nvPr/>
          </p:nvSpPr>
          <p:spPr>
            <a:xfrm>
              <a:off x="2892234" y="34722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7"/>
            <p:cNvSpPr/>
            <p:nvPr/>
          </p:nvSpPr>
          <p:spPr>
            <a:xfrm>
              <a:off x="3627073" y="32828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8"/>
            <p:cNvSpPr/>
            <p:nvPr/>
          </p:nvSpPr>
          <p:spPr>
            <a:xfrm>
              <a:off x="1460731" y="31227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39"/>
            <p:cNvSpPr/>
            <p:nvPr/>
          </p:nvSpPr>
          <p:spPr>
            <a:xfrm>
              <a:off x="3398032" y="21296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0"/>
            <p:cNvSpPr/>
            <p:nvPr/>
          </p:nvSpPr>
          <p:spPr>
            <a:xfrm>
              <a:off x="3216709" y="2013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1"/>
            <p:cNvSpPr/>
            <p:nvPr/>
          </p:nvSpPr>
          <p:spPr>
            <a:xfrm>
              <a:off x="2605934" y="19020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2"/>
            <p:cNvSpPr/>
            <p:nvPr/>
          </p:nvSpPr>
          <p:spPr>
            <a:xfrm>
              <a:off x="3226252" y="18105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3"/>
            <p:cNvSpPr/>
            <p:nvPr/>
          </p:nvSpPr>
          <p:spPr>
            <a:xfrm>
              <a:off x="4715016" y="17383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4"/>
            <p:cNvSpPr/>
            <p:nvPr/>
          </p:nvSpPr>
          <p:spPr>
            <a:xfrm>
              <a:off x="2424610" y="16832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5"/>
            <p:cNvSpPr/>
            <p:nvPr/>
          </p:nvSpPr>
          <p:spPr>
            <a:xfrm>
              <a:off x="2090592" y="16427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6"/>
            <p:cNvSpPr/>
            <p:nvPr/>
          </p:nvSpPr>
          <p:spPr>
            <a:xfrm>
              <a:off x="3627073" y="15978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7"/>
            <p:cNvSpPr/>
            <p:nvPr/>
          </p:nvSpPr>
          <p:spPr>
            <a:xfrm>
              <a:off x="4027894" y="15910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8"/>
            <p:cNvSpPr/>
            <p:nvPr/>
          </p:nvSpPr>
          <p:spPr>
            <a:xfrm>
              <a:off x="4505062" y="15939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49"/>
            <p:cNvSpPr/>
            <p:nvPr/>
          </p:nvSpPr>
          <p:spPr>
            <a:xfrm>
              <a:off x="4705472" y="16065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0"/>
            <p:cNvSpPr/>
            <p:nvPr/>
          </p:nvSpPr>
          <p:spPr>
            <a:xfrm>
              <a:off x="3760680" y="1629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1"/>
            <p:cNvSpPr/>
            <p:nvPr/>
          </p:nvSpPr>
          <p:spPr>
            <a:xfrm>
              <a:off x="4209218" y="16629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2"/>
            <p:cNvSpPr/>
            <p:nvPr/>
          </p:nvSpPr>
          <p:spPr>
            <a:xfrm>
              <a:off x="2854061" y="1708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3"/>
            <p:cNvSpPr/>
            <p:nvPr/>
          </p:nvSpPr>
          <p:spPr>
            <a:xfrm>
              <a:off x="3722507" y="17666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4"/>
            <p:cNvSpPr/>
            <p:nvPr/>
          </p:nvSpPr>
          <p:spPr>
            <a:xfrm>
              <a:off x="3512553" y="1837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5"/>
            <p:cNvSpPr/>
            <p:nvPr/>
          </p:nvSpPr>
          <p:spPr>
            <a:xfrm>
              <a:off x="4276021" y="19218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6"/>
            <p:cNvSpPr/>
            <p:nvPr/>
          </p:nvSpPr>
          <p:spPr>
            <a:xfrm>
              <a:off x="3560269" y="2018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7"/>
            <p:cNvSpPr/>
            <p:nvPr/>
          </p:nvSpPr>
          <p:spPr>
            <a:xfrm>
              <a:off x="3302599" y="21264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8"/>
            <p:cNvSpPr/>
            <p:nvPr/>
          </p:nvSpPr>
          <p:spPr>
            <a:xfrm>
              <a:off x="4505062" y="22446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59"/>
            <p:cNvSpPr/>
            <p:nvPr/>
          </p:nvSpPr>
          <p:spPr>
            <a:xfrm>
              <a:off x="4648212" y="23709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0"/>
            <p:cNvSpPr/>
            <p:nvPr/>
          </p:nvSpPr>
          <p:spPr>
            <a:xfrm>
              <a:off x="4132871" y="2503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1"/>
            <p:cNvSpPr/>
            <p:nvPr/>
          </p:nvSpPr>
          <p:spPr>
            <a:xfrm>
              <a:off x="4648212" y="26395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2"/>
            <p:cNvSpPr/>
            <p:nvPr/>
          </p:nvSpPr>
          <p:spPr>
            <a:xfrm>
              <a:off x="5325791" y="27773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3"/>
            <p:cNvSpPr/>
            <p:nvPr/>
          </p:nvSpPr>
          <p:spPr>
            <a:xfrm>
              <a:off x="5526201" y="28863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4"/>
            <p:cNvSpPr/>
            <p:nvPr/>
          </p:nvSpPr>
          <p:spPr>
            <a:xfrm>
              <a:off x="4371455" y="29615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5"/>
            <p:cNvSpPr/>
            <p:nvPr/>
          </p:nvSpPr>
          <p:spPr>
            <a:xfrm>
              <a:off x="2042876" y="36899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6"/>
            <p:cNvSpPr/>
            <p:nvPr/>
          </p:nvSpPr>
          <p:spPr>
            <a:xfrm>
              <a:off x="1747031" y="36558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7"/>
            <p:cNvSpPr/>
            <p:nvPr/>
          </p:nvSpPr>
          <p:spPr>
            <a:xfrm>
              <a:off x="2806344" y="2040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8"/>
            <p:cNvSpPr/>
            <p:nvPr/>
          </p:nvSpPr>
          <p:spPr>
            <a:xfrm>
              <a:off x="2081049" y="19569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69"/>
            <p:cNvSpPr/>
            <p:nvPr/>
          </p:nvSpPr>
          <p:spPr>
            <a:xfrm>
              <a:off x="2424610" y="18881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0"/>
            <p:cNvSpPr/>
            <p:nvPr/>
          </p:nvSpPr>
          <p:spPr>
            <a:xfrm>
              <a:off x="3245339" y="18326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1"/>
            <p:cNvSpPr/>
            <p:nvPr/>
          </p:nvSpPr>
          <p:spPr>
            <a:xfrm>
              <a:off x="2911321" y="17884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2"/>
            <p:cNvSpPr/>
            <p:nvPr/>
          </p:nvSpPr>
          <p:spPr>
            <a:xfrm>
              <a:off x="2558217" y="17540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3"/>
            <p:cNvSpPr/>
            <p:nvPr/>
          </p:nvSpPr>
          <p:spPr>
            <a:xfrm>
              <a:off x="3588900" y="1728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4"/>
            <p:cNvSpPr/>
            <p:nvPr/>
          </p:nvSpPr>
          <p:spPr>
            <a:xfrm>
              <a:off x="3732050" y="17121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5"/>
            <p:cNvSpPr/>
            <p:nvPr/>
          </p:nvSpPr>
          <p:spPr>
            <a:xfrm>
              <a:off x="3417119" y="1704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6"/>
            <p:cNvSpPr/>
            <p:nvPr/>
          </p:nvSpPr>
          <p:spPr>
            <a:xfrm>
              <a:off x="3188079" y="1706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7"/>
            <p:cNvSpPr/>
            <p:nvPr/>
          </p:nvSpPr>
          <p:spPr>
            <a:xfrm>
              <a:off x="3168992" y="1719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8"/>
            <p:cNvSpPr/>
            <p:nvPr/>
          </p:nvSpPr>
          <p:spPr>
            <a:xfrm>
              <a:off x="2453240" y="17427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79"/>
            <p:cNvSpPr/>
            <p:nvPr/>
          </p:nvSpPr>
          <p:spPr>
            <a:xfrm>
              <a:off x="4505062" y="1778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0"/>
            <p:cNvSpPr/>
            <p:nvPr/>
          </p:nvSpPr>
          <p:spPr>
            <a:xfrm>
              <a:off x="3636616" y="18276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1"/>
            <p:cNvSpPr/>
            <p:nvPr/>
          </p:nvSpPr>
          <p:spPr>
            <a:xfrm>
              <a:off x="3503009" y="18901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2"/>
            <p:cNvSpPr/>
            <p:nvPr/>
          </p:nvSpPr>
          <p:spPr>
            <a:xfrm>
              <a:off x="4361912" y="19660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3"/>
            <p:cNvSpPr/>
            <p:nvPr/>
          </p:nvSpPr>
          <p:spPr>
            <a:xfrm>
              <a:off x="3121275" y="20548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4"/>
            <p:cNvSpPr/>
            <p:nvPr/>
          </p:nvSpPr>
          <p:spPr>
            <a:xfrm>
              <a:off x="3980177" y="2155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5"/>
            <p:cNvSpPr/>
            <p:nvPr/>
          </p:nvSpPr>
          <p:spPr>
            <a:xfrm>
              <a:off x="3293055" y="22665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6"/>
            <p:cNvSpPr/>
            <p:nvPr/>
          </p:nvSpPr>
          <p:spPr>
            <a:xfrm>
              <a:off x="2586847" y="2386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7"/>
            <p:cNvSpPr/>
            <p:nvPr/>
          </p:nvSpPr>
          <p:spPr>
            <a:xfrm>
              <a:off x="4924970" y="25119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8"/>
            <p:cNvSpPr/>
            <p:nvPr/>
          </p:nvSpPr>
          <p:spPr>
            <a:xfrm>
              <a:off x="3875200" y="26420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89"/>
            <p:cNvSpPr/>
            <p:nvPr/>
          </p:nvSpPr>
          <p:spPr>
            <a:xfrm>
              <a:off x="3445749" y="2774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0"/>
            <p:cNvSpPr/>
            <p:nvPr/>
          </p:nvSpPr>
          <p:spPr>
            <a:xfrm>
              <a:off x="4524149" y="28984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1"/>
            <p:cNvSpPr/>
            <p:nvPr/>
          </p:nvSpPr>
          <p:spPr>
            <a:xfrm>
              <a:off x="3722507" y="29563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2"/>
            <p:cNvSpPr/>
            <p:nvPr/>
          </p:nvSpPr>
          <p:spPr>
            <a:xfrm>
              <a:off x="1460731" y="21887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3"/>
            <p:cNvSpPr/>
            <p:nvPr/>
          </p:nvSpPr>
          <p:spPr>
            <a:xfrm>
              <a:off x="2691824" y="21256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4"/>
            <p:cNvSpPr/>
            <p:nvPr/>
          </p:nvSpPr>
          <p:spPr>
            <a:xfrm>
              <a:off x="4485975" y="20601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5"/>
            <p:cNvSpPr/>
            <p:nvPr/>
          </p:nvSpPr>
          <p:spPr>
            <a:xfrm>
              <a:off x="1956985" y="2004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6"/>
            <p:cNvSpPr/>
            <p:nvPr/>
          </p:nvSpPr>
          <p:spPr>
            <a:xfrm>
              <a:off x="3617530" y="19577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7"/>
            <p:cNvSpPr/>
            <p:nvPr/>
          </p:nvSpPr>
          <p:spPr>
            <a:xfrm>
              <a:off x="3378946" y="19181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8"/>
            <p:cNvSpPr/>
            <p:nvPr/>
          </p:nvSpPr>
          <p:spPr>
            <a:xfrm>
              <a:off x="1956985" y="18857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099"/>
            <p:cNvSpPr/>
            <p:nvPr/>
          </p:nvSpPr>
          <p:spPr>
            <a:xfrm>
              <a:off x="3951547" y="18613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0"/>
            <p:cNvSpPr/>
            <p:nvPr/>
          </p:nvSpPr>
          <p:spPr>
            <a:xfrm>
              <a:off x="3417119" y="18459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1"/>
            <p:cNvSpPr/>
            <p:nvPr/>
          </p:nvSpPr>
          <p:spPr>
            <a:xfrm>
              <a:off x="5239901" y="18402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2"/>
            <p:cNvSpPr/>
            <p:nvPr/>
          </p:nvSpPr>
          <p:spPr>
            <a:xfrm>
              <a:off x="3493466" y="18452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3"/>
            <p:cNvSpPr/>
            <p:nvPr/>
          </p:nvSpPr>
          <p:spPr>
            <a:xfrm>
              <a:off x="3607986" y="18616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4"/>
            <p:cNvSpPr/>
            <p:nvPr/>
          </p:nvSpPr>
          <p:spPr>
            <a:xfrm>
              <a:off x="2901778" y="18904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5"/>
            <p:cNvSpPr/>
            <p:nvPr/>
          </p:nvSpPr>
          <p:spPr>
            <a:xfrm>
              <a:off x="2987668" y="19320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6"/>
            <p:cNvSpPr/>
            <p:nvPr/>
          </p:nvSpPr>
          <p:spPr>
            <a:xfrm>
              <a:off x="3140362" y="19868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7"/>
            <p:cNvSpPr/>
            <p:nvPr/>
          </p:nvSpPr>
          <p:spPr>
            <a:xfrm>
              <a:off x="3464836" y="20547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8"/>
            <p:cNvSpPr/>
            <p:nvPr/>
          </p:nvSpPr>
          <p:spPr>
            <a:xfrm>
              <a:off x="3846570" y="2135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09"/>
            <p:cNvSpPr/>
            <p:nvPr/>
          </p:nvSpPr>
          <p:spPr>
            <a:xfrm>
              <a:off x="3712963" y="22276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0"/>
            <p:cNvSpPr/>
            <p:nvPr/>
          </p:nvSpPr>
          <p:spPr>
            <a:xfrm>
              <a:off x="3436206" y="23302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1"/>
            <p:cNvSpPr/>
            <p:nvPr/>
          </p:nvSpPr>
          <p:spPr>
            <a:xfrm>
              <a:off x="2453240" y="24415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2"/>
            <p:cNvSpPr/>
            <p:nvPr/>
          </p:nvSpPr>
          <p:spPr>
            <a:xfrm>
              <a:off x="3464836" y="25594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3"/>
            <p:cNvSpPr/>
            <p:nvPr/>
          </p:nvSpPr>
          <p:spPr>
            <a:xfrm>
              <a:off x="5230357" y="26819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4"/>
            <p:cNvSpPr/>
            <p:nvPr/>
          </p:nvSpPr>
          <p:spPr>
            <a:xfrm>
              <a:off x="4543235" y="28069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5"/>
            <p:cNvSpPr/>
            <p:nvPr/>
          </p:nvSpPr>
          <p:spPr>
            <a:xfrm>
              <a:off x="4686386" y="29325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6"/>
            <p:cNvSpPr/>
            <p:nvPr/>
          </p:nvSpPr>
          <p:spPr>
            <a:xfrm>
              <a:off x="4819993" y="3012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7"/>
            <p:cNvSpPr/>
            <p:nvPr/>
          </p:nvSpPr>
          <p:spPr>
            <a:xfrm>
              <a:off x="3254882" y="23264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8"/>
            <p:cNvSpPr/>
            <p:nvPr/>
          </p:nvSpPr>
          <p:spPr>
            <a:xfrm>
              <a:off x="2787257" y="22534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19"/>
            <p:cNvSpPr/>
            <p:nvPr/>
          </p:nvSpPr>
          <p:spPr>
            <a:xfrm>
              <a:off x="3779767" y="21989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0"/>
            <p:cNvSpPr/>
            <p:nvPr/>
          </p:nvSpPr>
          <p:spPr>
            <a:xfrm>
              <a:off x="1699315" y="21513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1"/>
            <p:cNvSpPr/>
            <p:nvPr/>
          </p:nvSpPr>
          <p:spPr>
            <a:xfrm>
              <a:off x="1804292" y="2109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2"/>
            <p:cNvSpPr/>
            <p:nvPr/>
          </p:nvSpPr>
          <p:spPr>
            <a:xfrm>
              <a:off x="3942004" y="2074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3"/>
            <p:cNvSpPr/>
            <p:nvPr/>
          </p:nvSpPr>
          <p:spPr>
            <a:xfrm>
              <a:off x="1470274" y="20454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4"/>
            <p:cNvSpPr/>
            <p:nvPr/>
          </p:nvSpPr>
          <p:spPr>
            <a:xfrm>
              <a:off x="2758627" y="20254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5"/>
            <p:cNvSpPr/>
            <p:nvPr/>
          </p:nvSpPr>
          <p:spPr>
            <a:xfrm>
              <a:off x="3522096" y="20152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6"/>
            <p:cNvSpPr/>
            <p:nvPr/>
          </p:nvSpPr>
          <p:spPr>
            <a:xfrm>
              <a:off x="2968581" y="20158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7"/>
            <p:cNvSpPr/>
            <p:nvPr/>
          </p:nvSpPr>
          <p:spPr>
            <a:xfrm>
              <a:off x="3483923" y="20278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8"/>
            <p:cNvSpPr/>
            <p:nvPr/>
          </p:nvSpPr>
          <p:spPr>
            <a:xfrm>
              <a:off x="3102188" y="20514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29"/>
            <p:cNvSpPr/>
            <p:nvPr/>
          </p:nvSpPr>
          <p:spPr>
            <a:xfrm>
              <a:off x="2481870" y="20871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0"/>
            <p:cNvSpPr/>
            <p:nvPr/>
          </p:nvSpPr>
          <p:spPr>
            <a:xfrm>
              <a:off x="3980177" y="21348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1"/>
            <p:cNvSpPr/>
            <p:nvPr/>
          </p:nvSpPr>
          <p:spPr>
            <a:xfrm>
              <a:off x="4075611" y="21946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2"/>
            <p:cNvSpPr/>
            <p:nvPr/>
          </p:nvSpPr>
          <p:spPr>
            <a:xfrm>
              <a:off x="3989721" y="2266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3"/>
            <p:cNvSpPr/>
            <p:nvPr/>
          </p:nvSpPr>
          <p:spPr>
            <a:xfrm>
              <a:off x="3865657" y="23487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4"/>
            <p:cNvSpPr/>
            <p:nvPr/>
          </p:nvSpPr>
          <p:spPr>
            <a:xfrm>
              <a:off x="3722507" y="24413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5"/>
            <p:cNvSpPr/>
            <p:nvPr/>
          </p:nvSpPr>
          <p:spPr>
            <a:xfrm>
              <a:off x="4237848" y="2542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6"/>
            <p:cNvSpPr/>
            <p:nvPr/>
          </p:nvSpPr>
          <p:spPr>
            <a:xfrm>
              <a:off x="3512553" y="26508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7"/>
            <p:cNvSpPr/>
            <p:nvPr/>
          </p:nvSpPr>
          <p:spPr>
            <a:xfrm>
              <a:off x="3321686" y="27639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8"/>
            <p:cNvSpPr/>
            <p:nvPr/>
          </p:nvSpPr>
          <p:spPr>
            <a:xfrm>
              <a:off x="4190131" y="28802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39"/>
            <p:cNvSpPr/>
            <p:nvPr/>
          </p:nvSpPr>
          <p:spPr>
            <a:xfrm>
              <a:off x="3827484" y="29979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0"/>
            <p:cNvSpPr/>
            <p:nvPr/>
          </p:nvSpPr>
          <p:spPr>
            <a:xfrm>
              <a:off x="3913374" y="31041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1"/>
            <p:cNvSpPr/>
            <p:nvPr/>
          </p:nvSpPr>
          <p:spPr>
            <a:xfrm>
              <a:off x="4581409" y="31747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2"/>
            <p:cNvSpPr/>
            <p:nvPr/>
          </p:nvSpPr>
          <p:spPr>
            <a:xfrm>
              <a:off x="4781819" y="2518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3"/>
            <p:cNvSpPr/>
            <p:nvPr/>
          </p:nvSpPr>
          <p:spPr>
            <a:xfrm>
              <a:off x="3865657" y="24668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4"/>
            <p:cNvSpPr/>
            <p:nvPr/>
          </p:nvSpPr>
          <p:spPr>
            <a:xfrm>
              <a:off x="3636616" y="24143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5"/>
            <p:cNvSpPr/>
            <p:nvPr/>
          </p:nvSpPr>
          <p:spPr>
            <a:xfrm>
              <a:off x="3216709" y="23683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6"/>
            <p:cNvSpPr/>
            <p:nvPr/>
          </p:nvSpPr>
          <p:spPr>
            <a:xfrm>
              <a:off x="4056524" y="23282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7"/>
            <p:cNvSpPr/>
            <p:nvPr/>
          </p:nvSpPr>
          <p:spPr>
            <a:xfrm>
              <a:off x="2281459" y="2293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8"/>
            <p:cNvSpPr/>
            <p:nvPr/>
          </p:nvSpPr>
          <p:spPr>
            <a:xfrm>
              <a:off x="3273969" y="22649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49"/>
            <p:cNvSpPr/>
            <p:nvPr/>
          </p:nvSpPr>
          <p:spPr>
            <a:xfrm>
              <a:off x="1880638" y="2243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0"/>
            <p:cNvSpPr/>
            <p:nvPr/>
          </p:nvSpPr>
          <p:spPr>
            <a:xfrm>
              <a:off x="3980177" y="22317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1"/>
            <p:cNvSpPr/>
            <p:nvPr/>
          </p:nvSpPr>
          <p:spPr>
            <a:xfrm>
              <a:off x="3302599" y="2229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2"/>
            <p:cNvSpPr/>
            <p:nvPr/>
          </p:nvSpPr>
          <p:spPr>
            <a:xfrm>
              <a:off x="3264425" y="22381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3"/>
            <p:cNvSpPr/>
            <p:nvPr/>
          </p:nvSpPr>
          <p:spPr>
            <a:xfrm>
              <a:off x="1823378" y="22573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4"/>
            <p:cNvSpPr/>
            <p:nvPr/>
          </p:nvSpPr>
          <p:spPr>
            <a:xfrm>
              <a:off x="2453240" y="2287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5"/>
            <p:cNvSpPr/>
            <p:nvPr/>
          </p:nvSpPr>
          <p:spPr>
            <a:xfrm>
              <a:off x="3340772" y="23276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6"/>
            <p:cNvSpPr/>
            <p:nvPr/>
          </p:nvSpPr>
          <p:spPr>
            <a:xfrm>
              <a:off x="3770223" y="2378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7"/>
            <p:cNvSpPr/>
            <p:nvPr/>
          </p:nvSpPr>
          <p:spPr>
            <a:xfrm>
              <a:off x="3235795" y="24397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8"/>
            <p:cNvSpPr/>
            <p:nvPr/>
          </p:nvSpPr>
          <p:spPr>
            <a:xfrm>
              <a:off x="3865657" y="251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59"/>
            <p:cNvSpPr/>
            <p:nvPr/>
          </p:nvSpPr>
          <p:spPr>
            <a:xfrm>
              <a:off x="4018351" y="25920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0"/>
            <p:cNvSpPr/>
            <p:nvPr/>
          </p:nvSpPr>
          <p:spPr>
            <a:xfrm>
              <a:off x="4142414" y="26812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1"/>
            <p:cNvSpPr/>
            <p:nvPr/>
          </p:nvSpPr>
          <p:spPr>
            <a:xfrm>
              <a:off x="3407576" y="27775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2"/>
            <p:cNvSpPr/>
            <p:nvPr/>
          </p:nvSpPr>
          <p:spPr>
            <a:xfrm>
              <a:off x="2882691" y="28793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3"/>
            <p:cNvSpPr/>
            <p:nvPr/>
          </p:nvSpPr>
          <p:spPr>
            <a:xfrm>
              <a:off x="3560269" y="29848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4"/>
            <p:cNvSpPr/>
            <p:nvPr/>
          </p:nvSpPr>
          <p:spPr>
            <a:xfrm>
              <a:off x="4304651" y="30924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5"/>
            <p:cNvSpPr/>
            <p:nvPr/>
          </p:nvSpPr>
          <p:spPr>
            <a:xfrm>
              <a:off x="5888849" y="31869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6"/>
            <p:cNvSpPr/>
            <p:nvPr/>
          </p:nvSpPr>
          <p:spPr>
            <a:xfrm>
              <a:off x="5163554" y="3237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7"/>
            <p:cNvSpPr/>
            <p:nvPr/>
          </p:nvSpPr>
          <p:spPr>
            <a:xfrm>
              <a:off x="2500957" y="3569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8"/>
            <p:cNvSpPr/>
            <p:nvPr/>
          </p:nvSpPr>
          <p:spPr>
            <a:xfrm>
              <a:off x="4027894" y="36046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69"/>
            <p:cNvSpPr/>
            <p:nvPr/>
          </p:nvSpPr>
          <p:spPr>
            <a:xfrm>
              <a:off x="2481870" y="26407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0"/>
            <p:cNvSpPr/>
            <p:nvPr/>
          </p:nvSpPr>
          <p:spPr>
            <a:xfrm>
              <a:off x="3226252" y="25896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1"/>
            <p:cNvSpPr/>
            <p:nvPr/>
          </p:nvSpPr>
          <p:spPr>
            <a:xfrm>
              <a:off x="1594338" y="2598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2"/>
            <p:cNvSpPr/>
            <p:nvPr/>
          </p:nvSpPr>
          <p:spPr>
            <a:xfrm>
              <a:off x="1861552" y="25636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3"/>
            <p:cNvSpPr/>
            <p:nvPr/>
          </p:nvSpPr>
          <p:spPr>
            <a:xfrm>
              <a:off x="1909268" y="2532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4"/>
            <p:cNvSpPr/>
            <p:nvPr/>
          </p:nvSpPr>
          <p:spPr>
            <a:xfrm>
              <a:off x="2415066" y="25073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5"/>
            <p:cNvSpPr/>
            <p:nvPr/>
          </p:nvSpPr>
          <p:spPr>
            <a:xfrm>
              <a:off x="2434153" y="24877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6"/>
            <p:cNvSpPr/>
            <p:nvPr/>
          </p:nvSpPr>
          <p:spPr>
            <a:xfrm>
              <a:off x="3140362" y="24751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7"/>
            <p:cNvSpPr/>
            <p:nvPr/>
          </p:nvSpPr>
          <p:spPr>
            <a:xfrm>
              <a:off x="1804292" y="2475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8"/>
            <p:cNvSpPr/>
            <p:nvPr/>
          </p:nvSpPr>
          <p:spPr>
            <a:xfrm>
              <a:off x="4743646" y="24897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79"/>
            <p:cNvSpPr/>
            <p:nvPr/>
          </p:nvSpPr>
          <p:spPr>
            <a:xfrm>
              <a:off x="1575251" y="25130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0"/>
            <p:cNvSpPr/>
            <p:nvPr/>
          </p:nvSpPr>
          <p:spPr>
            <a:xfrm>
              <a:off x="2605934" y="25454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1"/>
            <p:cNvSpPr/>
            <p:nvPr/>
          </p:nvSpPr>
          <p:spPr>
            <a:xfrm>
              <a:off x="3693876" y="25868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2"/>
            <p:cNvSpPr/>
            <p:nvPr/>
          </p:nvSpPr>
          <p:spPr>
            <a:xfrm>
              <a:off x="4247391" y="26371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3"/>
            <p:cNvSpPr/>
            <p:nvPr/>
          </p:nvSpPr>
          <p:spPr>
            <a:xfrm>
              <a:off x="3436206" y="2696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4"/>
            <p:cNvSpPr/>
            <p:nvPr/>
          </p:nvSpPr>
          <p:spPr>
            <a:xfrm>
              <a:off x="2529587" y="27643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5"/>
            <p:cNvSpPr/>
            <p:nvPr/>
          </p:nvSpPr>
          <p:spPr>
            <a:xfrm>
              <a:off x="3588900" y="28401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6"/>
            <p:cNvSpPr/>
            <p:nvPr/>
          </p:nvSpPr>
          <p:spPr>
            <a:xfrm>
              <a:off x="4810449" y="29228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7"/>
            <p:cNvSpPr/>
            <p:nvPr/>
          </p:nvSpPr>
          <p:spPr>
            <a:xfrm>
              <a:off x="4056524" y="30113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8"/>
            <p:cNvSpPr/>
            <p:nvPr/>
          </p:nvSpPr>
          <p:spPr>
            <a:xfrm>
              <a:off x="3703420" y="31041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89"/>
            <p:cNvSpPr/>
            <p:nvPr/>
          </p:nvSpPr>
          <p:spPr>
            <a:xfrm>
              <a:off x="4409628" y="3199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0"/>
            <p:cNvSpPr/>
            <p:nvPr/>
          </p:nvSpPr>
          <p:spPr>
            <a:xfrm>
              <a:off x="4581409" y="32808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1"/>
            <p:cNvSpPr/>
            <p:nvPr/>
          </p:nvSpPr>
          <p:spPr>
            <a:xfrm>
              <a:off x="2529587" y="33086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2"/>
            <p:cNvSpPr/>
            <p:nvPr/>
          </p:nvSpPr>
          <p:spPr>
            <a:xfrm>
              <a:off x="3369402" y="36870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3"/>
            <p:cNvSpPr/>
            <p:nvPr/>
          </p:nvSpPr>
          <p:spPr>
            <a:xfrm>
              <a:off x="2233743" y="37374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4"/>
            <p:cNvSpPr/>
            <p:nvPr/>
          </p:nvSpPr>
          <p:spPr>
            <a:xfrm>
              <a:off x="1460731" y="27741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5"/>
            <p:cNvSpPr/>
            <p:nvPr/>
          </p:nvSpPr>
          <p:spPr>
            <a:xfrm>
              <a:off x="2911321" y="27529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6"/>
            <p:cNvSpPr/>
            <p:nvPr/>
          </p:nvSpPr>
          <p:spPr>
            <a:xfrm>
              <a:off x="1575251" y="27236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7"/>
            <p:cNvSpPr/>
            <p:nvPr/>
          </p:nvSpPr>
          <p:spPr>
            <a:xfrm>
              <a:off x="3235795" y="27149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8"/>
            <p:cNvSpPr/>
            <p:nvPr/>
          </p:nvSpPr>
          <p:spPr>
            <a:xfrm>
              <a:off x="1976072" y="26979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199"/>
            <p:cNvSpPr/>
            <p:nvPr/>
          </p:nvSpPr>
          <p:spPr>
            <a:xfrm>
              <a:off x="3751137" y="26719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0"/>
            <p:cNvSpPr/>
            <p:nvPr/>
          </p:nvSpPr>
          <p:spPr>
            <a:xfrm>
              <a:off x="3560269" y="27202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1"/>
            <p:cNvSpPr/>
            <p:nvPr/>
          </p:nvSpPr>
          <p:spPr>
            <a:xfrm>
              <a:off x="2978125" y="2767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2"/>
            <p:cNvSpPr/>
            <p:nvPr/>
          </p:nvSpPr>
          <p:spPr>
            <a:xfrm>
              <a:off x="4944056" y="27995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3"/>
            <p:cNvSpPr/>
            <p:nvPr/>
          </p:nvSpPr>
          <p:spPr>
            <a:xfrm>
              <a:off x="3541183" y="28393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4"/>
            <p:cNvSpPr/>
            <p:nvPr/>
          </p:nvSpPr>
          <p:spPr>
            <a:xfrm>
              <a:off x="3722507" y="28868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5"/>
            <p:cNvSpPr/>
            <p:nvPr/>
          </p:nvSpPr>
          <p:spPr>
            <a:xfrm>
              <a:off x="3178535" y="2941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6"/>
            <p:cNvSpPr/>
            <p:nvPr/>
          </p:nvSpPr>
          <p:spPr>
            <a:xfrm>
              <a:off x="2854061" y="3004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7"/>
            <p:cNvSpPr/>
            <p:nvPr/>
          </p:nvSpPr>
          <p:spPr>
            <a:xfrm>
              <a:off x="4896340" y="3072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8"/>
            <p:cNvSpPr/>
            <p:nvPr/>
          </p:nvSpPr>
          <p:spPr>
            <a:xfrm>
              <a:off x="5163554" y="31444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09"/>
            <p:cNvSpPr/>
            <p:nvPr/>
          </p:nvSpPr>
          <p:spPr>
            <a:xfrm>
              <a:off x="5134924" y="32246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0"/>
            <p:cNvSpPr/>
            <p:nvPr/>
          </p:nvSpPr>
          <p:spPr>
            <a:xfrm>
              <a:off x="4581409" y="33002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1"/>
            <p:cNvSpPr/>
            <p:nvPr/>
          </p:nvSpPr>
          <p:spPr>
            <a:xfrm>
              <a:off x="4552779" y="33625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2"/>
            <p:cNvSpPr/>
            <p:nvPr/>
          </p:nvSpPr>
          <p:spPr>
            <a:xfrm>
              <a:off x="3684333" y="33856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3"/>
            <p:cNvSpPr/>
            <p:nvPr/>
          </p:nvSpPr>
          <p:spPr>
            <a:xfrm>
              <a:off x="3083102" y="37608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4"/>
            <p:cNvSpPr/>
            <p:nvPr/>
          </p:nvSpPr>
          <p:spPr>
            <a:xfrm>
              <a:off x="2615477" y="38204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5"/>
            <p:cNvSpPr/>
            <p:nvPr/>
          </p:nvSpPr>
          <p:spPr>
            <a:xfrm>
              <a:off x="1995159" y="29798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6"/>
            <p:cNvSpPr/>
            <p:nvPr/>
          </p:nvSpPr>
          <p:spPr>
            <a:xfrm>
              <a:off x="3016298" y="29802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7"/>
            <p:cNvSpPr/>
            <p:nvPr/>
          </p:nvSpPr>
          <p:spPr>
            <a:xfrm>
              <a:off x="3741593" y="29726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8"/>
            <p:cNvSpPr/>
            <p:nvPr/>
          </p:nvSpPr>
          <p:spPr>
            <a:xfrm>
              <a:off x="2271916" y="2915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19"/>
            <p:cNvSpPr/>
            <p:nvPr/>
          </p:nvSpPr>
          <p:spPr>
            <a:xfrm>
              <a:off x="1479817" y="28582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0"/>
            <p:cNvSpPr/>
            <p:nvPr/>
          </p:nvSpPr>
          <p:spPr>
            <a:xfrm>
              <a:off x="4295108" y="29763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1"/>
            <p:cNvSpPr/>
            <p:nvPr/>
          </p:nvSpPr>
          <p:spPr>
            <a:xfrm>
              <a:off x="4724559" y="30041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2"/>
            <p:cNvSpPr/>
            <p:nvPr/>
          </p:nvSpPr>
          <p:spPr>
            <a:xfrm>
              <a:off x="4667299" y="3035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3"/>
            <p:cNvSpPr/>
            <p:nvPr/>
          </p:nvSpPr>
          <p:spPr>
            <a:xfrm>
              <a:off x="3168992" y="30723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4"/>
            <p:cNvSpPr/>
            <p:nvPr/>
          </p:nvSpPr>
          <p:spPr>
            <a:xfrm>
              <a:off x="3035385" y="31157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5"/>
            <p:cNvSpPr/>
            <p:nvPr/>
          </p:nvSpPr>
          <p:spPr>
            <a:xfrm>
              <a:off x="3321686" y="3165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6"/>
            <p:cNvSpPr/>
            <p:nvPr/>
          </p:nvSpPr>
          <p:spPr>
            <a:xfrm>
              <a:off x="2873148" y="3220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7"/>
            <p:cNvSpPr/>
            <p:nvPr/>
          </p:nvSpPr>
          <p:spPr>
            <a:xfrm>
              <a:off x="4619582" y="32749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8"/>
            <p:cNvSpPr/>
            <p:nvPr/>
          </p:nvSpPr>
          <p:spPr>
            <a:xfrm>
              <a:off x="4466889" y="33129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29"/>
            <p:cNvSpPr/>
            <p:nvPr/>
          </p:nvSpPr>
          <p:spPr>
            <a:xfrm>
              <a:off x="5411681" y="33527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0"/>
            <p:cNvSpPr/>
            <p:nvPr/>
          </p:nvSpPr>
          <p:spPr>
            <a:xfrm>
              <a:off x="2052419" y="38547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1"/>
            <p:cNvSpPr/>
            <p:nvPr/>
          </p:nvSpPr>
          <p:spPr>
            <a:xfrm>
              <a:off x="2586847" y="39144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2"/>
            <p:cNvSpPr/>
            <p:nvPr/>
          </p:nvSpPr>
          <p:spPr>
            <a:xfrm>
              <a:off x="1966529" y="40105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3"/>
            <p:cNvSpPr/>
            <p:nvPr/>
          </p:nvSpPr>
          <p:spPr>
            <a:xfrm>
              <a:off x="2081049" y="31315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4"/>
            <p:cNvSpPr/>
            <p:nvPr/>
          </p:nvSpPr>
          <p:spPr>
            <a:xfrm>
              <a:off x="3083102" y="31389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5"/>
            <p:cNvSpPr/>
            <p:nvPr/>
          </p:nvSpPr>
          <p:spPr>
            <a:xfrm>
              <a:off x="2920864" y="31604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6"/>
            <p:cNvSpPr/>
            <p:nvPr/>
          </p:nvSpPr>
          <p:spPr>
            <a:xfrm>
              <a:off x="1785205" y="3148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7"/>
            <p:cNvSpPr/>
            <p:nvPr/>
          </p:nvSpPr>
          <p:spPr>
            <a:xfrm>
              <a:off x="3732050" y="31828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8"/>
            <p:cNvSpPr/>
            <p:nvPr/>
          </p:nvSpPr>
          <p:spPr>
            <a:xfrm>
              <a:off x="5144467" y="32319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39"/>
            <p:cNvSpPr/>
            <p:nvPr/>
          </p:nvSpPr>
          <p:spPr>
            <a:xfrm>
              <a:off x="4724559" y="33158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0"/>
            <p:cNvSpPr/>
            <p:nvPr/>
          </p:nvSpPr>
          <p:spPr>
            <a:xfrm>
              <a:off x="3732050" y="33310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1"/>
            <p:cNvSpPr/>
            <p:nvPr/>
          </p:nvSpPr>
          <p:spPr>
            <a:xfrm>
              <a:off x="4304651" y="33502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2"/>
            <p:cNvSpPr/>
            <p:nvPr/>
          </p:nvSpPr>
          <p:spPr>
            <a:xfrm>
              <a:off x="2395980" y="33934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3"/>
            <p:cNvSpPr/>
            <p:nvPr/>
          </p:nvSpPr>
          <p:spPr>
            <a:xfrm>
              <a:off x="4505062" y="3504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4"/>
            <p:cNvSpPr/>
            <p:nvPr/>
          </p:nvSpPr>
          <p:spPr>
            <a:xfrm>
              <a:off x="2701367" y="35012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5"/>
            <p:cNvSpPr/>
            <p:nvPr/>
          </p:nvSpPr>
          <p:spPr>
            <a:xfrm>
              <a:off x="4037437" y="36920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6"/>
            <p:cNvSpPr/>
            <p:nvPr/>
          </p:nvSpPr>
          <p:spPr>
            <a:xfrm>
              <a:off x="4151958" y="36964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7"/>
            <p:cNvSpPr/>
            <p:nvPr/>
          </p:nvSpPr>
          <p:spPr>
            <a:xfrm>
              <a:off x="3856114" y="3712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8"/>
            <p:cNvSpPr/>
            <p:nvPr/>
          </p:nvSpPr>
          <p:spPr>
            <a:xfrm>
              <a:off x="3369402" y="37774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49"/>
            <p:cNvSpPr/>
            <p:nvPr/>
          </p:nvSpPr>
          <p:spPr>
            <a:xfrm>
              <a:off x="4409628" y="38012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0"/>
            <p:cNvSpPr/>
            <p:nvPr/>
          </p:nvSpPr>
          <p:spPr>
            <a:xfrm>
              <a:off x="4314195" y="3822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1"/>
            <p:cNvSpPr/>
            <p:nvPr/>
          </p:nvSpPr>
          <p:spPr>
            <a:xfrm>
              <a:off x="2739541" y="38069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2"/>
            <p:cNvSpPr/>
            <p:nvPr/>
          </p:nvSpPr>
          <p:spPr>
            <a:xfrm>
              <a:off x="4085154" y="38965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3"/>
            <p:cNvSpPr/>
            <p:nvPr/>
          </p:nvSpPr>
          <p:spPr>
            <a:xfrm>
              <a:off x="3999264" y="3909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4"/>
            <p:cNvSpPr/>
            <p:nvPr/>
          </p:nvSpPr>
          <p:spPr>
            <a:xfrm>
              <a:off x="964491" y="1397033"/>
              <a:ext cx="4943459" cy="3364879"/>
            </a:xfrm>
            <a:custGeom>
              <a:avLst/>
              <a:pathLst>
                <a:path w="4943459" h="3364879">
                  <a:moveTo>
                    <a:pt x="0" y="3364879"/>
                  </a:moveTo>
                  <a:lnTo>
                    <a:pt x="62575" y="3322286"/>
                  </a:lnTo>
                  <a:lnTo>
                    <a:pt x="125150" y="3279692"/>
                  </a:lnTo>
                  <a:lnTo>
                    <a:pt x="187726" y="3237099"/>
                  </a:lnTo>
                  <a:lnTo>
                    <a:pt x="250301" y="3194506"/>
                  </a:lnTo>
                  <a:lnTo>
                    <a:pt x="312877" y="3151912"/>
                  </a:lnTo>
                  <a:lnTo>
                    <a:pt x="375452" y="3109319"/>
                  </a:lnTo>
                  <a:lnTo>
                    <a:pt x="438028" y="3066725"/>
                  </a:lnTo>
                  <a:lnTo>
                    <a:pt x="500603" y="3024132"/>
                  </a:lnTo>
                  <a:lnTo>
                    <a:pt x="563178" y="2981539"/>
                  </a:lnTo>
                  <a:lnTo>
                    <a:pt x="625754" y="2938945"/>
                  </a:lnTo>
                  <a:lnTo>
                    <a:pt x="688329" y="2896352"/>
                  </a:lnTo>
                  <a:lnTo>
                    <a:pt x="750905" y="2853758"/>
                  </a:lnTo>
                  <a:lnTo>
                    <a:pt x="813480" y="2811165"/>
                  </a:lnTo>
                  <a:lnTo>
                    <a:pt x="876056" y="2768572"/>
                  </a:lnTo>
                  <a:lnTo>
                    <a:pt x="938631" y="2725978"/>
                  </a:lnTo>
                  <a:lnTo>
                    <a:pt x="1001207" y="2683385"/>
                  </a:lnTo>
                  <a:lnTo>
                    <a:pt x="1063782" y="2640791"/>
                  </a:lnTo>
                  <a:lnTo>
                    <a:pt x="1126357" y="2598198"/>
                  </a:lnTo>
                  <a:lnTo>
                    <a:pt x="1188933" y="2555604"/>
                  </a:lnTo>
                  <a:lnTo>
                    <a:pt x="1251508" y="2513011"/>
                  </a:lnTo>
                  <a:lnTo>
                    <a:pt x="1314084" y="2470418"/>
                  </a:lnTo>
                  <a:lnTo>
                    <a:pt x="1376659" y="2427824"/>
                  </a:lnTo>
                  <a:lnTo>
                    <a:pt x="1439235" y="2385231"/>
                  </a:lnTo>
                  <a:lnTo>
                    <a:pt x="1501810" y="2342637"/>
                  </a:lnTo>
                  <a:lnTo>
                    <a:pt x="1564385" y="2300044"/>
                  </a:lnTo>
                  <a:lnTo>
                    <a:pt x="1626961" y="2257451"/>
                  </a:lnTo>
                  <a:lnTo>
                    <a:pt x="1689536" y="2214857"/>
                  </a:lnTo>
                  <a:lnTo>
                    <a:pt x="1752112" y="2172264"/>
                  </a:lnTo>
                  <a:lnTo>
                    <a:pt x="1814687" y="2129670"/>
                  </a:lnTo>
                  <a:lnTo>
                    <a:pt x="1877263" y="2087077"/>
                  </a:lnTo>
                  <a:lnTo>
                    <a:pt x="1939838" y="2044483"/>
                  </a:lnTo>
                  <a:lnTo>
                    <a:pt x="2002414" y="2001890"/>
                  </a:lnTo>
                  <a:lnTo>
                    <a:pt x="2064989" y="1959297"/>
                  </a:lnTo>
                  <a:lnTo>
                    <a:pt x="2127564" y="1916703"/>
                  </a:lnTo>
                  <a:lnTo>
                    <a:pt x="2190140" y="1874110"/>
                  </a:lnTo>
                  <a:lnTo>
                    <a:pt x="2252715" y="1831516"/>
                  </a:lnTo>
                  <a:lnTo>
                    <a:pt x="2315291" y="1788923"/>
                  </a:lnTo>
                  <a:lnTo>
                    <a:pt x="2377866" y="1746330"/>
                  </a:lnTo>
                  <a:lnTo>
                    <a:pt x="2440442" y="1703736"/>
                  </a:lnTo>
                  <a:lnTo>
                    <a:pt x="2503017" y="1661143"/>
                  </a:lnTo>
                  <a:lnTo>
                    <a:pt x="2565592" y="1618549"/>
                  </a:lnTo>
                  <a:lnTo>
                    <a:pt x="2628168" y="1575956"/>
                  </a:lnTo>
                  <a:lnTo>
                    <a:pt x="2690743" y="1533362"/>
                  </a:lnTo>
                  <a:lnTo>
                    <a:pt x="2753319" y="1490769"/>
                  </a:lnTo>
                  <a:lnTo>
                    <a:pt x="2815894" y="1448176"/>
                  </a:lnTo>
                  <a:lnTo>
                    <a:pt x="2878470" y="1405582"/>
                  </a:lnTo>
                  <a:lnTo>
                    <a:pt x="2941045" y="1362989"/>
                  </a:lnTo>
                  <a:lnTo>
                    <a:pt x="3003621" y="1320395"/>
                  </a:lnTo>
                  <a:lnTo>
                    <a:pt x="3066196" y="1277802"/>
                  </a:lnTo>
                  <a:lnTo>
                    <a:pt x="3128771" y="1235209"/>
                  </a:lnTo>
                  <a:lnTo>
                    <a:pt x="3191347" y="1192615"/>
                  </a:lnTo>
                  <a:lnTo>
                    <a:pt x="3253922" y="1150022"/>
                  </a:lnTo>
                  <a:lnTo>
                    <a:pt x="3316498" y="1107428"/>
                  </a:lnTo>
                  <a:lnTo>
                    <a:pt x="3379073" y="1064835"/>
                  </a:lnTo>
                  <a:lnTo>
                    <a:pt x="3441649" y="1022241"/>
                  </a:lnTo>
                  <a:lnTo>
                    <a:pt x="3504224" y="979648"/>
                  </a:lnTo>
                  <a:lnTo>
                    <a:pt x="3566799" y="937055"/>
                  </a:lnTo>
                  <a:lnTo>
                    <a:pt x="3629375" y="894461"/>
                  </a:lnTo>
                  <a:lnTo>
                    <a:pt x="3691950" y="851868"/>
                  </a:lnTo>
                  <a:lnTo>
                    <a:pt x="3754526" y="809274"/>
                  </a:lnTo>
                  <a:lnTo>
                    <a:pt x="3817101" y="766681"/>
                  </a:lnTo>
                  <a:lnTo>
                    <a:pt x="3879677" y="724088"/>
                  </a:lnTo>
                  <a:lnTo>
                    <a:pt x="3942252" y="681494"/>
                  </a:lnTo>
                  <a:lnTo>
                    <a:pt x="4004828" y="638901"/>
                  </a:lnTo>
                  <a:lnTo>
                    <a:pt x="4067403" y="596307"/>
                  </a:lnTo>
                  <a:lnTo>
                    <a:pt x="4129978" y="553714"/>
                  </a:lnTo>
                  <a:lnTo>
                    <a:pt x="4192554" y="511120"/>
                  </a:lnTo>
                  <a:lnTo>
                    <a:pt x="4255129" y="468527"/>
                  </a:lnTo>
                  <a:lnTo>
                    <a:pt x="4317705" y="425934"/>
                  </a:lnTo>
                  <a:lnTo>
                    <a:pt x="4380280" y="383340"/>
                  </a:lnTo>
                  <a:lnTo>
                    <a:pt x="4442856" y="340747"/>
                  </a:lnTo>
                  <a:lnTo>
                    <a:pt x="4505431" y="298153"/>
                  </a:lnTo>
                  <a:lnTo>
                    <a:pt x="4568006" y="255560"/>
                  </a:lnTo>
                  <a:lnTo>
                    <a:pt x="4630582" y="212967"/>
                  </a:lnTo>
                  <a:lnTo>
                    <a:pt x="4693157" y="170373"/>
                  </a:lnTo>
                  <a:lnTo>
                    <a:pt x="4755733" y="127780"/>
                  </a:lnTo>
                  <a:lnTo>
                    <a:pt x="4818308" y="85186"/>
                  </a:lnTo>
                  <a:lnTo>
                    <a:pt x="4880884" y="42593"/>
                  </a:lnTo>
                  <a:lnTo>
                    <a:pt x="4943459" y="0"/>
                  </a:lnTo>
                </a:path>
              </a:pathLst>
            </a:custGeom>
            <a:ln w="14905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tx1255"/>
            <p:cNvSpPr/>
            <p:nvPr/>
          </p:nvSpPr>
          <p:spPr>
            <a:xfrm>
              <a:off x="1441659" y="1669412"/>
              <a:ext cx="1026413" cy="685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3" i="0" b="0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Direction flips: 37 / 1247</a:t>
              </a:r>
            </a:p>
          </p:txBody>
        </p:sp>
        <p:sp>
          <p:nvSpPr>
            <p:cNvPr id="1257" name="rc1256"/>
            <p:cNvSpPr/>
            <p:nvPr/>
          </p:nvSpPr>
          <p:spPr>
            <a:xfrm>
              <a:off x="6368588" y="1184274"/>
              <a:ext cx="5437805" cy="46806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8" name="pl1257"/>
            <p:cNvSpPr/>
            <p:nvPr/>
          </p:nvSpPr>
          <p:spPr>
            <a:xfrm>
              <a:off x="7133396" y="1184274"/>
              <a:ext cx="798776" cy="4680694"/>
            </a:xfrm>
            <a:custGeom>
              <a:avLst/>
              <a:pathLst>
                <a:path w="798776" h="4680694">
                  <a:moveTo>
                    <a:pt x="0" y="4680694"/>
                  </a:moveTo>
                  <a:lnTo>
                    <a:pt x="798776" y="0"/>
                  </a:lnTo>
                </a:path>
              </a:pathLst>
            </a:custGeom>
            <a:ln w="12195" cap="flat">
              <a:solidFill>
                <a:srgbClr val="8F9BA4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59" name="pt1258"/>
            <p:cNvSpPr/>
            <p:nvPr/>
          </p:nvSpPr>
          <p:spPr>
            <a:xfrm>
              <a:off x="7054859" y="4665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59"/>
            <p:cNvSpPr/>
            <p:nvPr/>
          </p:nvSpPr>
          <p:spPr>
            <a:xfrm>
              <a:off x="7177046" y="4486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0"/>
            <p:cNvSpPr/>
            <p:nvPr/>
          </p:nvSpPr>
          <p:spPr>
            <a:xfrm>
              <a:off x="7222865" y="44964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1"/>
            <p:cNvSpPr/>
            <p:nvPr/>
          </p:nvSpPr>
          <p:spPr>
            <a:xfrm>
              <a:off x="7278868" y="4382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2"/>
            <p:cNvSpPr/>
            <p:nvPr/>
          </p:nvSpPr>
          <p:spPr>
            <a:xfrm>
              <a:off x="7787978" y="43106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3"/>
            <p:cNvSpPr/>
            <p:nvPr/>
          </p:nvSpPr>
          <p:spPr>
            <a:xfrm>
              <a:off x="7380690" y="50599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4"/>
            <p:cNvSpPr/>
            <p:nvPr/>
          </p:nvSpPr>
          <p:spPr>
            <a:xfrm>
              <a:off x="7915255" y="44034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5"/>
            <p:cNvSpPr/>
            <p:nvPr/>
          </p:nvSpPr>
          <p:spPr>
            <a:xfrm>
              <a:off x="7828707" y="4354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6"/>
            <p:cNvSpPr/>
            <p:nvPr/>
          </p:nvSpPr>
          <p:spPr>
            <a:xfrm>
              <a:off x="7151590" y="43585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7"/>
            <p:cNvSpPr/>
            <p:nvPr/>
          </p:nvSpPr>
          <p:spPr>
            <a:xfrm>
              <a:off x="7003948" y="43215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8"/>
            <p:cNvSpPr/>
            <p:nvPr/>
          </p:nvSpPr>
          <p:spPr>
            <a:xfrm>
              <a:off x="7136317" y="45433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69"/>
            <p:cNvSpPr/>
            <p:nvPr/>
          </p:nvSpPr>
          <p:spPr>
            <a:xfrm>
              <a:off x="7411236" y="45484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0"/>
            <p:cNvSpPr/>
            <p:nvPr/>
          </p:nvSpPr>
          <p:spPr>
            <a:xfrm>
              <a:off x="7187228" y="47752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1"/>
            <p:cNvSpPr/>
            <p:nvPr/>
          </p:nvSpPr>
          <p:spPr>
            <a:xfrm>
              <a:off x="7523240" y="4826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2"/>
            <p:cNvSpPr/>
            <p:nvPr/>
          </p:nvSpPr>
          <p:spPr>
            <a:xfrm>
              <a:off x="7065041" y="4609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3"/>
            <p:cNvSpPr/>
            <p:nvPr/>
          </p:nvSpPr>
          <p:spPr>
            <a:xfrm>
              <a:off x="7003948" y="44821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4"/>
            <p:cNvSpPr/>
            <p:nvPr/>
          </p:nvSpPr>
          <p:spPr>
            <a:xfrm>
              <a:off x="7299232" y="45400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5"/>
            <p:cNvSpPr/>
            <p:nvPr/>
          </p:nvSpPr>
          <p:spPr>
            <a:xfrm>
              <a:off x="7156681" y="44314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6"/>
            <p:cNvSpPr/>
            <p:nvPr/>
          </p:nvSpPr>
          <p:spPr>
            <a:xfrm>
              <a:off x="7584334" y="42208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7"/>
            <p:cNvSpPr/>
            <p:nvPr/>
          </p:nvSpPr>
          <p:spPr>
            <a:xfrm>
              <a:off x="7686156" y="42139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8"/>
            <p:cNvSpPr/>
            <p:nvPr/>
          </p:nvSpPr>
          <p:spPr>
            <a:xfrm>
              <a:off x="8271632" y="41694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79"/>
            <p:cNvSpPr/>
            <p:nvPr/>
          </p:nvSpPr>
          <p:spPr>
            <a:xfrm>
              <a:off x="6596660" y="418235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0"/>
            <p:cNvSpPr/>
            <p:nvPr/>
          </p:nvSpPr>
          <p:spPr>
            <a:xfrm>
              <a:off x="7003948" y="48285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1"/>
            <p:cNvSpPr/>
            <p:nvPr/>
          </p:nvSpPr>
          <p:spPr>
            <a:xfrm>
              <a:off x="7299232" y="48059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2"/>
            <p:cNvSpPr/>
            <p:nvPr/>
          </p:nvSpPr>
          <p:spPr>
            <a:xfrm>
              <a:off x="6744302" y="425018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3"/>
            <p:cNvSpPr/>
            <p:nvPr/>
          </p:nvSpPr>
          <p:spPr>
            <a:xfrm>
              <a:off x="7686156" y="4372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4"/>
            <p:cNvSpPr/>
            <p:nvPr/>
          </p:nvSpPr>
          <p:spPr>
            <a:xfrm>
              <a:off x="7100679" y="4372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5"/>
            <p:cNvSpPr/>
            <p:nvPr/>
          </p:nvSpPr>
          <p:spPr>
            <a:xfrm>
              <a:off x="7115952" y="42132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6"/>
            <p:cNvSpPr/>
            <p:nvPr/>
          </p:nvSpPr>
          <p:spPr>
            <a:xfrm>
              <a:off x="7579243" y="42985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7"/>
            <p:cNvSpPr/>
            <p:nvPr/>
          </p:nvSpPr>
          <p:spPr>
            <a:xfrm>
              <a:off x="7879618" y="42105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8"/>
            <p:cNvSpPr/>
            <p:nvPr/>
          </p:nvSpPr>
          <p:spPr>
            <a:xfrm>
              <a:off x="7854162" y="4268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89"/>
            <p:cNvSpPr/>
            <p:nvPr/>
          </p:nvSpPr>
          <p:spPr>
            <a:xfrm>
              <a:off x="8032351" y="43954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0"/>
            <p:cNvSpPr/>
            <p:nvPr/>
          </p:nvSpPr>
          <p:spPr>
            <a:xfrm>
              <a:off x="8073079" y="44863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1"/>
            <p:cNvSpPr/>
            <p:nvPr/>
          </p:nvSpPr>
          <p:spPr>
            <a:xfrm>
              <a:off x="7869435" y="44654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2"/>
            <p:cNvSpPr/>
            <p:nvPr/>
          </p:nvSpPr>
          <p:spPr>
            <a:xfrm>
              <a:off x="9406948" y="4303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3"/>
            <p:cNvSpPr/>
            <p:nvPr/>
          </p:nvSpPr>
          <p:spPr>
            <a:xfrm>
              <a:off x="7309414" y="43779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4"/>
            <p:cNvSpPr/>
            <p:nvPr/>
          </p:nvSpPr>
          <p:spPr>
            <a:xfrm>
              <a:off x="7105770" y="49262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5"/>
            <p:cNvSpPr/>
            <p:nvPr/>
          </p:nvSpPr>
          <p:spPr>
            <a:xfrm>
              <a:off x="7334870" y="47318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6"/>
            <p:cNvSpPr/>
            <p:nvPr/>
          </p:nvSpPr>
          <p:spPr>
            <a:xfrm>
              <a:off x="7075224" y="48600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7"/>
            <p:cNvSpPr/>
            <p:nvPr/>
          </p:nvSpPr>
          <p:spPr>
            <a:xfrm>
              <a:off x="8668738" y="49582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8"/>
            <p:cNvSpPr/>
            <p:nvPr/>
          </p:nvSpPr>
          <p:spPr>
            <a:xfrm>
              <a:off x="7843980" y="50722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299"/>
            <p:cNvSpPr/>
            <p:nvPr/>
          </p:nvSpPr>
          <p:spPr>
            <a:xfrm>
              <a:off x="7105770" y="48054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0"/>
            <p:cNvSpPr/>
            <p:nvPr/>
          </p:nvSpPr>
          <p:spPr>
            <a:xfrm>
              <a:off x="8337817" y="4788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1"/>
            <p:cNvSpPr/>
            <p:nvPr/>
          </p:nvSpPr>
          <p:spPr>
            <a:xfrm>
              <a:off x="7182137" y="45939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2"/>
            <p:cNvSpPr/>
            <p:nvPr/>
          </p:nvSpPr>
          <p:spPr>
            <a:xfrm>
              <a:off x="8159628" y="46705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3"/>
            <p:cNvSpPr/>
            <p:nvPr/>
          </p:nvSpPr>
          <p:spPr>
            <a:xfrm>
              <a:off x="8495641" y="46219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4"/>
            <p:cNvSpPr/>
            <p:nvPr/>
          </p:nvSpPr>
          <p:spPr>
            <a:xfrm>
              <a:off x="7462147" y="46234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5"/>
            <p:cNvSpPr/>
            <p:nvPr/>
          </p:nvSpPr>
          <p:spPr>
            <a:xfrm>
              <a:off x="6993766" y="429860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6"/>
            <p:cNvSpPr/>
            <p:nvPr/>
          </p:nvSpPr>
          <p:spPr>
            <a:xfrm>
              <a:off x="7329779" y="45899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7"/>
            <p:cNvSpPr/>
            <p:nvPr/>
          </p:nvSpPr>
          <p:spPr>
            <a:xfrm>
              <a:off x="7472329" y="50098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8"/>
            <p:cNvSpPr/>
            <p:nvPr/>
          </p:nvSpPr>
          <p:spPr>
            <a:xfrm>
              <a:off x="7105770" y="50055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09"/>
            <p:cNvSpPr/>
            <p:nvPr/>
          </p:nvSpPr>
          <p:spPr>
            <a:xfrm>
              <a:off x="7380690" y="4411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0"/>
            <p:cNvSpPr/>
            <p:nvPr/>
          </p:nvSpPr>
          <p:spPr>
            <a:xfrm>
              <a:off x="8027260" y="51107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1"/>
            <p:cNvSpPr/>
            <p:nvPr/>
          </p:nvSpPr>
          <p:spPr>
            <a:xfrm>
              <a:off x="8897838" y="50829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2"/>
            <p:cNvSpPr/>
            <p:nvPr/>
          </p:nvSpPr>
          <p:spPr>
            <a:xfrm>
              <a:off x="8332726" y="50380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3"/>
            <p:cNvSpPr/>
            <p:nvPr/>
          </p:nvSpPr>
          <p:spPr>
            <a:xfrm>
              <a:off x="7660700" y="50529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4"/>
            <p:cNvSpPr/>
            <p:nvPr/>
          </p:nvSpPr>
          <p:spPr>
            <a:xfrm>
              <a:off x="7034495" y="44850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5"/>
            <p:cNvSpPr/>
            <p:nvPr/>
          </p:nvSpPr>
          <p:spPr>
            <a:xfrm>
              <a:off x="8388728" y="45570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6"/>
            <p:cNvSpPr/>
            <p:nvPr/>
          </p:nvSpPr>
          <p:spPr>
            <a:xfrm>
              <a:off x="7726885" y="45169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7"/>
            <p:cNvSpPr/>
            <p:nvPr/>
          </p:nvSpPr>
          <p:spPr>
            <a:xfrm>
              <a:off x="7059950" y="46059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8"/>
            <p:cNvSpPr/>
            <p:nvPr/>
          </p:nvSpPr>
          <p:spPr>
            <a:xfrm>
              <a:off x="7146499" y="45297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19"/>
            <p:cNvSpPr/>
            <p:nvPr/>
          </p:nvSpPr>
          <p:spPr>
            <a:xfrm>
              <a:off x="7105770" y="48096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0"/>
            <p:cNvSpPr/>
            <p:nvPr/>
          </p:nvSpPr>
          <p:spPr>
            <a:xfrm>
              <a:off x="7146499" y="4625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1"/>
            <p:cNvSpPr/>
            <p:nvPr/>
          </p:nvSpPr>
          <p:spPr>
            <a:xfrm>
              <a:off x="7263594" y="45822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2"/>
            <p:cNvSpPr/>
            <p:nvPr/>
          </p:nvSpPr>
          <p:spPr>
            <a:xfrm>
              <a:off x="7187228" y="40864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3"/>
            <p:cNvSpPr/>
            <p:nvPr/>
          </p:nvSpPr>
          <p:spPr>
            <a:xfrm>
              <a:off x="7151590" y="44134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4"/>
            <p:cNvSpPr/>
            <p:nvPr/>
          </p:nvSpPr>
          <p:spPr>
            <a:xfrm>
              <a:off x="7248321" y="44645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5"/>
            <p:cNvSpPr/>
            <p:nvPr/>
          </p:nvSpPr>
          <p:spPr>
            <a:xfrm>
              <a:off x="8032351" y="4429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6"/>
            <p:cNvSpPr/>
            <p:nvPr/>
          </p:nvSpPr>
          <p:spPr>
            <a:xfrm>
              <a:off x="7579243" y="45938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7"/>
            <p:cNvSpPr/>
            <p:nvPr/>
          </p:nvSpPr>
          <p:spPr>
            <a:xfrm>
              <a:off x="7115952" y="43648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8"/>
            <p:cNvSpPr/>
            <p:nvPr/>
          </p:nvSpPr>
          <p:spPr>
            <a:xfrm>
              <a:off x="7431601" y="46458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29"/>
            <p:cNvSpPr/>
            <p:nvPr/>
          </p:nvSpPr>
          <p:spPr>
            <a:xfrm>
              <a:off x="7731976" y="51755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0"/>
            <p:cNvSpPr/>
            <p:nvPr/>
          </p:nvSpPr>
          <p:spPr>
            <a:xfrm>
              <a:off x="9060753" y="50943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1"/>
            <p:cNvSpPr/>
            <p:nvPr/>
          </p:nvSpPr>
          <p:spPr>
            <a:xfrm>
              <a:off x="8877473" y="50831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2"/>
            <p:cNvSpPr/>
            <p:nvPr/>
          </p:nvSpPr>
          <p:spPr>
            <a:xfrm>
              <a:off x="9137120" y="50074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3"/>
            <p:cNvSpPr/>
            <p:nvPr/>
          </p:nvSpPr>
          <p:spPr>
            <a:xfrm>
              <a:off x="6866488" y="489452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4"/>
            <p:cNvSpPr/>
            <p:nvPr/>
          </p:nvSpPr>
          <p:spPr>
            <a:xfrm>
              <a:off x="7329779" y="48223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5"/>
            <p:cNvSpPr/>
            <p:nvPr/>
          </p:nvSpPr>
          <p:spPr>
            <a:xfrm>
              <a:off x="7309414" y="46327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6"/>
            <p:cNvSpPr/>
            <p:nvPr/>
          </p:nvSpPr>
          <p:spPr>
            <a:xfrm>
              <a:off x="7034495" y="4735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7"/>
            <p:cNvSpPr/>
            <p:nvPr/>
          </p:nvSpPr>
          <p:spPr>
            <a:xfrm>
              <a:off x="7278868" y="4664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8"/>
            <p:cNvSpPr/>
            <p:nvPr/>
          </p:nvSpPr>
          <p:spPr>
            <a:xfrm>
              <a:off x="8149446" y="4494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39"/>
            <p:cNvSpPr/>
            <p:nvPr/>
          </p:nvSpPr>
          <p:spPr>
            <a:xfrm>
              <a:off x="7192319" y="47017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0"/>
            <p:cNvSpPr/>
            <p:nvPr/>
          </p:nvSpPr>
          <p:spPr>
            <a:xfrm>
              <a:off x="7258503" y="4984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1"/>
            <p:cNvSpPr/>
            <p:nvPr/>
          </p:nvSpPr>
          <p:spPr>
            <a:xfrm>
              <a:off x="7329779" y="49432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2"/>
            <p:cNvSpPr/>
            <p:nvPr/>
          </p:nvSpPr>
          <p:spPr>
            <a:xfrm>
              <a:off x="7034495" y="49916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3"/>
            <p:cNvSpPr/>
            <p:nvPr/>
          </p:nvSpPr>
          <p:spPr>
            <a:xfrm>
              <a:off x="7080315" y="49424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4"/>
            <p:cNvSpPr/>
            <p:nvPr/>
          </p:nvSpPr>
          <p:spPr>
            <a:xfrm>
              <a:off x="8460003" y="5318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5"/>
            <p:cNvSpPr/>
            <p:nvPr/>
          </p:nvSpPr>
          <p:spPr>
            <a:xfrm>
              <a:off x="8388728" y="51263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6"/>
            <p:cNvSpPr/>
            <p:nvPr/>
          </p:nvSpPr>
          <p:spPr>
            <a:xfrm>
              <a:off x="7513058" y="49888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7"/>
            <p:cNvSpPr/>
            <p:nvPr/>
          </p:nvSpPr>
          <p:spPr>
            <a:xfrm>
              <a:off x="8052715" y="5254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8"/>
            <p:cNvSpPr/>
            <p:nvPr/>
          </p:nvSpPr>
          <p:spPr>
            <a:xfrm>
              <a:off x="8251268" y="51369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49"/>
            <p:cNvSpPr/>
            <p:nvPr/>
          </p:nvSpPr>
          <p:spPr>
            <a:xfrm>
              <a:off x="8897838" y="50325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0"/>
            <p:cNvSpPr/>
            <p:nvPr/>
          </p:nvSpPr>
          <p:spPr>
            <a:xfrm>
              <a:off x="8118899" y="49888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1"/>
            <p:cNvSpPr/>
            <p:nvPr/>
          </p:nvSpPr>
          <p:spPr>
            <a:xfrm>
              <a:off x="7864344" y="49512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2"/>
            <p:cNvSpPr/>
            <p:nvPr/>
          </p:nvSpPr>
          <p:spPr>
            <a:xfrm>
              <a:off x="7502876" y="48538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3"/>
            <p:cNvSpPr/>
            <p:nvPr/>
          </p:nvSpPr>
          <p:spPr>
            <a:xfrm>
              <a:off x="7350143" y="49061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4"/>
            <p:cNvSpPr/>
            <p:nvPr/>
          </p:nvSpPr>
          <p:spPr>
            <a:xfrm>
              <a:off x="7711611" y="41907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5"/>
            <p:cNvSpPr/>
            <p:nvPr/>
          </p:nvSpPr>
          <p:spPr>
            <a:xfrm>
              <a:off x="6917399" y="451660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6"/>
            <p:cNvSpPr/>
            <p:nvPr/>
          </p:nvSpPr>
          <p:spPr>
            <a:xfrm>
              <a:off x="7268685" y="4340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7"/>
            <p:cNvSpPr/>
            <p:nvPr/>
          </p:nvSpPr>
          <p:spPr>
            <a:xfrm>
              <a:off x="6947946" y="425908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8"/>
            <p:cNvSpPr/>
            <p:nvPr/>
          </p:nvSpPr>
          <p:spPr>
            <a:xfrm>
              <a:off x="8073079" y="42932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59"/>
            <p:cNvSpPr/>
            <p:nvPr/>
          </p:nvSpPr>
          <p:spPr>
            <a:xfrm>
              <a:off x="8633101" y="43951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0"/>
            <p:cNvSpPr/>
            <p:nvPr/>
          </p:nvSpPr>
          <p:spPr>
            <a:xfrm>
              <a:off x="7075224" y="49273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1"/>
            <p:cNvSpPr/>
            <p:nvPr/>
          </p:nvSpPr>
          <p:spPr>
            <a:xfrm>
              <a:off x="7777796" y="53288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2"/>
            <p:cNvSpPr/>
            <p:nvPr/>
          </p:nvSpPr>
          <p:spPr>
            <a:xfrm>
              <a:off x="7380690" y="5354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3"/>
            <p:cNvSpPr/>
            <p:nvPr/>
          </p:nvSpPr>
          <p:spPr>
            <a:xfrm>
              <a:off x="7584334" y="52350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4"/>
            <p:cNvSpPr/>
            <p:nvPr/>
          </p:nvSpPr>
          <p:spPr>
            <a:xfrm>
              <a:off x="7584334" y="49088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5"/>
            <p:cNvSpPr/>
            <p:nvPr/>
          </p:nvSpPr>
          <p:spPr>
            <a:xfrm>
              <a:off x="6993766" y="503786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6"/>
            <p:cNvSpPr/>
            <p:nvPr/>
          </p:nvSpPr>
          <p:spPr>
            <a:xfrm>
              <a:off x="7492694" y="50570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7"/>
            <p:cNvSpPr/>
            <p:nvPr/>
          </p:nvSpPr>
          <p:spPr>
            <a:xfrm>
              <a:off x="8622918" y="52160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8"/>
            <p:cNvSpPr/>
            <p:nvPr/>
          </p:nvSpPr>
          <p:spPr>
            <a:xfrm>
              <a:off x="8424365" y="50980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69"/>
            <p:cNvSpPr/>
            <p:nvPr/>
          </p:nvSpPr>
          <p:spPr>
            <a:xfrm>
              <a:off x="7268685" y="5069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0"/>
            <p:cNvSpPr/>
            <p:nvPr/>
          </p:nvSpPr>
          <p:spPr>
            <a:xfrm>
              <a:off x="8449821" y="50411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1"/>
            <p:cNvSpPr/>
            <p:nvPr/>
          </p:nvSpPr>
          <p:spPr>
            <a:xfrm>
              <a:off x="7350143" y="4970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2"/>
            <p:cNvSpPr/>
            <p:nvPr/>
          </p:nvSpPr>
          <p:spPr>
            <a:xfrm>
              <a:off x="7299232" y="49016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3"/>
            <p:cNvSpPr/>
            <p:nvPr/>
          </p:nvSpPr>
          <p:spPr>
            <a:xfrm>
              <a:off x="7563969" y="4925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4"/>
            <p:cNvSpPr/>
            <p:nvPr/>
          </p:nvSpPr>
          <p:spPr>
            <a:xfrm>
              <a:off x="7630154" y="48455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5"/>
            <p:cNvSpPr/>
            <p:nvPr/>
          </p:nvSpPr>
          <p:spPr>
            <a:xfrm>
              <a:off x="7971257" y="48910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6"/>
            <p:cNvSpPr/>
            <p:nvPr/>
          </p:nvSpPr>
          <p:spPr>
            <a:xfrm>
              <a:off x="7645427" y="45009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7"/>
            <p:cNvSpPr/>
            <p:nvPr/>
          </p:nvSpPr>
          <p:spPr>
            <a:xfrm>
              <a:off x="7370507" y="45114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8"/>
            <p:cNvSpPr/>
            <p:nvPr/>
          </p:nvSpPr>
          <p:spPr>
            <a:xfrm>
              <a:off x="7136317" y="46409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79"/>
            <p:cNvSpPr/>
            <p:nvPr/>
          </p:nvSpPr>
          <p:spPr>
            <a:xfrm>
              <a:off x="7513058" y="47137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0"/>
            <p:cNvSpPr/>
            <p:nvPr/>
          </p:nvSpPr>
          <p:spPr>
            <a:xfrm>
              <a:off x="7675974" y="4908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1"/>
            <p:cNvSpPr/>
            <p:nvPr/>
          </p:nvSpPr>
          <p:spPr>
            <a:xfrm>
              <a:off x="7655609" y="49724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2"/>
            <p:cNvSpPr/>
            <p:nvPr/>
          </p:nvSpPr>
          <p:spPr>
            <a:xfrm>
              <a:off x="8190175" y="4919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3"/>
            <p:cNvSpPr/>
            <p:nvPr/>
          </p:nvSpPr>
          <p:spPr>
            <a:xfrm>
              <a:off x="7299232" y="51234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4"/>
            <p:cNvSpPr/>
            <p:nvPr/>
          </p:nvSpPr>
          <p:spPr>
            <a:xfrm>
              <a:off x="7044677" y="51652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5"/>
            <p:cNvSpPr/>
            <p:nvPr/>
          </p:nvSpPr>
          <p:spPr>
            <a:xfrm>
              <a:off x="7818524" y="51416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6"/>
            <p:cNvSpPr/>
            <p:nvPr/>
          </p:nvSpPr>
          <p:spPr>
            <a:xfrm>
              <a:off x="7227957" y="51434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7"/>
            <p:cNvSpPr/>
            <p:nvPr/>
          </p:nvSpPr>
          <p:spPr>
            <a:xfrm>
              <a:off x="7731976" y="51203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8"/>
            <p:cNvSpPr/>
            <p:nvPr/>
          </p:nvSpPr>
          <p:spPr>
            <a:xfrm>
              <a:off x="7538514" y="51571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89"/>
            <p:cNvSpPr/>
            <p:nvPr/>
          </p:nvSpPr>
          <p:spPr>
            <a:xfrm>
              <a:off x="8592372" y="50275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0"/>
            <p:cNvSpPr/>
            <p:nvPr/>
          </p:nvSpPr>
          <p:spPr>
            <a:xfrm>
              <a:off x="8149446" y="49763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1"/>
            <p:cNvSpPr/>
            <p:nvPr/>
          </p:nvSpPr>
          <p:spPr>
            <a:xfrm>
              <a:off x="7095588" y="4904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2"/>
            <p:cNvSpPr/>
            <p:nvPr/>
          </p:nvSpPr>
          <p:spPr>
            <a:xfrm>
              <a:off x="7024313" y="48581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3"/>
            <p:cNvSpPr/>
            <p:nvPr/>
          </p:nvSpPr>
          <p:spPr>
            <a:xfrm>
              <a:off x="6983584" y="479396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4"/>
            <p:cNvSpPr/>
            <p:nvPr/>
          </p:nvSpPr>
          <p:spPr>
            <a:xfrm>
              <a:off x="7289050" y="47674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5"/>
            <p:cNvSpPr/>
            <p:nvPr/>
          </p:nvSpPr>
          <p:spPr>
            <a:xfrm>
              <a:off x="7034495" y="45462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6"/>
            <p:cNvSpPr/>
            <p:nvPr/>
          </p:nvSpPr>
          <p:spPr>
            <a:xfrm>
              <a:off x="7360325" y="45515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7"/>
            <p:cNvSpPr/>
            <p:nvPr/>
          </p:nvSpPr>
          <p:spPr>
            <a:xfrm>
              <a:off x="7126135" y="45560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8"/>
            <p:cNvSpPr/>
            <p:nvPr/>
          </p:nvSpPr>
          <p:spPr>
            <a:xfrm>
              <a:off x="7350143" y="45950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399"/>
            <p:cNvSpPr/>
            <p:nvPr/>
          </p:nvSpPr>
          <p:spPr>
            <a:xfrm>
              <a:off x="7482512" y="46148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0"/>
            <p:cNvSpPr/>
            <p:nvPr/>
          </p:nvSpPr>
          <p:spPr>
            <a:xfrm>
              <a:off x="7431601" y="4753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1"/>
            <p:cNvSpPr/>
            <p:nvPr/>
          </p:nvSpPr>
          <p:spPr>
            <a:xfrm>
              <a:off x="7782887" y="4724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2"/>
            <p:cNvSpPr/>
            <p:nvPr/>
          </p:nvSpPr>
          <p:spPr>
            <a:xfrm>
              <a:off x="7513058" y="47575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3"/>
            <p:cNvSpPr/>
            <p:nvPr/>
          </p:nvSpPr>
          <p:spPr>
            <a:xfrm>
              <a:off x="7309414" y="48356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4"/>
            <p:cNvSpPr/>
            <p:nvPr/>
          </p:nvSpPr>
          <p:spPr>
            <a:xfrm>
              <a:off x="7268685" y="47980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5"/>
            <p:cNvSpPr/>
            <p:nvPr/>
          </p:nvSpPr>
          <p:spPr>
            <a:xfrm>
              <a:off x="8892747" y="47869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6"/>
            <p:cNvSpPr/>
            <p:nvPr/>
          </p:nvSpPr>
          <p:spPr>
            <a:xfrm>
              <a:off x="8398910" y="4841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7"/>
            <p:cNvSpPr/>
            <p:nvPr/>
          </p:nvSpPr>
          <p:spPr>
            <a:xfrm>
              <a:off x="7177046" y="4826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8"/>
            <p:cNvSpPr/>
            <p:nvPr/>
          </p:nvSpPr>
          <p:spPr>
            <a:xfrm>
              <a:off x="7823615" y="50061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09"/>
            <p:cNvSpPr/>
            <p:nvPr/>
          </p:nvSpPr>
          <p:spPr>
            <a:xfrm>
              <a:off x="7054859" y="51390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0"/>
            <p:cNvSpPr/>
            <p:nvPr/>
          </p:nvSpPr>
          <p:spPr>
            <a:xfrm>
              <a:off x="7024313" y="51564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1"/>
            <p:cNvSpPr/>
            <p:nvPr/>
          </p:nvSpPr>
          <p:spPr>
            <a:xfrm>
              <a:off x="7482512" y="52676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2"/>
            <p:cNvSpPr/>
            <p:nvPr/>
          </p:nvSpPr>
          <p:spPr>
            <a:xfrm>
              <a:off x="7772704" y="52515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3"/>
            <p:cNvSpPr/>
            <p:nvPr/>
          </p:nvSpPr>
          <p:spPr>
            <a:xfrm>
              <a:off x="7584334" y="51436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4"/>
            <p:cNvSpPr/>
            <p:nvPr/>
          </p:nvSpPr>
          <p:spPr>
            <a:xfrm>
              <a:off x="8093444" y="50404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5"/>
            <p:cNvSpPr/>
            <p:nvPr/>
          </p:nvSpPr>
          <p:spPr>
            <a:xfrm>
              <a:off x="7258503" y="4954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6"/>
            <p:cNvSpPr/>
            <p:nvPr/>
          </p:nvSpPr>
          <p:spPr>
            <a:xfrm>
              <a:off x="7121043" y="49243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7"/>
            <p:cNvSpPr/>
            <p:nvPr/>
          </p:nvSpPr>
          <p:spPr>
            <a:xfrm>
              <a:off x="7497785" y="48666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8"/>
            <p:cNvSpPr/>
            <p:nvPr/>
          </p:nvSpPr>
          <p:spPr>
            <a:xfrm>
              <a:off x="7141408" y="48189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19"/>
            <p:cNvSpPr/>
            <p:nvPr/>
          </p:nvSpPr>
          <p:spPr>
            <a:xfrm>
              <a:off x="7350143" y="47127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0"/>
            <p:cNvSpPr/>
            <p:nvPr/>
          </p:nvSpPr>
          <p:spPr>
            <a:xfrm>
              <a:off x="7258503" y="45658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1"/>
            <p:cNvSpPr/>
            <p:nvPr/>
          </p:nvSpPr>
          <p:spPr>
            <a:xfrm>
              <a:off x="7309414" y="44393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2"/>
            <p:cNvSpPr/>
            <p:nvPr/>
          </p:nvSpPr>
          <p:spPr>
            <a:xfrm>
              <a:off x="7207592" y="41281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3"/>
            <p:cNvSpPr/>
            <p:nvPr/>
          </p:nvSpPr>
          <p:spPr>
            <a:xfrm>
              <a:off x="7126135" y="4840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4"/>
            <p:cNvSpPr/>
            <p:nvPr/>
          </p:nvSpPr>
          <p:spPr>
            <a:xfrm>
              <a:off x="7502876" y="49463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5"/>
            <p:cNvSpPr/>
            <p:nvPr/>
          </p:nvSpPr>
          <p:spPr>
            <a:xfrm>
              <a:off x="7324688" y="49171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6"/>
            <p:cNvSpPr/>
            <p:nvPr/>
          </p:nvSpPr>
          <p:spPr>
            <a:xfrm>
              <a:off x="7370507" y="50163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7"/>
            <p:cNvSpPr/>
            <p:nvPr/>
          </p:nvSpPr>
          <p:spPr>
            <a:xfrm>
              <a:off x="8042533" y="50438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8"/>
            <p:cNvSpPr/>
            <p:nvPr/>
          </p:nvSpPr>
          <p:spPr>
            <a:xfrm>
              <a:off x="7451965" y="48753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29"/>
            <p:cNvSpPr/>
            <p:nvPr/>
          </p:nvSpPr>
          <p:spPr>
            <a:xfrm>
              <a:off x="7548696" y="49551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0"/>
            <p:cNvSpPr/>
            <p:nvPr/>
          </p:nvSpPr>
          <p:spPr>
            <a:xfrm>
              <a:off x="7630154" y="49936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1"/>
            <p:cNvSpPr/>
            <p:nvPr/>
          </p:nvSpPr>
          <p:spPr>
            <a:xfrm>
              <a:off x="7370507" y="50608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2"/>
            <p:cNvSpPr/>
            <p:nvPr/>
          </p:nvSpPr>
          <p:spPr>
            <a:xfrm>
              <a:off x="7502876" y="51109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3"/>
            <p:cNvSpPr/>
            <p:nvPr/>
          </p:nvSpPr>
          <p:spPr>
            <a:xfrm>
              <a:off x="7121043" y="51295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4"/>
            <p:cNvSpPr/>
            <p:nvPr/>
          </p:nvSpPr>
          <p:spPr>
            <a:xfrm>
              <a:off x="7054859" y="51606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5"/>
            <p:cNvSpPr/>
            <p:nvPr/>
          </p:nvSpPr>
          <p:spPr>
            <a:xfrm>
              <a:off x="8235995" y="51189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6"/>
            <p:cNvSpPr/>
            <p:nvPr/>
          </p:nvSpPr>
          <p:spPr>
            <a:xfrm>
              <a:off x="7161772" y="50320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7"/>
            <p:cNvSpPr/>
            <p:nvPr/>
          </p:nvSpPr>
          <p:spPr>
            <a:xfrm>
              <a:off x="7681065" y="49581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8"/>
            <p:cNvSpPr/>
            <p:nvPr/>
          </p:nvSpPr>
          <p:spPr>
            <a:xfrm>
              <a:off x="7233048" y="48897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39"/>
            <p:cNvSpPr/>
            <p:nvPr/>
          </p:nvSpPr>
          <p:spPr>
            <a:xfrm>
              <a:off x="9050571" y="48167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0"/>
            <p:cNvSpPr/>
            <p:nvPr/>
          </p:nvSpPr>
          <p:spPr>
            <a:xfrm>
              <a:off x="9325490" y="48505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1"/>
            <p:cNvSpPr/>
            <p:nvPr/>
          </p:nvSpPr>
          <p:spPr>
            <a:xfrm>
              <a:off x="7823615" y="4915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2"/>
            <p:cNvSpPr/>
            <p:nvPr/>
          </p:nvSpPr>
          <p:spPr>
            <a:xfrm>
              <a:off x="8465094" y="48744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3"/>
            <p:cNvSpPr/>
            <p:nvPr/>
          </p:nvSpPr>
          <p:spPr>
            <a:xfrm>
              <a:off x="7268685" y="48333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4"/>
            <p:cNvSpPr/>
            <p:nvPr/>
          </p:nvSpPr>
          <p:spPr>
            <a:xfrm>
              <a:off x="7014130" y="49040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5"/>
            <p:cNvSpPr/>
            <p:nvPr/>
          </p:nvSpPr>
          <p:spPr>
            <a:xfrm>
              <a:off x="7136317" y="49493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6"/>
            <p:cNvSpPr/>
            <p:nvPr/>
          </p:nvSpPr>
          <p:spPr>
            <a:xfrm>
              <a:off x="7065041" y="46181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7"/>
            <p:cNvSpPr/>
            <p:nvPr/>
          </p:nvSpPr>
          <p:spPr>
            <a:xfrm>
              <a:off x="7024313" y="44335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8"/>
            <p:cNvSpPr/>
            <p:nvPr/>
          </p:nvSpPr>
          <p:spPr>
            <a:xfrm>
              <a:off x="7319596" y="44267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49"/>
            <p:cNvSpPr/>
            <p:nvPr/>
          </p:nvSpPr>
          <p:spPr>
            <a:xfrm>
              <a:off x="7314505" y="4457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0"/>
            <p:cNvSpPr/>
            <p:nvPr/>
          </p:nvSpPr>
          <p:spPr>
            <a:xfrm>
              <a:off x="7024313" y="44326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1"/>
            <p:cNvSpPr/>
            <p:nvPr/>
          </p:nvSpPr>
          <p:spPr>
            <a:xfrm>
              <a:off x="7095588" y="45745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2"/>
            <p:cNvSpPr/>
            <p:nvPr/>
          </p:nvSpPr>
          <p:spPr>
            <a:xfrm>
              <a:off x="7238139" y="45740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3"/>
            <p:cNvSpPr/>
            <p:nvPr/>
          </p:nvSpPr>
          <p:spPr>
            <a:xfrm>
              <a:off x="7518149" y="4566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4"/>
            <p:cNvSpPr/>
            <p:nvPr/>
          </p:nvSpPr>
          <p:spPr>
            <a:xfrm>
              <a:off x="7070132" y="4626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5"/>
            <p:cNvSpPr/>
            <p:nvPr/>
          </p:nvSpPr>
          <p:spPr>
            <a:xfrm>
              <a:off x="7187228" y="46716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6"/>
            <p:cNvSpPr/>
            <p:nvPr/>
          </p:nvSpPr>
          <p:spPr>
            <a:xfrm>
              <a:off x="7859253" y="4700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7"/>
            <p:cNvSpPr/>
            <p:nvPr/>
          </p:nvSpPr>
          <p:spPr>
            <a:xfrm>
              <a:off x="7339961" y="47246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8"/>
            <p:cNvSpPr/>
            <p:nvPr/>
          </p:nvSpPr>
          <p:spPr>
            <a:xfrm>
              <a:off x="7268685" y="47431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59"/>
            <p:cNvSpPr/>
            <p:nvPr/>
          </p:nvSpPr>
          <p:spPr>
            <a:xfrm>
              <a:off x="7197410" y="4849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0"/>
            <p:cNvSpPr/>
            <p:nvPr/>
          </p:nvSpPr>
          <p:spPr>
            <a:xfrm>
              <a:off x="7197410" y="47532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1"/>
            <p:cNvSpPr/>
            <p:nvPr/>
          </p:nvSpPr>
          <p:spPr>
            <a:xfrm>
              <a:off x="7416327" y="46045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2"/>
            <p:cNvSpPr/>
            <p:nvPr/>
          </p:nvSpPr>
          <p:spPr>
            <a:xfrm>
              <a:off x="7166863" y="43369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3"/>
            <p:cNvSpPr/>
            <p:nvPr/>
          </p:nvSpPr>
          <p:spPr>
            <a:xfrm>
              <a:off x="8001804" y="51732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4"/>
            <p:cNvSpPr/>
            <p:nvPr/>
          </p:nvSpPr>
          <p:spPr>
            <a:xfrm>
              <a:off x="8612736" y="51922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5"/>
            <p:cNvSpPr/>
            <p:nvPr/>
          </p:nvSpPr>
          <p:spPr>
            <a:xfrm>
              <a:off x="7523240" y="5127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6"/>
            <p:cNvSpPr/>
            <p:nvPr/>
          </p:nvSpPr>
          <p:spPr>
            <a:xfrm>
              <a:off x="7655609" y="50825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7"/>
            <p:cNvSpPr/>
            <p:nvPr/>
          </p:nvSpPr>
          <p:spPr>
            <a:xfrm>
              <a:off x="7925437" y="49851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8"/>
            <p:cNvSpPr/>
            <p:nvPr/>
          </p:nvSpPr>
          <p:spPr>
            <a:xfrm>
              <a:off x="7899982" y="49478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69"/>
            <p:cNvSpPr/>
            <p:nvPr/>
          </p:nvSpPr>
          <p:spPr>
            <a:xfrm>
              <a:off x="8908020" y="48932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0"/>
            <p:cNvSpPr/>
            <p:nvPr/>
          </p:nvSpPr>
          <p:spPr>
            <a:xfrm>
              <a:off x="7599607" y="48416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1"/>
            <p:cNvSpPr/>
            <p:nvPr/>
          </p:nvSpPr>
          <p:spPr>
            <a:xfrm>
              <a:off x="9264397" y="4764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2"/>
            <p:cNvSpPr/>
            <p:nvPr/>
          </p:nvSpPr>
          <p:spPr>
            <a:xfrm>
              <a:off x="7599607" y="47728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3"/>
            <p:cNvSpPr/>
            <p:nvPr/>
          </p:nvSpPr>
          <p:spPr>
            <a:xfrm>
              <a:off x="7523240" y="47296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4"/>
            <p:cNvSpPr/>
            <p:nvPr/>
          </p:nvSpPr>
          <p:spPr>
            <a:xfrm>
              <a:off x="7518149" y="4696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5"/>
            <p:cNvSpPr/>
            <p:nvPr/>
          </p:nvSpPr>
          <p:spPr>
            <a:xfrm>
              <a:off x="7136317" y="4679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6"/>
            <p:cNvSpPr/>
            <p:nvPr/>
          </p:nvSpPr>
          <p:spPr>
            <a:xfrm>
              <a:off x="7793069" y="45935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7"/>
            <p:cNvSpPr/>
            <p:nvPr/>
          </p:nvSpPr>
          <p:spPr>
            <a:xfrm>
              <a:off x="7187228" y="3888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8"/>
            <p:cNvSpPr/>
            <p:nvPr/>
          </p:nvSpPr>
          <p:spPr>
            <a:xfrm>
              <a:off x="7095588" y="36757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79"/>
            <p:cNvSpPr/>
            <p:nvPr/>
          </p:nvSpPr>
          <p:spPr>
            <a:xfrm>
              <a:off x="7044677" y="35943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0"/>
            <p:cNvSpPr/>
            <p:nvPr/>
          </p:nvSpPr>
          <p:spPr>
            <a:xfrm>
              <a:off x="8699285" y="35757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1"/>
            <p:cNvSpPr/>
            <p:nvPr/>
          </p:nvSpPr>
          <p:spPr>
            <a:xfrm>
              <a:off x="8149446" y="35738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2"/>
            <p:cNvSpPr/>
            <p:nvPr/>
          </p:nvSpPr>
          <p:spPr>
            <a:xfrm>
              <a:off x="8322543" y="44877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3"/>
            <p:cNvSpPr/>
            <p:nvPr/>
          </p:nvSpPr>
          <p:spPr>
            <a:xfrm>
              <a:off x="8195266" y="46971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4"/>
            <p:cNvSpPr/>
            <p:nvPr/>
          </p:nvSpPr>
          <p:spPr>
            <a:xfrm>
              <a:off x="7217774" y="44098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5"/>
            <p:cNvSpPr/>
            <p:nvPr/>
          </p:nvSpPr>
          <p:spPr>
            <a:xfrm>
              <a:off x="7024313" y="48084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6"/>
            <p:cNvSpPr/>
            <p:nvPr/>
          </p:nvSpPr>
          <p:spPr>
            <a:xfrm>
              <a:off x="7625062" y="48407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7"/>
            <p:cNvSpPr/>
            <p:nvPr/>
          </p:nvSpPr>
          <p:spPr>
            <a:xfrm>
              <a:off x="7594516" y="48209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8"/>
            <p:cNvSpPr/>
            <p:nvPr/>
          </p:nvSpPr>
          <p:spPr>
            <a:xfrm>
              <a:off x="7192319" y="48216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89"/>
            <p:cNvSpPr/>
            <p:nvPr/>
          </p:nvSpPr>
          <p:spPr>
            <a:xfrm>
              <a:off x="7329779" y="47794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0"/>
            <p:cNvSpPr/>
            <p:nvPr/>
          </p:nvSpPr>
          <p:spPr>
            <a:xfrm>
              <a:off x="7879618" y="49180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1"/>
            <p:cNvSpPr/>
            <p:nvPr/>
          </p:nvSpPr>
          <p:spPr>
            <a:xfrm>
              <a:off x="7451965" y="50431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2"/>
            <p:cNvSpPr/>
            <p:nvPr/>
          </p:nvSpPr>
          <p:spPr>
            <a:xfrm>
              <a:off x="9615683" y="50421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3"/>
            <p:cNvSpPr/>
            <p:nvPr/>
          </p:nvSpPr>
          <p:spPr>
            <a:xfrm>
              <a:off x="8806198" y="49936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4"/>
            <p:cNvSpPr/>
            <p:nvPr/>
          </p:nvSpPr>
          <p:spPr>
            <a:xfrm>
              <a:off x="7849071" y="50255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5"/>
            <p:cNvSpPr/>
            <p:nvPr/>
          </p:nvSpPr>
          <p:spPr>
            <a:xfrm>
              <a:off x="7197410" y="51102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6"/>
            <p:cNvSpPr/>
            <p:nvPr/>
          </p:nvSpPr>
          <p:spPr>
            <a:xfrm>
              <a:off x="7324688" y="51580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7"/>
            <p:cNvSpPr/>
            <p:nvPr/>
          </p:nvSpPr>
          <p:spPr>
            <a:xfrm>
              <a:off x="7003948" y="51850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8"/>
            <p:cNvSpPr/>
            <p:nvPr/>
          </p:nvSpPr>
          <p:spPr>
            <a:xfrm>
              <a:off x="8297088" y="49948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499"/>
            <p:cNvSpPr/>
            <p:nvPr/>
          </p:nvSpPr>
          <p:spPr>
            <a:xfrm>
              <a:off x="8225812" y="4959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0"/>
            <p:cNvSpPr/>
            <p:nvPr/>
          </p:nvSpPr>
          <p:spPr>
            <a:xfrm>
              <a:off x="8363272" y="49124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1"/>
            <p:cNvSpPr/>
            <p:nvPr/>
          </p:nvSpPr>
          <p:spPr>
            <a:xfrm>
              <a:off x="8429457" y="4839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2"/>
            <p:cNvSpPr/>
            <p:nvPr/>
          </p:nvSpPr>
          <p:spPr>
            <a:xfrm>
              <a:off x="7772704" y="48219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3"/>
            <p:cNvSpPr/>
            <p:nvPr/>
          </p:nvSpPr>
          <p:spPr>
            <a:xfrm>
              <a:off x="7146499" y="4802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4"/>
            <p:cNvSpPr/>
            <p:nvPr/>
          </p:nvSpPr>
          <p:spPr>
            <a:xfrm>
              <a:off x="7640336" y="47970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5"/>
            <p:cNvSpPr/>
            <p:nvPr/>
          </p:nvSpPr>
          <p:spPr>
            <a:xfrm>
              <a:off x="8332726" y="48506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6"/>
            <p:cNvSpPr/>
            <p:nvPr/>
          </p:nvSpPr>
          <p:spPr>
            <a:xfrm>
              <a:off x="7833798" y="48837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7"/>
            <p:cNvSpPr/>
            <p:nvPr/>
          </p:nvSpPr>
          <p:spPr>
            <a:xfrm>
              <a:off x="7314505" y="4923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8"/>
            <p:cNvSpPr/>
            <p:nvPr/>
          </p:nvSpPr>
          <p:spPr>
            <a:xfrm>
              <a:off x="7014130" y="49523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09"/>
            <p:cNvSpPr/>
            <p:nvPr/>
          </p:nvSpPr>
          <p:spPr>
            <a:xfrm>
              <a:off x="7095588" y="4825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0"/>
            <p:cNvSpPr/>
            <p:nvPr/>
          </p:nvSpPr>
          <p:spPr>
            <a:xfrm>
              <a:off x="7156681" y="4768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1"/>
            <p:cNvSpPr/>
            <p:nvPr/>
          </p:nvSpPr>
          <p:spPr>
            <a:xfrm>
              <a:off x="7548696" y="4686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2"/>
            <p:cNvSpPr/>
            <p:nvPr/>
          </p:nvSpPr>
          <p:spPr>
            <a:xfrm>
              <a:off x="7187228" y="45910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3"/>
            <p:cNvSpPr/>
            <p:nvPr/>
          </p:nvSpPr>
          <p:spPr>
            <a:xfrm>
              <a:off x="7075224" y="43397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4"/>
            <p:cNvSpPr/>
            <p:nvPr/>
          </p:nvSpPr>
          <p:spPr>
            <a:xfrm>
              <a:off x="7034495" y="42732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5"/>
            <p:cNvSpPr/>
            <p:nvPr/>
          </p:nvSpPr>
          <p:spPr>
            <a:xfrm>
              <a:off x="7024313" y="42378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6"/>
            <p:cNvSpPr/>
            <p:nvPr/>
          </p:nvSpPr>
          <p:spPr>
            <a:xfrm>
              <a:off x="9162575" y="42831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7"/>
            <p:cNvSpPr/>
            <p:nvPr/>
          </p:nvSpPr>
          <p:spPr>
            <a:xfrm>
              <a:off x="9218577" y="43246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8"/>
            <p:cNvSpPr/>
            <p:nvPr/>
          </p:nvSpPr>
          <p:spPr>
            <a:xfrm>
              <a:off x="8429457" y="43687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19"/>
            <p:cNvSpPr/>
            <p:nvPr/>
          </p:nvSpPr>
          <p:spPr>
            <a:xfrm>
              <a:off x="8291997" y="44234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0"/>
            <p:cNvSpPr/>
            <p:nvPr/>
          </p:nvSpPr>
          <p:spPr>
            <a:xfrm>
              <a:off x="7324688" y="4429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1"/>
            <p:cNvSpPr/>
            <p:nvPr/>
          </p:nvSpPr>
          <p:spPr>
            <a:xfrm>
              <a:off x="7920346" y="44749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2"/>
            <p:cNvSpPr/>
            <p:nvPr/>
          </p:nvSpPr>
          <p:spPr>
            <a:xfrm>
              <a:off x="7299232" y="45932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3"/>
            <p:cNvSpPr/>
            <p:nvPr/>
          </p:nvSpPr>
          <p:spPr>
            <a:xfrm>
              <a:off x="7075224" y="46130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4"/>
            <p:cNvSpPr/>
            <p:nvPr/>
          </p:nvSpPr>
          <p:spPr>
            <a:xfrm>
              <a:off x="7289050" y="45895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5"/>
            <p:cNvSpPr/>
            <p:nvPr/>
          </p:nvSpPr>
          <p:spPr>
            <a:xfrm>
              <a:off x="8347999" y="45912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6"/>
            <p:cNvSpPr/>
            <p:nvPr/>
          </p:nvSpPr>
          <p:spPr>
            <a:xfrm>
              <a:off x="7462147" y="46439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7"/>
            <p:cNvSpPr/>
            <p:nvPr/>
          </p:nvSpPr>
          <p:spPr>
            <a:xfrm>
              <a:off x="8246177" y="47433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8"/>
            <p:cNvSpPr/>
            <p:nvPr/>
          </p:nvSpPr>
          <p:spPr>
            <a:xfrm>
              <a:off x="7406145" y="47693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29"/>
            <p:cNvSpPr/>
            <p:nvPr/>
          </p:nvSpPr>
          <p:spPr>
            <a:xfrm>
              <a:off x="7238139" y="47731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0"/>
            <p:cNvSpPr/>
            <p:nvPr/>
          </p:nvSpPr>
          <p:spPr>
            <a:xfrm>
              <a:off x="7141408" y="4695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1"/>
            <p:cNvSpPr/>
            <p:nvPr/>
          </p:nvSpPr>
          <p:spPr>
            <a:xfrm>
              <a:off x="7345052" y="46332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2"/>
            <p:cNvSpPr/>
            <p:nvPr/>
          </p:nvSpPr>
          <p:spPr>
            <a:xfrm>
              <a:off x="7879618" y="46853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3"/>
            <p:cNvSpPr/>
            <p:nvPr/>
          </p:nvSpPr>
          <p:spPr>
            <a:xfrm>
              <a:off x="7843980" y="51272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4"/>
            <p:cNvSpPr/>
            <p:nvPr/>
          </p:nvSpPr>
          <p:spPr>
            <a:xfrm>
              <a:off x="7319596" y="51247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5"/>
            <p:cNvSpPr/>
            <p:nvPr/>
          </p:nvSpPr>
          <p:spPr>
            <a:xfrm>
              <a:off x="7451965" y="51202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6"/>
            <p:cNvSpPr/>
            <p:nvPr/>
          </p:nvSpPr>
          <p:spPr>
            <a:xfrm>
              <a:off x="7319596" y="52352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7"/>
            <p:cNvSpPr/>
            <p:nvPr/>
          </p:nvSpPr>
          <p:spPr>
            <a:xfrm>
              <a:off x="7793069" y="53525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8"/>
            <p:cNvSpPr/>
            <p:nvPr/>
          </p:nvSpPr>
          <p:spPr>
            <a:xfrm>
              <a:off x="7085406" y="49566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39"/>
            <p:cNvSpPr/>
            <p:nvPr/>
          </p:nvSpPr>
          <p:spPr>
            <a:xfrm>
              <a:off x="7533423" y="49359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0"/>
            <p:cNvSpPr/>
            <p:nvPr/>
          </p:nvSpPr>
          <p:spPr>
            <a:xfrm>
              <a:off x="7273776" y="4786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1"/>
            <p:cNvSpPr/>
            <p:nvPr/>
          </p:nvSpPr>
          <p:spPr>
            <a:xfrm>
              <a:off x="7706520" y="47839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2"/>
            <p:cNvSpPr/>
            <p:nvPr/>
          </p:nvSpPr>
          <p:spPr>
            <a:xfrm>
              <a:off x="7238139" y="47092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3"/>
            <p:cNvSpPr/>
            <p:nvPr/>
          </p:nvSpPr>
          <p:spPr>
            <a:xfrm>
              <a:off x="7054859" y="45666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4"/>
            <p:cNvSpPr/>
            <p:nvPr/>
          </p:nvSpPr>
          <p:spPr>
            <a:xfrm>
              <a:off x="7370507" y="44589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5"/>
            <p:cNvSpPr/>
            <p:nvPr/>
          </p:nvSpPr>
          <p:spPr>
            <a:xfrm>
              <a:off x="7304323" y="4482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6"/>
            <p:cNvSpPr/>
            <p:nvPr/>
          </p:nvSpPr>
          <p:spPr>
            <a:xfrm>
              <a:off x="7054859" y="4497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7"/>
            <p:cNvSpPr/>
            <p:nvPr/>
          </p:nvSpPr>
          <p:spPr>
            <a:xfrm>
              <a:off x="7910164" y="43943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8"/>
            <p:cNvSpPr/>
            <p:nvPr/>
          </p:nvSpPr>
          <p:spPr>
            <a:xfrm>
              <a:off x="7003948" y="42709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49"/>
            <p:cNvSpPr/>
            <p:nvPr/>
          </p:nvSpPr>
          <p:spPr>
            <a:xfrm>
              <a:off x="7034495" y="40348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0"/>
            <p:cNvSpPr/>
            <p:nvPr/>
          </p:nvSpPr>
          <p:spPr>
            <a:xfrm>
              <a:off x="7263594" y="40881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1"/>
            <p:cNvSpPr/>
            <p:nvPr/>
          </p:nvSpPr>
          <p:spPr>
            <a:xfrm>
              <a:off x="7294141" y="3905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2"/>
            <p:cNvSpPr/>
            <p:nvPr/>
          </p:nvSpPr>
          <p:spPr>
            <a:xfrm>
              <a:off x="8067988" y="38958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3"/>
            <p:cNvSpPr/>
            <p:nvPr/>
          </p:nvSpPr>
          <p:spPr>
            <a:xfrm>
              <a:off x="8734923" y="38893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4"/>
            <p:cNvSpPr/>
            <p:nvPr/>
          </p:nvSpPr>
          <p:spPr>
            <a:xfrm>
              <a:off x="8093444" y="47152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5"/>
            <p:cNvSpPr/>
            <p:nvPr/>
          </p:nvSpPr>
          <p:spPr>
            <a:xfrm>
              <a:off x="7258503" y="47265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6"/>
            <p:cNvSpPr/>
            <p:nvPr/>
          </p:nvSpPr>
          <p:spPr>
            <a:xfrm>
              <a:off x="7156681" y="43807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7"/>
            <p:cNvSpPr/>
            <p:nvPr/>
          </p:nvSpPr>
          <p:spPr>
            <a:xfrm>
              <a:off x="8271632" y="44943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8"/>
            <p:cNvSpPr/>
            <p:nvPr/>
          </p:nvSpPr>
          <p:spPr>
            <a:xfrm>
              <a:off x="8190175" y="44021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59"/>
            <p:cNvSpPr/>
            <p:nvPr/>
          </p:nvSpPr>
          <p:spPr>
            <a:xfrm>
              <a:off x="7523240" y="43077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0"/>
            <p:cNvSpPr/>
            <p:nvPr/>
          </p:nvSpPr>
          <p:spPr>
            <a:xfrm>
              <a:off x="7227957" y="43013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1"/>
            <p:cNvSpPr/>
            <p:nvPr/>
          </p:nvSpPr>
          <p:spPr>
            <a:xfrm>
              <a:off x="7446874" y="50330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2"/>
            <p:cNvSpPr/>
            <p:nvPr/>
          </p:nvSpPr>
          <p:spPr>
            <a:xfrm>
              <a:off x="7869435" y="48668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3"/>
            <p:cNvSpPr/>
            <p:nvPr/>
          </p:nvSpPr>
          <p:spPr>
            <a:xfrm>
              <a:off x="7329779" y="46061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4"/>
            <p:cNvSpPr/>
            <p:nvPr/>
          </p:nvSpPr>
          <p:spPr>
            <a:xfrm>
              <a:off x="7818524" y="52081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5"/>
            <p:cNvSpPr/>
            <p:nvPr/>
          </p:nvSpPr>
          <p:spPr>
            <a:xfrm>
              <a:off x="8419274" y="5289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6"/>
            <p:cNvSpPr/>
            <p:nvPr/>
          </p:nvSpPr>
          <p:spPr>
            <a:xfrm>
              <a:off x="7238139" y="50905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7"/>
            <p:cNvSpPr/>
            <p:nvPr/>
          </p:nvSpPr>
          <p:spPr>
            <a:xfrm>
              <a:off x="7390872" y="50073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8"/>
            <p:cNvSpPr/>
            <p:nvPr/>
          </p:nvSpPr>
          <p:spPr>
            <a:xfrm>
              <a:off x="7553787" y="4925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69"/>
            <p:cNvSpPr/>
            <p:nvPr/>
          </p:nvSpPr>
          <p:spPr>
            <a:xfrm>
              <a:off x="7100679" y="49239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0"/>
            <p:cNvSpPr/>
            <p:nvPr/>
          </p:nvSpPr>
          <p:spPr>
            <a:xfrm>
              <a:off x="7121043" y="50595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1"/>
            <p:cNvSpPr/>
            <p:nvPr/>
          </p:nvSpPr>
          <p:spPr>
            <a:xfrm>
              <a:off x="7971257" y="4997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2"/>
            <p:cNvSpPr/>
            <p:nvPr/>
          </p:nvSpPr>
          <p:spPr>
            <a:xfrm>
              <a:off x="7940711" y="50467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3"/>
            <p:cNvSpPr/>
            <p:nvPr/>
          </p:nvSpPr>
          <p:spPr>
            <a:xfrm>
              <a:off x="7075224" y="49960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4"/>
            <p:cNvSpPr/>
            <p:nvPr/>
          </p:nvSpPr>
          <p:spPr>
            <a:xfrm>
              <a:off x="7024313" y="49959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5"/>
            <p:cNvSpPr/>
            <p:nvPr/>
          </p:nvSpPr>
          <p:spPr>
            <a:xfrm>
              <a:off x="7014130" y="47422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6"/>
            <p:cNvSpPr/>
            <p:nvPr/>
          </p:nvSpPr>
          <p:spPr>
            <a:xfrm>
              <a:off x="7757431" y="45412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7"/>
            <p:cNvSpPr/>
            <p:nvPr/>
          </p:nvSpPr>
          <p:spPr>
            <a:xfrm>
              <a:off x="7003948" y="43521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8"/>
            <p:cNvSpPr/>
            <p:nvPr/>
          </p:nvSpPr>
          <p:spPr>
            <a:xfrm>
              <a:off x="7024313" y="44054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79"/>
            <p:cNvSpPr/>
            <p:nvPr/>
          </p:nvSpPr>
          <p:spPr>
            <a:xfrm>
              <a:off x="7431601" y="43207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0"/>
            <p:cNvSpPr/>
            <p:nvPr/>
          </p:nvSpPr>
          <p:spPr>
            <a:xfrm>
              <a:off x="7243230" y="42805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1"/>
            <p:cNvSpPr/>
            <p:nvPr/>
          </p:nvSpPr>
          <p:spPr>
            <a:xfrm>
              <a:off x="7991622" y="43079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2"/>
            <p:cNvSpPr/>
            <p:nvPr/>
          </p:nvSpPr>
          <p:spPr>
            <a:xfrm>
              <a:off x="8347999" y="43100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3"/>
            <p:cNvSpPr/>
            <p:nvPr/>
          </p:nvSpPr>
          <p:spPr>
            <a:xfrm>
              <a:off x="8144355" y="44268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4"/>
            <p:cNvSpPr/>
            <p:nvPr/>
          </p:nvSpPr>
          <p:spPr>
            <a:xfrm>
              <a:off x="7991622" y="4136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5"/>
            <p:cNvSpPr/>
            <p:nvPr/>
          </p:nvSpPr>
          <p:spPr>
            <a:xfrm>
              <a:off x="7502876" y="42612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6"/>
            <p:cNvSpPr/>
            <p:nvPr/>
          </p:nvSpPr>
          <p:spPr>
            <a:xfrm>
              <a:off x="7472329" y="44129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7"/>
            <p:cNvSpPr/>
            <p:nvPr/>
          </p:nvSpPr>
          <p:spPr>
            <a:xfrm>
              <a:off x="7329779" y="454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8"/>
            <p:cNvSpPr/>
            <p:nvPr/>
          </p:nvSpPr>
          <p:spPr>
            <a:xfrm>
              <a:off x="8709467" y="44937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89"/>
            <p:cNvSpPr/>
            <p:nvPr/>
          </p:nvSpPr>
          <p:spPr>
            <a:xfrm>
              <a:off x="7523240" y="44314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0"/>
            <p:cNvSpPr/>
            <p:nvPr/>
          </p:nvSpPr>
          <p:spPr>
            <a:xfrm>
              <a:off x="8185084" y="45186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1"/>
            <p:cNvSpPr/>
            <p:nvPr/>
          </p:nvSpPr>
          <p:spPr>
            <a:xfrm>
              <a:off x="9264397" y="45224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2"/>
            <p:cNvSpPr/>
            <p:nvPr/>
          </p:nvSpPr>
          <p:spPr>
            <a:xfrm>
              <a:off x="8368363" y="44697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3"/>
            <p:cNvSpPr/>
            <p:nvPr/>
          </p:nvSpPr>
          <p:spPr>
            <a:xfrm>
              <a:off x="7411236" y="43516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4"/>
            <p:cNvSpPr/>
            <p:nvPr/>
          </p:nvSpPr>
          <p:spPr>
            <a:xfrm>
              <a:off x="7462147" y="40768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5"/>
            <p:cNvSpPr/>
            <p:nvPr/>
          </p:nvSpPr>
          <p:spPr>
            <a:xfrm>
              <a:off x="7976349" y="4462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6"/>
            <p:cNvSpPr/>
            <p:nvPr/>
          </p:nvSpPr>
          <p:spPr>
            <a:xfrm>
              <a:off x="7859253" y="45336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7"/>
            <p:cNvSpPr/>
            <p:nvPr/>
          </p:nvSpPr>
          <p:spPr>
            <a:xfrm>
              <a:off x="7177046" y="54119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8"/>
            <p:cNvSpPr/>
            <p:nvPr/>
          </p:nvSpPr>
          <p:spPr>
            <a:xfrm>
              <a:off x="7767613" y="50349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599"/>
            <p:cNvSpPr/>
            <p:nvPr/>
          </p:nvSpPr>
          <p:spPr>
            <a:xfrm>
              <a:off x="7085406" y="49876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0"/>
            <p:cNvSpPr/>
            <p:nvPr/>
          </p:nvSpPr>
          <p:spPr>
            <a:xfrm>
              <a:off x="7268685" y="49674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1"/>
            <p:cNvSpPr/>
            <p:nvPr/>
          </p:nvSpPr>
          <p:spPr>
            <a:xfrm>
              <a:off x="7630154" y="49089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2"/>
            <p:cNvSpPr/>
            <p:nvPr/>
          </p:nvSpPr>
          <p:spPr>
            <a:xfrm>
              <a:off x="7070132" y="48794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3"/>
            <p:cNvSpPr/>
            <p:nvPr/>
          </p:nvSpPr>
          <p:spPr>
            <a:xfrm>
              <a:off x="7497785" y="48429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4"/>
            <p:cNvSpPr/>
            <p:nvPr/>
          </p:nvSpPr>
          <p:spPr>
            <a:xfrm>
              <a:off x="7757431" y="4808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5"/>
            <p:cNvSpPr/>
            <p:nvPr/>
          </p:nvSpPr>
          <p:spPr>
            <a:xfrm>
              <a:off x="6993766" y="473078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6"/>
            <p:cNvSpPr/>
            <p:nvPr/>
          </p:nvSpPr>
          <p:spPr>
            <a:xfrm>
              <a:off x="6993766" y="438646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7"/>
            <p:cNvSpPr/>
            <p:nvPr/>
          </p:nvSpPr>
          <p:spPr>
            <a:xfrm>
              <a:off x="7044677" y="44312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8"/>
            <p:cNvSpPr/>
            <p:nvPr/>
          </p:nvSpPr>
          <p:spPr>
            <a:xfrm>
              <a:off x="7014130" y="43872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09"/>
            <p:cNvSpPr/>
            <p:nvPr/>
          </p:nvSpPr>
          <p:spPr>
            <a:xfrm>
              <a:off x="7818524" y="44249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0"/>
            <p:cNvSpPr/>
            <p:nvPr/>
          </p:nvSpPr>
          <p:spPr>
            <a:xfrm>
              <a:off x="7065041" y="41864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1"/>
            <p:cNvSpPr/>
            <p:nvPr/>
          </p:nvSpPr>
          <p:spPr>
            <a:xfrm>
              <a:off x="7146499" y="43050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2"/>
            <p:cNvSpPr/>
            <p:nvPr/>
          </p:nvSpPr>
          <p:spPr>
            <a:xfrm>
              <a:off x="7003948" y="4579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3"/>
            <p:cNvSpPr/>
            <p:nvPr/>
          </p:nvSpPr>
          <p:spPr>
            <a:xfrm>
              <a:off x="8195266" y="43962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4"/>
            <p:cNvSpPr/>
            <p:nvPr/>
          </p:nvSpPr>
          <p:spPr>
            <a:xfrm>
              <a:off x="7034495" y="4261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5"/>
            <p:cNvSpPr/>
            <p:nvPr/>
          </p:nvSpPr>
          <p:spPr>
            <a:xfrm>
              <a:off x="7273776" y="45429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6"/>
            <p:cNvSpPr/>
            <p:nvPr/>
          </p:nvSpPr>
          <p:spPr>
            <a:xfrm>
              <a:off x="7838889" y="4474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7"/>
            <p:cNvSpPr/>
            <p:nvPr/>
          </p:nvSpPr>
          <p:spPr>
            <a:xfrm>
              <a:off x="7889800" y="44513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8"/>
            <p:cNvSpPr/>
            <p:nvPr/>
          </p:nvSpPr>
          <p:spPr>
            <a:xfrm>
              <a:off x="7859253" y="43879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19"/>
            <p:cNvSpPr/>
            <p:nvPr/>
          </p:nvSpPr>
          <p:spPr>
            <a:xfrm>
              <a:off x="7869435" y="41219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0"/>
            <p:cNvSpPr/>
            <p:nvPr/>
          </p:nvSpPr>
          <p:spPr>
            <a:xfrm>
              <a:off x="8526187" y="38976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1"/>
            <p:cNvSpPr/>
            <p:nvPr/>
          </p:nvSpPr>
          <p:spPr>
            <a:xfrm>
              <a:off x="8628010" y="42144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2"/>
            <p:cNvSpPr/>
            <p:nvPr/>
          </p:nvSpPr>
          <p:spPr>
            <a:xfrm>
              <a:off x="7039586" y="4558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3"/>
            <p:cNvSpPr/>
            <p:nvPr/>
          </p:nvSpPr>
          <p:spPr>
            <a:xfrm>
              <a:off x="7884709" y="34354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4"/>
            <p:cNvSpPr/>
            <p:nvPr/>
          </p:nvSpPr>
          <p:spPr>
            <a:xfrm>
              <a:off x="7319596" y="43721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5"/>
            <p:cNvSpPr/>
            <p:nvPr/>
          </p:nvSpPr>
          <p:spPr>
            <a:xfrm>
              <a:off x="8144355" y="45220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6"/>
            <p:cNvSpPr/>
            <p:nvPr/>
          </p:nvSpPr>
          <p:spPr>
            <a:xfrm>
              <a:off x="8836745" y="43308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7"/>
            <p:cNvSpPr/>
            <p:nvPr/>
          </p:nvSpPr>
          <p:spPr>
            <a:xfrm>
              <a:off x="9809145" y="4106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8"/>
            <p:cNvSpPr/>
            <p:nvPr/>
          </p:nvSpPr>
          <p:spPr>
            <a:xfrm>
              <a:off x="8750196" y="4181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29"/>
            <p:cNvSpPr/>
            <p:nvPr/>
          </p:nvSpPr>
          <p:spPr>
            <a:xfrm>
              <a:off x="8500732" y="43824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0"/>
            <p:cNvSpPr/>
            <p:nvPr/>
          </p:nvSpPr>
          <p:spPr>
            <a:xfrm>
              <a:off x="7859253" y="45127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1"/>
            <p:cNvSpPr/>
            <p:nvPr/>
          </p:nvSpPr>
          <p:spPr>
            <a:xfrm>
              <a:off x="7034495" y="4623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2"/>
            <p:cNvSpPr/>
            <p:nvPr/>
          </p:nvSpPr>
          <p:spPr>
            <a:xfrm>
              <a:off x="7324688" y="46848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3"/>
            <p:cNvSpPr/>
            <p:nvPr/>
          </p:nvSpPr>
          <p:spPr>
            <a:xfrm>
              <a:off x="7059950" y="45705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4"/>
            <p:cNvSpPr/>
            <p:nvPr/>
          </p:nvSpPr>
          <p:spPr>
            <a:xfrm>
              <a:off x="7115952" y="5329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5"/>
            <p:cNvSpPr/>
            <p:nvPr/>
          </p:nvSpPr>
          <p:spPr>
            <a:xfrm>
              <a:off x="7085406" y="52463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6"/>
            <p:cNvSpPr/>
            <p:nvPr/>
          </p:nvSpPr>
          <p:spPr>
            <a:xfrm>
              <a:off x="7497785" y="5265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7"/>
            <p:cNvSpPr/>
            <p:nvPr/>
          </p:nvSpPr>
          <p:spPr>
            <a:xfrm>
              <a:off x="7533423" y="5254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8"/>
            <p:cNvSpPr/>
            <p:nvPr/>
          </p:nvSpPr>
          <p:spPr>
            <a:xfrm>
              <a:off x="7054859" y="53196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39"/>
            <p:cNvSpPr/>
            <p:nvPr/>
          </p:nvSpPr>
          <p:spPr>
            <a:xfrm>
              <a:off x="7207592" y="49184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0"/>
            <p:cNvSpPr/>
            <p:nvPr/>
          </p:nvSpPr>
          <p:spPr>
            <a:xfrm>
              <a:off x="7085406" y="488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1"/>
            <p:cNvSpPr/>
            <p:nvPr/>
          </p:nvSpPr>
          <p:spPr>
            <a:xfrm>
              <a:off x="7075224" y="45481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2"/>
            <p:cNvSpPr/>
            <p:nvPr/>
          </p:nvSpPr>
          <p:spPr>
            <a:xfrm>
              <a:off x="7202501" y="44576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3"/>
            <p:cNvSpPr/>
            <p:nvPr/>
          </p:nvSpPr>
          <p:spPr>
            <a:xfrm>
              <a:off x="7009039" y="43541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4"/>
            <p:cNvSpPr/>
            <p:nvPr/>
          </p:nvSpPr>
          <p:spPr>
            <a:xfrm>
              <a:off x="7248321" y="45524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5"/>
            <p:cNvSpPr/>
            <p:nvPr/>
          </p:nvSpPr>
          <p:spPr>
            <a:xfrm>
              <a:off x="7070132" y="46166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6"/>
            <p:cNvSpPr/>
            <p:nvPr/>
          </p:nvSpPr>
          <p:spPr>
            <a:xfrm>
              <a:off x="7492694" y="46595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7"/>
            <p:cNvSpPr/>
            <p:nvPr/>
          </p:nvSpPr>
          <p:spPr>
            <a:xfrm>
              <a:off x="7299232" y="43646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8"/>
            <p:cNvSpPr/>
            <p:nvPr/>
          </p:nvSpPr>
          <p:spPr>
            <a:xfrm>
              <a:off x="8027260" y="42128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49"/>
            <p:cNvSpPr/>
            <p:nvPr/>
          </p:nvSpPr>
          <p:spPr>
            <a:xfrm>
              <a:off x="7828707" y="41521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0"/>
            <p:cNvSpPr/>
            <p:nvPr/>
          </p:nvSpPr>
          <p:spPr>
            <a:xfrm>
              <a:off x="7146499" y="4076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1"/>
            <p:cNvSpPr/>
            <p:nvPr/>
          </p:nvSpPr>
          <p:spPr>
            <a:xfrm>
              <a:off x="8439639" y="40055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2"/>
            <p:cNvSpPr/>
            <p:nvPr/>
          </p:nvSpPr>
          <p:spPr>
            <a:xfrm>
              <a:off x="8235995" y="40930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3"/>
            <p:cNvSpPr/>
            <p:nvPr/>
          </p:nvSpPr>
          <p:spPr>
            <a:xfrm>
              <a:off x="7803251" y="39971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4"/>
            <p:cNvSpPr/>
            <p:nvPr/>
          </p:nvSpPr>
          <p:spPr>
            <a:xfrm>
              <a:off x="9142211" y="31524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5"/>
            <p:cNvSpPr/>
            <p:nvPr/>
          </p:nvSpPr>
          <p:spPr>
            <a:xfrm>
              <a:off x="7843980" y="31376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6"/>
            <p:cNvSpPr/>
            <p:nvPr/>
          </p:nvSpPr>
          <p:spPr>
            <a:xfrm>
              <a:off x="7726885" y="32983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7"/>
            <p:cNvSpPr/>
            <p:nvPr/>
          </p:nvSpPr>
          <p:spPr>
            <a:xfrm>
              <a:off x="8098535" y="32925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8"/>
            <p:cNvSpPr/>
            <p:nvPr/>
          </p:nvSpPr>
          <p:spPr>
            <a:xfrm>
              <a:off x="9977151" y="3159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59"/>
            <p:cNvSpPr/>
            <p:nvPr/>
          </p:nvSpPr>
          <p:spPr>
            <a:xfrm>
              <a:off x="9086209" y="3185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0"/>
            <p:cNvSpPr/>
            <p:nvPr/>
          </p:nvSpPr>
          <p:spPr>
            <a:xfrm>
              <a:off x="9783690" y="32175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1"/>
            <p:cNvSpPr/>
            <p:nvPr/>
          </p:nvSpPr>
          <p:spPr>
            <a:xfrm>
              <a:off x="7569060" y="3254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2"/>
            <p:cNvSpPr/>
            <p:nvPr/>
          </p:nvSpPr>
          <p:spPr>
            <a:xfrm>
              <a:off x="8378546" y="32957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3"/>
            <p:cNvSpPr/>
            <p:nvPr/>
          </p:nvSpPr>
          <p:spPr>
            <a:xfrm>
              <a:off x="8052715" y="33403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4"/>
            <p:cNvSpPr/>
            <p:nvPr/>
          </p:nvSpPr>
          <p:spPr>
            <a:xfrm>
              <a:off x="7726885" y="44584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5"/>
            <p:cNvSpPr/>
            <p:nvPr/>
          </p:nvSpPr>
          <p:spPr>
            <a:xfrm>
              <a:off x="8826562" y="4556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6"/>
            <p:cNvSpPr/>
            <p:nvPr/>
          </p:nvSpPr>
          <p:spPr>
            <a:xfrm>
              <a:off x="8373454" y="45025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7"/>
            <p:cNvSpPr/>
            <p:nvPr/>
          </p:nvSpPr>
          <p:spPr>
            <a:xfrm>
              <a:off x="7248321" y="46637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8"/>
            <p:cNvSpPr/>
            <p:nvPr/>
          </p:nvSpPr>
          <p:spPr>
            <a:xfrm>
              <a:off x="7823615" y="45645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69"/>
            <p:cNvSpPr/>
            <p:nvPr/>
          </p:nvSpPr>
          <p:spPr>
            <a:xfrm>
              <a:off x="7024313" y="44752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0"/>
            <p:cNvSpPr/>
            <p:nvPr/>
          </p:nvSpPr>
          <p:spPr>
            <a:xfrm>
              <a:off x="7238139" y="53698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1"/>
            <p:cNvSpPr/>
            <p:nvPr/>
          </p:nvSpPr>
          <p:spPr>
            <a:xfrm>
              <a:off x="7339961" y="53209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2"/>
            <p:cNvSpPr/>
            <p:nvPr/>
          </p:nvSpPr>
          <p:spPr>
            <a:xfrm>
              <a:off x="7131226" y="5278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3"/>
            <p:cNvSpPr/>
            <p:nvPr/>
          </p:nvSpPr>
          <p:spPr>
            <a:xfrm>
              <a:off x="7009039" y="52778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4"/>
            <p:cNvSpPr/>
            <p:nvPr/>
          </p:nvSpPr>
          <p:spPr>
            <a:xfrm>
              <a:off x="7319596" y="53439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5"/>
            <p:cNvSpPr/>
            <p:nvPr/>
          </p:nvSpPr>
          <p:spPr>
            <a:xfrm>
              <a:off x="7411236" y="5401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6"/>
            <p:cNvSpPr/>
            <p:nvPr/>
          </p:nvSpPr>
          <p:spPr>
            <a:xfrm>
              <a:off x="7268685" y="5633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7"/>
            <p:cNvSpPr/>
            <p:nvPr/>
          </p:nvSpPr>
          <p:spPr>
            <a:xfrm>
              <a:off x="7339961" y="54666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8"/>
            <p:cNvSpPr/>
            <p:nvPr/>
          </p:nvSpPr>
          <p:spPr>
            <a:xfrm>
              <a:off x="7054859" y="50447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79"/>
            <p:cNvSpPr/>
            <p:nvPr/>
          </p:nvSpPr>
          <p:spPr>
            <a:xfrm>
              <a:off x="7126135" y="47591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0"/>
            <p:cNvSpPr/>
            <p:nvPr/>
          </p:nvSpPr>
          <p:spPr>
            <a:xfrm>
              <a:off x="7227957" y="4433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1"/>
            <p:cNvSpPr/>
            <p:nvPr/>
          </p:nvSpPr>
          <p:spPr>
            <a:xfrm>
              <a:off x="7614880" y="4437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2"/>
            <p:cNvSpPr/>
            <p:nvPr/>
          </p:nvSpPr>
          <p:spPr>
            <a:xfrm>
              <a:off x="7268685" y="44395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3"/>
            <p:cNvSpPr/>
            <p:nvPr/>
          </p:nvSpPr>
          <p:spPr>
            <a:xfrm>
              <a:off x="7177046" y="4360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4"/>
            <p:cNvSpPr/>
            <p:nvPr/>
          </p:nvSpPr>
          <p:spPr>
            <a:xfrm>
              <a:off x="7385781" y="4356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5"/>
            <p:cNvSpPr/>
            <p:nvPr/>
          </p:nvSpPr>
          <p:spPr>
            <a:xfrm>
              <a:off x="7681065" y="4459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6"/>
            <p:cNvSpPr/>
            <p:nvPr/>
          </p:nvSpPr>
          <p:spPr>
            <a:xfrm>
              <a:off x="7105770" y="44412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7"/>
            <p:cNvSpPr/>
            <p:nvPr/>
          </p:nvSpPr>
          <p:spPr>
            <a:xfrm>
              <a:off x="7156681" y="43358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8"/>
            <p:cNvSpPr/>
            <p:nvPr/>
          </p:nvSpPr>
          <p:spPr>
            <a:xfrm>
              <a:off x="6902126" y="425806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89"/>
            <p:cNvSpPr/>
            <p:nvPr/>
          </p:nvSpPr>
          <p:spPr>
            <a:xfrm>
              <a:off x="7065041" y="41852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0"/>
            <p:cNvSpPr/>
            <p:nvPr/>
          </p:nvSpPr>
          <p:spPr>
            <a:xfrm>
              <a:off x="7507967" y="41290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1"/>
            <p:cNvSpPr/>
            <p:nvPr/>
          </p:nvSpPr>
          <p:spPr>
            <a:xfrm>
              <a:off x="7065041" y="40134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2"/>
            <p:cNvSpPr/>
            <p:nvPr/>
          </p:nvSpPr>
          <p:spPr>
            <a:xfrm>
              <a:off x="8439639" y="38799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3"/>
            <p:cNvSpPr/>
            <p:nvPr/>
          </p:nvSpPr>
          <p:spPr>
            <a:xfrm>
              <a:off x="7238139" y="39022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4"/>
            <p:cNvSpPr/>
            <p:nvPr/>
          </p:nvSpPr>
          <p:spPr>
            <a:xfrm>
              <a:off x="7115952" y="41863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5"/>
            <p:cNvSpPr/>
            <p:nvPr/>
          </p:nvSpPr>
          <p:spPr>
            <a:xfrm>
              <a:off x="7675974" y="45116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6"/>
            <p:cNvSpPr/>
            <p:nvPr/>
          </p:nvSpPr>
          <p:spPr>
            <a:xfrm>
              <a:off x="7772704" y="39624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7"/>
            <p:cNvSpPr/>
            <p:nvPr/>
          </p:nvSpPr>
          <p:spPr>
            <a:xfrm>
              <a:off x="7523240" y="49295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8"/>
            <p:cNvSpPr/>
            <p:nvPr/>
          </p:nvSpPr>
          <p:spPr>
            <a:xfrm>
              <a:off x="7910164" y="30462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699"/>
            <p:cNvSpPr/>
            <p:nvPr/>
          </p:nvSpPr>
          <p:spPr>
            <a:xfrm>
              <a:off x="9030207" y="30400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0"/>
            <p:cNvSpPr/>
            <p:nvPr/>
          </p:nvSpPr>
          <p:spPr>
            <a:xfrm>
              <a:off x="8154537" y="3045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1"/>
            <p:cNvSpPr/>
            <p:nvPr/>
          </p:nvSpPr>
          <p:spPr>
            <a:xfrm>
              <a:off x="9931331" y="38919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2"/>
            <p:cNvSpPr/>
            <p:nvPr/>
          </p:nvSpPr>
          <p:spPr>
            <a:xfrm>
              <a:off x="9742961" y="37363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3"/>
            <p:cNvSpPr/>
            <p:nvPr/>
          </p:nvSpPr>
          <p:spPr>
            <a:xfrm>
              <a:off x="10333529" y="38164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4"/>
            <p:cNvSpPr/>
            <p:nvPr/>
          </p:nvSpPr>
          <p:spPr>
            <a:xfrm>
              <a:off x="8266541" y="3947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5"/>
            <p:cNvSpPr/>
            <p:nvPr/>
          </p:nvSpPr>
          <p:spPr>
            <a:xfrm>
              <a:off x="6785031" y="411714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6"/>
            <p:cNvSpPr/>
            <p:nvPr/>
          </p:nvSpPr>
          <p:spPr>
            <a:xfrm>
              <a:off x="8144355" y="40873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7"/>
            <p:cNvSpPr/>
            <p:nvPr/>
          </p:nvSpPr>
          <p:spPr>
            <a:xfrm>
              <a:off x="8337817" y="4395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8"/>
            <p:cNvSpPr/>
            <p:nvPr/>
          </p:nvSpPr>
          <p:spPr>
            <a:xfrm>
              <a:off x="7899982" y="41309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09"/>
            <p:cNvSpPr/>
            <p:nvPr/>
          </p:nvSpPr>
          <p:spPr>
            <a:xfrm>
              <a:off x="7640336" y="37531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0"/>
            <p:cNvSpPr/>
            <p:nvPr/>
          </p:nvSpPr>
          <p:spPr>
            <a:xfrm>
              <a:off x="8200357" y="3824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1"/>
            <p:cNvSpPr/>
            <p:nvPr/>
          </p:nvSpPr>
          <p:spPr>
            <a:xfrm>
              <a:off x="7156681" y="54257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2"/>
            <p:cNvSpPr/>
            <p:nvPr/>
          </p:nvSpPr>
          <p:spPr>
            <a:xfrm>
              <a:off x="7635245" y="52204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3"/>
            <p:cNvSpPr/>
            <p:nvPr/>
          </p:nvSpPr>
          <p:spPr>
            <a:xfrm>
              <a:off x="8083262" y="51374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4"/>
            <p:cNvSpPr/>
            <p:nvPr/>
          </p:nvSpPr>
          <p:spPr>
            <a:xfrm>
              <a:off x="7009039" y="51115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5"/>
            <p:cNvSpPr/>
            <p:nvPr/>
          </p:nvSpPr>
          <p:spPr>
            <a:xfrm>
              <a:off x="7421418" y="5076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6"/>
            <p:cNvSpPr/>
            <p:nvPr/>
          </p:nvSpPr>
          <p:spPr>
            <a:xfrm>
              <a:off x="7085406" y="51348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7"/>
            <p:cNvSpPr/>
            <p:nvPr/>
          </p:nvSpPr>
          <p:spPr>
            <a:xfrm>
              <a:off x="7451965" y="51241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8"/>
            <p:cNvSpPr/>
            <p:nvPr/>
          </p:nvSpPr>
          <p:spPr>
            <a:xfrm>
              <a:off x="7034495" y="50282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19"/>
            <p:cNvSpPr/>
            <p:nvPr/>
          </p:nvSpPr>
          <p:spPr>
            <a:xfrm>
              <a:off x="7360325" y="48908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0"/>
            <p:cNvSpPr/>
            <p:nvPr/>
          </p:nvSpPr>
          <p:spPr>
            <a:xfrm>
              <a:off x="6998857" y="51595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1"/>
            <p:cNvSpPr/>
            <p:nvPr/>
          </p:nvSpPr>
          <p:spPr>
            <a:xfrm>
              <a:off x="7258503" y="52422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2"/>
            <p:cNvSpPr/>
            <p:nvPr/>
          </p:nvSpPr>
          <p:spPr>
            <a:xfrm>
              <a:off x="7075224" y="47530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3"/>
            <p:cNvSpPr/>
            <p:nvPr/>
          </p:nvSpPr>
          <p:spPr>
            <a:xfrm>
              <a:off x="7009039" y="49221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4"/>
            <p:cNvSpPr/>
            <p:nvPr/>
          </p:nvSpPr>
          <p:spPr>
            <a:xfrm>
              <a:off x="7492694" y="4937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5"/>
            <p:cNvSpPr/>
            <p:nvPr/>
          </p:nvSpPr>
          <p:spPr>
            <a:xfrm>
              <a:off x="7003948" y="48007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6"/>
            <p:cNvSpPr/>
            <p:nvPr/>
          </p:nvSpPr>
          <p:spPr>
            <a:xfrm>
              <a:off x="7085406" y="45202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7"/>
            <p:cNvSpPr/>
            <p:nvPr/>
          </p:nvSpPr>
          <p:spPr>
            <a:xfrm>
              <a:off x="7095588" y="41624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8"/>
            <p:cNvSpPr/>
            <p:nvPr/>
          </p:nvSpPr>
          <p:spPr>
            <a:xfrm>
              <a:off x="7426510" y="3978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29"/>
            <p:cNvSpPr/>
            <p:nvPr/>
          </p:nvSpPr>
          <p:spPr>
            <a:xfrm>
              <a:off x="8337817" y="39235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0"/>
            <p:cNvSpPr/>
            <p:nvPr/>
          </p:nvSpPr>
          <p:spPr>
            <a:xfrm>
              <a:off x="7207592" y="38983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1"/>
            <p:cNvSpPr/>
            <p:nvPr/>
          </p:nvSpPr>
          <p:spPr>
            <a:xfrm>
              <a:off x="7299232" y="37978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2"/>
            <p:cNvSpPr/>
            <p:nvPr/>
          </p:nvSpPr>
          <p:spPr>
            <a:xfrm>
              <a:off x="7421418" y="36131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3"/>
            <p:cNvSpPr/>
            <p:nvPr/>
          </p:nvSpPr>
          <p:spPr>
            <a:xfrm>
              <a:off x="8790925" y="35419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4"/>
            <p:cNvSpPr/>
            <p:nvPr/>
          </p:nvSpPr>
          <p:spPr>
            <a:xfrm>
              <a:off x="8256359" y="36810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5"/>
            <p:cNvSpPr/>
            <p:nvPr/>
          </p:nvSpPr>
          <p:spPr>
            <a:xfrm>
              <a:off x="7370507" y="38145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6"/>
            <p:cNvSpPr/>
            <p:nvPr/>
          </p:nvSpPr>
          <p:spPr>
            <a:xfrm>
              <a:off x="7126135" y="36534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7"/>
            <p:cNvSpPr/>
            <p:nvPr/>
          </p:nvSpPr>
          <p:spPr>
            <a:xfrm>
              <a:off x="7355234" y="3672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8"/>
            <p:cNvSpPr/>
            <p:nvPr/>
          </p:nvSpPr>
          <p:spPr>
            <a:xfrm>
              <a:off x="8200357" y="35942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39"/>
            <p:cNvSpPr/>
            <p:nvPr/>
          </p:nvSpPr>
          <p:spPr>
            <a:xfrm>
              <a:off x="7462147" y="35681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0"/>
            <p:cNvSpPr/>
            <p:nvPr/>
          </p:nvSpPr>
          <p:spPr>
            <a:xfrm>
              <a:off x="7828707" y="3773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1"/>
            <p:cNvSpPr/>
            <p:nvPr/>
          </p:nvSpPr>
          <p:spPr>
            <a:xfrm>
              <a:off x="7747249" y="46533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2"/>
            <p:cNvSpPr/>
            <p:nvPr/>
          </p:nvSpPr>
          <p:spPr>
            <a:xfrm>
              <a:off x="7981440" y="42522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3"/>
            <p:cNvSpPr/>
            <p:nvPr/>
          </p:nvSpPr>
          <p:spPr>
            <a:xfrm>
              <a:off x="8083262" y="37612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4"/>
            <p:cNvSpPr/>
            <p:nvPr/>
          </p:nvSpPr>
          <p:spPr>
            <a:xfrm>
              <a:off x="8235995" y="52020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5"/>
            <p:cNvSpPr/>
            <p:nvPr/>
          </p:nvSpPr>
          <p:spPr>
            <a:xfrm>
              <a:off x="8902929" y="39775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6"/>
            <p:cNvSpPr/>
            <p:nvPr/>
          </p:nvSpPr>
          <p:spPr>
            <a:xfrm>
              <a:off x="10593175" y="43548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7"/>
            <p:cNvSpPr/>
            <p:nvPr/>
          </p:nvSpPr>
          <p:spPr>
            <a:xfrm>
              <a:off x="11158287" y="30752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8"/>
            <p:cNvSpPr/>
            <p:nvPr/>
          </p:nvSpPr>
          <p:spPr>
            <a:xfrm>
              <a:off x="7039586" y="39994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49"/>
            <p:cNvSpPr/>
            <p:nvPr/>
          </p:nvSpPr>
          <p:spPr>
            <a:xfrm>
              <a:off x="8628010" y="42607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0"/>
            <p:cNvSpPr/>
            <p:nvPr/>
          </p:nvSpPr>
          <p:spPr>
            <a:xfrm>
              <a:off x="9656412" y="37591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1"/>
            <p:cNvSpPr/>
            <p:nvPr/>
          </p:nvSpPr>
          <p:spPr>
            <a:xfrm>
              <a:off x="7828707" y="37840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2"/>
            <p:cNvSpPr/>
            <p:nvPr/>
          </p:nvSpPr>
          <p:spPr>
            <a:xfrm>
              <a:off x="7772704" y="52130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3"/>
            <p:cNvSpPr/>
            <p:nvPr/>
          </p:nvSpPr>
          <p:spPr>
            <a:xfrm>
              <a:off x="7187228" y="52403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4"/>
            <p:cNvSpPr/>
            <p:nvPr/>
          </p:nvSpPr>
          <p:spPr>
            <a:xfrm>
              <a:off x="7574151" y="50375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5"/>
            <p:cNvSpPr/>
            <p:nvPr/>
          </p:nvSpPr>
          <p:spPr>
            <a:xfrm>
              <a:off x="7365416" y="50577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6"/>
            <p:cNvSpPr/>
            <p:nvPr/>
          </p:nvSpPr>
          <p:spPr>
            <a:xfrm>
              <a:off x="7014130" y="48201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7"/>
            <p:cNvSpPr/>
            <p:nvPr/>
          </p:nvSpPr>
          <p:spPr>
            <a:xfrm>
              <a:off x="7146499" y="50911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8"/>
            <p:cNvSpPr/>
            <p:nvPr/>
          </p:nvSpPr>
          <p:spPr>
            <a:xfrm>
              <a:off x="7411236" y="49924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59"/>
            <p:cNvSpPr/>
            <p:nvPr/>
          </p:nvSpPr>
          <p:spPr>
            <a:xfrm>
              <a:off x="7314505" y="47931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0"/>
            <p:cNvSpPr/>
            <p:nvPr/>
          </p:nvSpPr>
          <p:spPr>
            <a:xfrm>
              <a:off x="7197410" y="47400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1"/>
            <p:cNvSpPr/>
            <p:nvPr/>
          </p:nvSpPr>
          <p:spPr>
            <a:xfrm>
              <a:off x="7034495" y="4476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2"/>
            <p:cNvSpPr/>
            <p:nvPr/>
          </p:nvSpPr>
          <p:spPr>
            <a:xfrm>
              <a:off x="7003948" y="43156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3"/>
            <p:cNvSpPr/>
            <p:nvPr/>
          </p:nvSpPr>
          <p:spPr>
            <a:xfrm>
              <a:off x="7273776" y="4228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4"/>
            <p:cNvSpPr/>
            <p:nvPr/>
          </p:nvSpPr>
          <p:spPr>
            <a:xfrm>
              <a:off x="7675974" y="41386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5"/>
            <p:cNvSpPr/>
            <p:nvPr/>
          </p:nvSpPr>
          <p:spPr>
            <a:xfrm>
              <a:off x="8164719" y="40457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6"/>
            <p:cNvSpPr/>
            <p:nvPr/>
          </p:nvSpPr>
          <p:spPr>
            <a:xfrm>
              <a:off x="8821471" y="39506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7"/>
            <p:cNvSpPr/>
            <p:nvPr/>
          </p:nvSpPr>
          <p:spPr>
            <a:xfrm>
              <a:off x="7823615" y="38533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8"/>
            <p:cNvSpPr/>
            <p:nvPr/>
          </p:nvSpPr>
          <p:spPr>
            <a:xfrm>
              <a:off x="7533423" y="37538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69"/>
            <p:cNvSpPr/>
            <p:nvPr/>
          </p:nvSpPr>
          <p:spPr>
            <a:xfrm>
              <a:off x="7645427" y="3651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0"/>
            <p:cNvSpPr/>
            <p:nvPr/>
          </p:nvSpPr>
          <p:spPr>
            <a:xfrm>
              <a:off x="7380690" y="3442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1"/>
            <p:cNvSpPr/>
            <p:nvPr/>
          </p:nvSpPr>
          <p:spPr>
            <a:xfrm>
              <a:off x="9381493" y="3339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2"/>
            <p:cNvSpPr/>
            <p:nvPr/>
          </p:nvSpPr>
          <p:spPr>
            <a:xfrm>
              <a:off x="9646230" y="32437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3"/>
            <p:cNvSpPr/>
            <p:nvPr/>
          </p:nvSpPr>
          <p:spPr>
            <a:xfrm>
              <a:off x="8235995" y="3158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4"/>
            <p:cNvSpPr/>
            <p:nvPr/>
          </p:nvSpPr>
          <p:spPr>
            <a:xfrm>
              <a:off x="7889800" y="30182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5"/>
            <p:cNvSpPr/>
            <p:nvPr/>
          </p:nvSpPr>
          <p:spPr>
            <a:xfrm>
              <a:off x="7584334" y="29611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6"/>
            <p:cNvSpPr/>
            <p:nvPr/>
          </p:nvSpPr>
          <p:spPr>
            <a:xfrm>
              <a:off x="8113808" y="28743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7"/>
            <p:cNvSpPr/>
            <p:nvPr/>
          </p:nvSpPr>
          <p:spPr>
            <a:xfrm>
              <a:off x="8475276" y="28474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8"/>
            <p:cNvSpPr/>
            <p:nvPr/>
          </p:nvSpPr>
          <p:spPr>
            <a:xfrm>
              <a:off x="8078171" y="28336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79"/>
            <p:cNvSpPr/>
            <p:nvPr/>
          </p:nvSpPr>
          <p:spPr>
            <a:xfrm>
              <a:off x="8653465" y="28335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0"/>
            <p:cNvSpPr/>
            <p:nvPr/>
          </p:nvSpPr>
          <p:spPr>
            <a:xfrm>
              <a:off x="7787978" y="2846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1"/>
            <p:cNvSpPr/>
            <p:nvPr/>
          </p:nvSpPr>
          <p:spPr>
            <a:xfrm>
              <a:off x="7650518" y="28721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2"/>
            <p:cNvSpPr/>
            <p:nvPr/>
          </p:nvSpPr>
          <p:spPr>
            <a:xfrm>
              <a:off x="10440442" y="29038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3"/>
            <p:cNvSpPr/>
            <p:nvPr/>
          </p:nvSpPr>
          <p:spPr>
            <a:xfrm>
              <a:off x="7085406" y="28887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4"/>
            <p:cNvSpPr/>
            <p:nvPr/>
          </p:nvSpPr>
          <p:spPr>
            <a:xfrm>
              <a:off x="10012789" y="3155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5"/>
            <p:cNvSpPr/>
            <p:nvPr/>
          </p:nvSpPr>
          <p:spPr>
            <a:xfrm>
              <a:off x="7818524" y="31923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6"/>
            <p:cNvSpPr/>
            <p:nvPr/>
          </p:nvSpPr>
          <p:spPr>
            <a:xfrm>
              <a:off x="8093444" y="52071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7"/>
            <p:cNvSpPr/>
            <p:nvPr/>
          </p:nvSpPr>
          <p:spPr>
            <a:xfrm>
              <a:off x="7380690" y="51975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8"/>
            <p:cNvSpPr/>
            <p:nvPr/>
          </p:nvSpPr>
          <p:spPr>
            <a:xfrm>
              <a:off x="7421418" y="51854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89"/>
            <p:cNvSpPr/>
            <p:nvPr/>
          </p:nvSpPr>
          <p:spPr>
            <a:xfrm>
              <a:off x="7492694" y="51730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0"/>
            <p:cNvSpPr/>
            <p:nvPr/>
          </p:nvSpPr>
          <p:spPr>
            <a:xfrm>
              <a:off x="7166863" y="5160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1"/>
            <p:cNvSpPr/>
            <p:nvPr/>
          </p:nvSpPr>
          <p:spPr>
            <a:xfrm>
              <a:off x="7258503" y="51316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2"/>
            <p:cNvSpPr/>
            <p:nvPr/>
          </p:nvSpPr>
          <p:spPr>
            <a:xfrm>
              <a:off x="7126135" y="5000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3"/>
            <p:cNvSpPr/>
            <p:nvPr/>
          </p:nvSpPr>
          <p:spPr>
            <a:xfrm>
              <a:off x="7309414" y="4968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4"/>
            <p:cNvSpPr/>
            <p:nvPr/>
          </p:nvSpPr>
          <p:spPr>
            <a:xfrm>
              <a:off x="7126135" y="48481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5"/>
            <p:cNvSpPr/>
            <p:nvPr/>
          </p:nvSpPr>
          <p:spPr>
            <a:xfrm>
              <a:off x="7319596" y="4798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6"/>
            <p:cNvSpPr/>
            <p:nvPr/>
          </p:nvSpPr>
          <p:spPr>
            <a:xfrm>
              <a:off x="7177046" y="47440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7"/>
            <p:cNvSpPr/>
            <p:nvPr/>
          </p:nvSpPr>
          <p:spPr>
            <a:xfrm>
              <a:off x="7126135" y="46185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8"/>
            <p:cNvSpPr/>
            <p:nvPr/>
          </p:nvSpPr>
          <p:spPr>
            <a:xfrm>
              <a:off x="7248321" y="45473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799"/>
            <p:cNvSpPr/>
            <p:nvPr/>
          </p:nvSpPr>
          <p:spPr>
            <a:xfrm>
              <a:off x="7003948" y="44705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0"/>
            <p:cNvSpPr/>
            <p:nvPr/>
          </p:nvSpPr>
          <p:spPr>
            <a:xfrm>
              <a:off x="7507967" y="43881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1"/>
            <p:cNvSpPr/>
            <p:nvPr/>
          </p:nvSpPr>
          <p:spPr>
            <a:xfrm>
              <a:off x="7487603" y="42084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2"/>
            <p:cNvSpPr/>
            <p:nvPr/>
          </p:nvSpPr>
          <p:spPr>
            <a:xfrm>
              <a:off x="7243230" y="41124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3"/>
            <p:cNvSpPr/>
            <p:nvPr/>
          </p:nvSpPr>
          <p:spPr>
            <a:xfrm>
              <a:off x="7299232" y="4013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4"/>
            <p:cNvSpPr/>
            <p:nvPr/>
          </p:nvSpPr>
          <p:spPr>
            <a:xfrm>
              <a:off x="7966166" y="39118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5"/>
            <p:cNvSpPr/>
            <p:nvPr/>
          </p:nvSpPr>
          <p:spPr>
            <a:xfrm>
              <a:off x="8928384" y="38078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6"/>
            <p:cNvSpPr/>
            <p:nvPr/>
          </p:nvSpPr>
          <p:spPr>
            <a:xfrm>
              <a:off x="8200357" y="37013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7"/>
            <p:cNvSpPr/>
            <p:nvPr/>
          </p:nvSpPr>
          <p:spPr>
            <a:xfrm>
              <a:off x="7838889" y="35922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8"/>
            <p:cNvSpPr/>
            <p:nvPr/>
          </p:nvSpPr>
          <p:spPr>
            <a:xfrm>
              <a:off x="7472329" y="34809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09"/>
            <p:cNvSpPr/>
            <p:nvPr/>
          </p:nvSpPr>
          <p:spPr>
            <a:xfrm>
              <a:off x="8291997" y="33697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0"/>
            <p:cNvSpPr/>
            <p:nvPr/>
          </p:nvSpPr>
          <p:spPr>
            <a:xfrm>
              <a:off x="8460003" y="32626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1"/>
            <p:cNvSpPr/>
            <p:nvPr/>
          </p:nvSpPr>
          <p:spPr>
            <a:xfrm>
              <a:off x="8052715" y="31640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2"/>
            <p:cNvSpPr/>
            <p:nvPr/>
          </p:nvSpPr>
          <p:spPr>
            <a:xfrm>
              <a:off x="8113808" y="30759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3"/>
            <p:cNvSpPr/>
            <p:nvPr/>
          </p:nvSpPr>
          <p:spPr>
            <a:xfrm>
              <a:off x="7655609" y="29974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4"/>
            <p:cNvSpPr/>
            <p:nvPr/>
          </p:nvSpPr>
          <p:spPr>
            <a:xfrm>
              <a:off x="7920346" y="2927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5"/>
            <p:cNvSpPr/>
            <p:nvPr/>
          </p:nvSpPr>
          <p:spPr>
            <a:xfrm>
              <a:off x="7177046" y="2865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6"/>
            <p:cNvSpPr/>
            <p:nvPr/>
          </p:nvSpPr>
          <p:spPr>
            <a:xfrm>
              <a:off x="7370507" y="28118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7"/>
            <p:cNvSpPr/>
            <p:nvPr/>
          </p:nvSpPr>
          <p:spPr>
            <a:xfrm>
              <a:off x="8587281" y="2769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8"/>
            <p:cNvSpPr/>
            <p:nvPr/>
          </p:nvSpPr>
          <p:spPr>
            <a:xfrm>
              <a:off x="10109520" y="27385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19"/>
            <p:cNvSpPr/>
            <p:nvPr/>
          </p:nvSpPr>
          <p:spPr>
            <a:xfrm>
              <a:off x="8047624" y="2721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0"/>
            <p:cNvSpPr/>
            <p:nvPr/>
          </p:nvSpPr>
          <p:spPr>
            <a:xfrm>
              <a:off x="9086209" y="27197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1"/>
            <p:cNvSpPr/>
            <p:nvPr/>
          </p:nvSpPr>
          <p:spPr>
            <a:xfrm>
              <a:off x="8821471" y="27322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2"/>
            <p:cNvSpPr/>
            <p:nvPr/>
          </p:nvSpPr>
          <p:spPr>
            <a:xfrm>
              <a:off x="7487603" y="27578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3"/>
            <p:cNvSpPr/>
            <p:nvPr/>
          </p:nvSpPr>
          <p:spPr>
            <a:xfrm>
              <a:off x="8154537" y="27943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4"/>
            <p:cNvSpPr/>
            <p:nvPr/>
          </p:nvSpPr>
          <p:spPr>
            <a:xfrm>
              <a:off x="8378546" y="28332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5"/>
            <p:cNvSpPr/>
            <p:nvPr/>
          </p:nvSpPr>
          <p:spPr>
            <a:xfrm>
              <a:off x="9890603" y="28748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6"/>
            <p:cNvSpPr/>
            <p:nvPr/>
          </p:nvSpPr>
          <p:spPr>
            <a:xfrm>
              <a:off x="7105770" y="2927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7"/>
            <p:cNvSpPr/>
            <p:nvPr/>
          </p:nvSpPr>
          <p:spPr>
            <a:xfrm>
              <a:off x="7889800" y="29704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8"/>
            <p:cNvSpPr/>
            <p:nvPr/>
          </p:nvSpPr>
          <p:spPr>
            <a:xfrm>
              <a:off x="8734923" y="30141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29"/>
            <p:cNvSpPr/>
            <p:nvPr/>
          </p:nvSpPr>
          <p:spPr>
            <a:xfrm>
              <a:off x="7075224" y="30446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0"/>
            <p:cNvSpPr/>
            <p:nvPr/>
          </p:nvSpPr>
          <p:spPr>
            <a:xfrm>
              <a:off x="7584334" y="5206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1"/>
            <p:cNvSpPr/>
            <p:nvPr/>
          </p:nvSpPr>
          <p:spPr>
            <a:xfrm>
              <a:off x="7329779" y="51957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2"/>
            <p:cNvSpPr/>
            <p:nvPr/>
          </p:nvSpPr>
          <p:spPr>
            <a:xfrm>
              <a:off x="7289050" y="51848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3"/>
            <p:cNvSpPr/>
            <p:nvPr/>
          </p:nvSpPr>
          <p:spPr>
            <a:xfrm>
              <a:off x="7105770" y="51734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4"/>
            <p:cNvSpPr/>
            <p:nvPr/>
          </p:nvSpPr>
          <p:spPr>
            <a:xfrm>
              <a:off x="7136317" y="51614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5"/>
            <p:cNvSpPr/>
            <p:nvPr/>
          </p:nvSpPr>
          <p:spPr>
            <a:xfrm>
              <a:off x="8022168" y="51484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6"/>
            <p:cNvSpPr/>
            <p:nvPr/>
          </p:nvSpPr>
          <p:spPr>
            <a:xfrm>
              <a:off x="7625062" y="51342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7"/>
            <p:cNvSpPr/>
            <p:nvPr/>
          </p:nvSpPr>
          <p:spPr>
            <a:xfrm>
              <a:off x="7645427" y="51183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8"/>
            <p:cNvSpPr/>
            <p:nvPr/>
          </p:nvSpPr>
          <p:spPr>
            <a:xfrm>
              <a:off x="7289050" y="50806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39"/>
            <p:cNvSpPr/>
            <p:nvPr/>
          </p:nvSpPr>
          <p:spPr>
            <a:xfrm>
              <a:off x="7350143" y="47972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0"/>
            <p:cNvSpPr/>
            <p:nvPr/>
          </p:nvSpPr>
          <p:spPr>
            <a:xfrm>
              <a:off x="7100679" y="46120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1"/>
            <p:cNvSpPr/>
            <p:nvPr/>
          </p:nvSpPr>
          <p:spPr>
            <a:xfrm>
              <a:off x="6998857" y="45385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2"/>
            <p:cNvSpPr/>
            <p:nvPr/>
          </p:nvSpPr>
          <p:spPr>
            <a:xfrm>
              <a:off x="7166863" y="44588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3"/>
            <p:cNvSpPr/>
            <p:nvPr/>
          </p:nvSpPr>
          <p:spPr>
            <a:xfrm>
              <a:off x="8500732" y="42817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4"/>
            <p:cNvSpPr/>
            <p:nvPr/>
          </p:nvSpPr>
          <p:spPr>
            <a:xfrm>
              <a:off x="7935620" y="41852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5"/>
            <p:cNvSpPr/>
            <p:nvPr/>
          </p:nvSpPr>
          <p:spPr>
            <a:xfrm>
              <a:off x="8689103" y="4084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6"/>
            <p:cNvSpPr/>
            <p:nvPr/>
          </p:nvSpPr>
          <p:spPr>
            <a:xfrm>
              <a:off x="7757431" y="3980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7"/>
            <p:cNvSpPr/>
            <p:nvPr/>
          </p:nvSpPr>
          <p:spPr>
            <a:xfrm>
              <a:off x="8022168" y="38728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8"/>
            <p:cNvSpPr/>
            <p:nvPr/>
          </p:nvSpPr>
          <p:spPr>
            <a:xfrm>
              <a:off x="9539317" y="37627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49"/>
            <p:cNvSpPr/>
            <p:nvPr/>
          </p:nvSpPr>
          <p:spPr>
            <a:xfrm>
              <a:off x="8597463" y="36495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0"/>
            <p:cNvSpPr/>
            <p:nvPr/>
          </p:nvSpPr>
          <p:spPr>
            <a:xfrm>
              <a:off x="8398910" y="3533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1"/>
            <p:cNvSpPr/>
            <p:nvPr/>
          </p:nvSpPr>
          <p:spPr>
            <a:xfrm>
              <a:off x="7182137" y="34146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2"/>
            <p:cNvSpPr/>
            <p:nvPr/>
          </p:nvSpPr>
          <p:spPr>
            <a:xfrm>
              <a:off x="7650518" y="32970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3"/>
            <p:cNvSpPr/>
            <p:nvPr/>
          </p:nvSpPr>
          <p:spPr>
            <a:xfrm>
              <a:off x="7385781" y="31849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4"/>
            <p:cNvSpPr/>
            <p:nvPr/>
          </p:nvSpPr>
          <p:spPr>
            <a:xfrm>
              <a:off x="7630154" y="30821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5"/>
            <p:cNvSpPr/>
            <p:nvPr/>
          </p:nvSpPr>
          <p:spPr>
            <a:xfrm>
              <a:off x="7065041" y="2989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6"/>
            <p:cNvSpPr/>
            <p:nvPr/>
          </p:nvSpPr>
          <p:spPr>
            <a:xfrm>
              <a:off x="7737067" y="29046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7"/>
            <p:cNvSpPr/>
            <p:nvPr/>
          </p:nvSpPr>
          <p:spPr>
            <a:xfrm>
              <a:off x="7207592" y="28279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8"/>
            <p:cNvSpPr/>
            <p:nvPr/>
          </p:nvSpPr>
          <p:spPr>
            <a:xfrm>
              <a:off x="7553787" y="27600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59"/>
            <p:cNvSpPr/>
            <p:nvPr/>
          </p:nvSpPr>
          <p:spPr>
            <a:xfrm>
              <a:off x="9193122" y="26560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0"/>
            <p:cNvSpPr/>
            <p:nvPr/>
          </p:nvSpPr>
          <p:spPr>
            <a:xfrm>
              <a:off x="8363272" y="26232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1"/>
            <p:cNvSpPr/>
            <p:nvPr/>
          </p:nvSpPr>
          <p:spPr>
            <a:xfrm>
              <a:off x="8067988" y="26050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2"/>
            <p:cNvSpPr/>
            <p:nvPr/>
          </p:nvSpPr>
          <p:spPr>
            <a:xfrm>
              <a:off x="8256359" y="26020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3"/>
            <p:cNvSpPr/>
            <p:nvPr/>
          </p:nvSpPr>
          <p:spPr>
            <a:xfrm>
              <a:off x="7584334" y="26138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4"/>
            <p:cNvSpPr/>
            <p:nvPr/>
          </p:nvSpPr>
          <p:spPr>
            <a:xfrm>
              <a:off x="7787978" y="26392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5"/>
            <p:cNvSpPr/>
            <p:nvPr/>
          </p:nvSpPr>
          <p:spPr>
            <a:xfrm>
              <a:off x="8928384" y="26760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6"/>
            <p:cNvSpPr/>
            <p:nvPr/>
          </p:nvSpPr>
          <p:spPr>
            <a:xfrm>
              <a:off x="8607645" y="27217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7"/>
            <p:cNvSpPr/>
            <p:nvPr/>
          </p:nvSpPr>
          <p:spPr>
            <a:xfrm>
              <a:off x="9020024" y="27584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8"/>
            <p:cNvSpPr/>
            <p:nvPr/>
          </p:nvSpPr>
          <p:spPr>
            <a:xfrm>
              <a:off x="8897838" y="28266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69"/>
            <p:cNvSpPr/>
            <p:nvPr/>
          </p:nvSpPr>
          <p:spPr>
            <a:xfrm>
              <a:off x="8653465" y="28911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0"/>
            <p:cNvSpPr/>
            <p:nvPr/>
          </p:nvSpPr>
          <p:spPr>
            <a:xfrm>
              <a:off x="8592372" y="29606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1"/>
            <p:cNvSpPr/>
            <p:nvPr/>
          </p:nvSpPr>
          <p:spPr>
            <a:xfrm>
              <a:off x="8811289" y="30097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2"/>
            <p:cNvSpPr/>
            <p:nvPr/>
          </p:nvSpPr>
          <p:spPr>
            <a:xfrm>
              <a:off x="7019221" y="5172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3"/>
            <p:cNvSpPr/>
            <p:nvPr/>
          </p:nvSpPr>
          <p:spPr>
            <a:xfrm>
              <a:off x="7105770" y="51609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4"/>
            <p:cNvSpPr/>
            <p:nvPr/>
          </p:nvSpPr>
          <p:spPr>
            <a:xfrm>
              <a:off x="7090497" y="51481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5"/>
            <p:cNvSpPr/>
            <p:nvPr/>
          </p:nvSpPr>
          <p:spPr>
            <a:xfrm>
              <a:off x="7095588" y="51338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6"/>
            <p:cNvSpPr/>
            <p:nvPr/>
          </p:nvSpPr>
          <p:spPr>
            <a:xfrm>
              <a:off x="7075224" y="45993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7"/>
            <p:cNvSpPr/>
            <p:nvPr/>
          </p:nvSpPr>
          <p:spPr>
            <a:xfrm>
              <a:off x="7014130" y="45239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8"/>
            <p:cNvSpPr/>
            <p:nvPr/>
          </p:nvSpPr>
          <p:spPr>
            <a:xfrm>
              <a:off x="7910164" y="44421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79"/>
            <p:cNvSpPr/>
            <p:nvPr/>
          </p:nvSpPr>
          <p:spPr>
            <a:xfrm>
              <a:off x="6861397" y="435385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0"/>
            <p:cNvSpPr/>
            <p:nvPr/>
          </p:nvSpPr>
          <p:spPr>
            <a:xfrm>
              <a:off x="7319596" y="42594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1"/>
            <p:cNvSpPr/>
            <p:nvPr/>
          </p:nvSpPr>
          <p:spPr>
            <a:xfrm>
              <a:off x="7462147" y="41593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2"/>
            <p:cNvSpPr/>
            <p:nvPr/>
          </p:nvSpPr>
          <p:spPr>
            <a:xfrm>
              <a:off x="7579243" y="40545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3"/>
            <p:cNvSpPr/>
            <p:nvPr/>
          </p:nvSpPr>
          <p:spPr>
            <a:xfrm>
              <a:off x="7614880" y="39456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4"/>
            <p:cNvSpPr/>
            <p:nvPr/>
          </p:nvSpPr>
          <p:spPr>
            <a:xfrm>
              <a:off x="8001804" y="3833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5"/>
            <p:cNvSpPr/>
            <p:nvPr/>
          </p:nvSpPr>
          <p:spPr>
            <a:xfrm>
              <a:off x="8342908" y="37169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6"/>
            <p:cNvSpPr/>
            <p:nvPr/>
          </p:nvSpPr>
          <p:spPr>
            <a:xfrm>
              <a:off x="9417130" y="35966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7"/>
            <p:cNvSpPr/>
            <p:nvPr/>
          </p:nvSpPr>
          <p:spPr>
            <a:xfrm>
              <a:off x="7991622" y="3472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8"/>
            <p:cNvSpPr/>
            <p:nvPr/>
          </p:nvSpPr>
          <p:spPr>
            <a:xfrm>
              <a:off x="9753143" y="33455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89"/>
            <p:cNvSpPr/>
            <p:nvPr/>
          </p:nvSpPr>
          <p:spPr>
            <a:xfrm>
              <a:off x="7370507" y="32208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0"/>
            <p:cNvSpPr/>
            <p:nvPr/>
          </p:nvSpPr>
          <p:spPr>
            <a:xfrm>
              <a:off x="7777796" y="31030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1"/>
            <p:cNvSpPr/>
            <p:nvPr/>
          </p:nvSpPr>
          <p:spPr>
            <a:xfrm>
              <a:off x="7762522" y="2994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2"/>
            <p:cNvSpPr/>
            <p:nvPr/>
          </p:nvSpPr>
          <p:spPr>
            <a:xfrm>
              <a:off x="7126135" y="28947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3"/>
            <p:cNvSpPr/>
            <p:nvPr/>
          </p:nvSpPr>
          <p:spPr>
            <a:xfrm>
              <a:off x="8042533" y="28027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4"/>
            <p:cNvSpPr/>
            <p:nvPr/>
          </p:nvSpPr>
          <p:spPr>
            <a:xfrm>
              <a:off x="8154537" y="2719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5"/>
            <p:cNvSpPr/>
            <p:nvPr/>
          </p:nvSpPr>
          <p:spPr>
            <a:xfrm>
              <a:off x="7757431" y="2645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6"/>
            <p:cNvSpPr/>
            <p:nvPr/>
          </p:nvSpPr>
          <p:spPr>
            <a:xfrm>
              <a:off x="7289050" y="25841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7"/>
            <p:cNvSpPr/>
            <p:nvPr/>
          </p:nvSpPr>
          <p:spPr>
            <a:xfrm>
              <a:off x="9819327" y="25361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8"/>
            <p:cNvSpPr/>
            <p:nvPr/>
          </p:nvSpPr>
          <p:spPr>
            <a:xfrm>
              <a:off x="9829509" y="25027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899"/>
            <p:cNvSpPr/>
            <p:nvPr/>
          </p:nvSpPr>
          <p:spPr>
            <a:xfrm>
              <a:off x="8256359" y="24844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0"/>
            <p:cNvSpPr/>
            <p:nvPr/>
          </p:nvSpPr>
          <p:spPr>
            <a:xfrm>
              <a:off x="8740014" y="24810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1"/>
            <p:cNvSpPr/>
            <p:nvPr/>
          </p:nvSpPr>
          <p:spPr>
            <a:xfrm>
              <a:off x="7350143" y="24923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2"/>
            <p:cNvSpPr/>
            <p:nvPr/>
          </p:nvSpPr>
          <p:spPr>
            <a:xfrm>
              <a:off x="8358181" y="25171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3"/>
            <p:cNvSpPr/>
            <p:nvPr/>
          </p:nvSpPr>
          <p:spPr>
            <a:xfrm>
              <a:off x="10078973" y="25540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4"/>
            <p:cNvSpPr/>
            <p:nvPr/>
          </p:nvSpPr>
          <p:spPr>
            <a:xfrm>
              <a:off x="8454912" y="26006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5"/>
            <p:cNvSpPr/>
            <p:nvPr/>
          </p:nvSpPr>
          <p:spPr>
            <a:xfrm>
              <a:off x="9188031" y="26547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6"/>
            <p:cNvSpPr/>
            <p:nvPr/>
          </p:nvSpPr>
          <p:spPr>
            <a:xfrm>
              <a:off x="10389531" y="27161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7"/>
            <p:cNvSpPr/>
            <p:nvPr/>
          </p:nvSpPr>
          <p:spPr>
            <a:xfrm>
              <a:off x="10033154" y="27819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8"/>
            <p:cNvSpPr/>
            <p:nvPr/>
          </p:nvSpPr>
          <p:spPr>
            <a:xfrm>
              <a:off x="7009039" y="51443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09"/>
            <p:cNvSpPr/>
            <p:nvPr/>
          </p:nvSpPr>
          <p:spPr>
            <a:xfrm>
              <a:off x="6998857" y="50933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0"/>
            <p:cNvSpPr/>
            <p:nvPr/>
          </p:nvSpPr>
          <p:spPr>
            <a:xfrm>
              <a:off x="6993766" y="507180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1"/>
            <p:cNvSpPr/>
            <p:nvPr/>
          </p:nvSpPr>
          <p:spPr>
            <a:xfrm>
              <a:off x="7869435" y="45804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2"/>
            <p:cNvSpPr/>
            <p:nvPr/>
          </p:nvSpPr>
          <p:spPr>
            <a:xfrm>
              <a:off x="7594516" y="45036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3"/>
            <p:cNvSpPr/>
            <p:nvPr/>
          </p:nvSpPr>
          <p:spPr>
            <a:xfrm>
              <a:off x="7401054" y="44201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4"/>
            <p:cNvSpPr/>
            <p:nvPr/>
          </p:nvSpPr>
          <p:spPr>
            <a:xfrm>
              <a:off x="8103626" y="41299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5"/>
            <p:cNvSpPr/>
            <p:nvPr/>
          </p:nvSpPr>
          <p:spPr>
            <a:xfrm>
              <a:off x="8312361" y="4021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6"/>
            <p:cNvSpPr/>
            <p:nvPr/>
          </p:nvSpPr>
          <p:spPr>
            <a:xfrm>
              <a:off x="7243230" y="39082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7"/>
            <p:cNvSpPr/>
            <p:nvPr/>
          </p:nvSpPr>
          <p:spPr>
            <a:xfrm>
              <a:off x="8037442" y="37901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8"/>
            <p:cNvSpPr/>
            <p:nvPr/>
          </p:nvSpPr>
          <p:spPr>
            <a:xfrm>
              <a:off x="7981440" y="36668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19"/>
            <p:cNvSpPr/>
            <p:nvPr/>
          </p:nvSpPr>
          <p:spPr>
            <a:xfrm>
              <a:off x="8439639" y="35379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0"/>
            <p:cNvSpPr/>
            <p:nvPr/>
          </p:nvSpPr>
          <p:spPr>
            <a:xfrm>
              <a:off x="9101482" y="34041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1"/>
            <p:cNvSpPr/>
            <p:nvPr/>
          </p:nvSpPr>
          <p:spPr>
            <a:xfrm>
              <a:off x="9503679" y="32689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2"/>
            <p:cNvSpPr/>
            <p:nvPr/>
          </p:nvSpPr>
          <p:spPr>
            <a:xfrm>
              <a:off x="8235995" y="31372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3"/>
            <p:cNvSpPr/>
            <p:nvPr/>
          </p:nvSpPr>
          <p:spPr>
            <a:xfrm>
              <a:off x="7090497" y="30133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4"/>
            <p:cNvSpPr/>
            <p:nvPr/>
          </p:nvSpPr>
          <p:spPr>
            <a:xfrm>
              <a:off x="9503679" y="28980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5"/>
            <p:cNvSpPr/>
            <p:nvPr/>
          </p:nvSpPr>
          <p:spPr>
            <a:xfrm>
              <a:off x="8215630" y="27907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6"/>
            <p:cNvSpPr/>
            <p:nvPr/>
          </p:nvSpPr>
          <p:spPr>
            <a:xfrm>
              <a:off x="9264397" y="26913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7"/>
            <p:cNvSpPr/>
            <p:nvPr/>
          </p:nvSpPr>
          <p:spPr>
            <a:xfrm>
              <a:off x="7502876" y="26017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8"/>
            <p:cNvSpPr/>
            <p:nvPr/>
          </p:nvSpPr>
          <p:spPr>
            <a:xfrm>
              <a:off x="7706520" y="25240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29"/>
            <p:cNvSpPr/>
            <p:nvPr/>
          </p:nvSpPr>
          <p:spPr>
            <a:xfrm>
              <a:off x="7889800" y="24603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0"/>
            <p:cNvSpPr/>
            <p:nvPr/>
          </p:nvSpPr>
          <p:spPr>
            <a:xfrm>
              <a:off x="8449821" y="24118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1"/>
            <p:cNvSpPr/>
            <p:nvPr/>
          </p:nvSpPr>
          <p:spPr>
            <a:xfrm>
              <a:off x="8734923" y="2378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2"/>
            <p:cNvSpPr/>
            <p:nvPr/>
          </p:nvSpPr>
          <p:spPr>
            <a:xfrm>
              <a:off x="8276723" y="23611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3"/>
            <p:cNvSpPr/>
            <p:nvPr/>
          </p:nvSpPr>
          <p:spPr>
            <a:xfrm>
              <a:off x="8200357" y="23582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4"/>
            <p:cNvSpPr/>
            <p:nvPr/>
          </p:nvSpPr>
          <p:spPr>
            <a:xfrm>
              <a:off x="7477421" y="23697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5"/>
            <p:cNvSpPr/>
            <p:nvPr/>
          </p:nvSpPr>
          <p:spPr>
            <a:xfrm>
              <a:off x="8673829" y="23948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6"/>
            <p:cNvSpPr/>
            <p:nvPr/>
          </p:nvSpPr>
          <p:spPr>
            <a:xfrm>
              <a:off x="8852018" y="24325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7"/>
            <p:cNvSpPr/>
            <p:nvPr/>
          </p:nvSpPr>
          <p:spPr>
            <a:xfrm>
              <a:off x="8561825" y="2481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8"/>
            <p:cNvSpPr/>
            <p:nvPr/>
          </p:nvSpPr>
          <p:spPr>
            <a:xfrm>
              <a:off x="9564772" y="25388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39"/>
            <p:cNvSpPr/>
            <p:nvPr/>
          </p:nvSpPr>
          <p:spPr>
            <a:xfrm>
              <a:off x="10099338" y="26104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0"/>
            <p:cNvSpPr/>
            <p:nvPr/>
          </p:nvSpPr>
          <p:spPr>
            <a:xfrm>
              <a:off x="7054859" y="45550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1"/>
            <p:cNvSpPr/>
            <p:nvPr/>
          </p:nvSpPr>
          <p:spPr>
            <a:xfrm>
              <a:off x="7518149" y="44769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2"/>
            <p:cNvSpPr/>
            <p:nvPr/>
          </p:nvSpPr>
          <p:spPr>
            <a:xfrm>
              <a:off x="7395963" y="43919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3"/>
            <p:cNvSpPr/>
            <p:nvPr/>
          </p:nvSpPr>
          <p:spPr>
            <a:xfrm>
              <a:off x="7009039" y="42997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4"/>
            <p:cNvSpPr/>
            <p:nvPr/>
          </p:nvSpPr>
          <p:spPr>
            <a:xfrm>
              <a:off x="7416327" y="4094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5"/>
            <p:cNvSpPr/>
            <p:nvPr/>
          </p:nvSpPr>
          <p:spPr>
            <a:xfrm>
              <a:off x="7309414" y="39823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6"/>
            <p:cNvSpPr/>
            <p:nvPr/>
          </p:nvSpPr>
          <p:spPr>
            <a:xfrm>
              <a:off x="6774849" y="3863791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7"/>
            <p:cNvSpPr/>
            <p:nvPr/>
          </p:nvSpPr>
          <p:spPr>
            <a:xfrm>
              <a:off x="7177046" y="37386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8"/>
            <p:cNvSpPr/>
            <p:nvPr/>
          </p:nvSpPr>
          <p:spPr>
            <a:xfrm>
              <a:off x="7563969" y="36065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49"/>
            <p:cNvSpPr/>
            <p:nvPr/>
          </p:nvSpPr>
          <p:spPr>
            <a:xfrm>
              <a:off x="7899982" y="34675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0"/>
            <p:cNvSpPr/>
            <p:nvPr/>
          </p:nvSpPr>
          <p:spPr>
            <a:xfrm>
              <a:off x="8877473" y="33239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1"/>
            <p:cNvSpPr/>
            <p:nvPr/>
          </p:nvSpPr>
          <p:spPr>
            <a:xfrm>
              <a:off x="9539317" y="31804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2"/>
            <p:cNvSpPr/>
            <p:nvPr/>
          </p:nvSpPr>
          <p:spPr>
            <a:xfrm>
              <a:off x="7604698" y="30425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3"/>
            <p:cNvSpPr/>
            <p:nvPr/>
          </p:nvSpPr>
          <p:spPr>
            <a:xfrm>
              <a:off x="7991622" y="29127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4"/>
            <p:cNvSpPr/>
            <p:nvPr/>
          </p:nvSpPr>
          <p:spPr>
            <a:xfrm>
              <a:off x="7986531" y="27909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5"/>
            <p:cNvSpPr/>
            <p:nvPr/>
          </p:nvSpPr>
          <p:spPr>
            <a:xfrm>
              <a:off x="7390872" y="2676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6"/>
            <p:cNvSpPr/>
            <p:nvPr/>
          </p:nvSpPr>
          <p:spPr>
            <a:xfrm>
              <a:off x="7365416" y="2571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7"/>
            <p:cNvSpPr/>
            <p:nvPr/>
          </p:nvSpPr>
          <p:spPr>
            <a:xfrm>
              <a:off x="8964022" y="24783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8"/>
            <p:cNvSpPr/>
            <p:nvPr/>
          </p:nvSpPr>
          <p:spPr>
            <a:xfrm>
              <a:off x="8628010" y="23986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59"/>
            <p:cNvSpPr/>
            <p:nvPr/>
          </p:nvSpPr>
          <p:spPr>
            <a:xfrm>
              <a:off x="9727687" y="23344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0"/>
            <p:cNvSpPr/>
            <p:nvPr/>
          </p:nvSpPr>
          <p:spPr>
            <a:xfrm>
              <a:off x="8353090" y="22864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1"/>
            <p:cNvSpPr/>
            <p:nvPr/>
          </p:nvSpPr>
          <p:spPr>
            <a:xfrm>
              <a:off x="9870238" y="22544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2"/>
            <p:cNvSpPr/>
            <p:nvPr/>
          </p:nvSpPr>
          <p:spPr>
            <a:xfrm>
              <a:off x="11168469" y="22383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3"/>
            <p:cNvSpPr/>
            <p:nvPr/>
          </p:nvSpPr>
          <p:spPr>
            <a:xfrm>
              <a:off x="9493497" y="22373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4"/>
            <p:cNvSpPr/>
            <p:nvPr/>
          </p:nvSpPr>
          <p:spPr>
            <a:xfrm>
              <a:off x="8317452" y="2250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5"/>
            <p:cNvSpPr/>
            <p:nvPr/>
          </p:nvSpPr>
          <p:spPr>
            <a:xfrm>
              <a:off x="8230904" y="2278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6"/>
            <p:cNvSpPr/>
            <p:nvPr/>
          </p:nvSpPr>
          <p:spPr>
            <a:xfrm>
              <a:off x="8653465" y="23185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7"/>
            <p:cNvSpPr/>
            <p:nvPr/>
          </p:nvSpPr>
          <p:spPr>
            <a:xfrm>
              <a:off x="8577098" y="23707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8"/>
            <p:cNvSpPr/>
            <p:nvPr/>
          </p:nvSpPr>
          <p:spPr>
            <a:xfrm>
              <a:off x="10012789" y="2426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69"/>
            <p:cNvSpPr/>
            <p:nvPr/>
          </p:nvSpPr>
          <p:spPr>
            <a:xfrm>
              <a:off x="6963219" y="506240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0"/>
            <p:cNvSpPr/>
            <p:nvPr/>
          </p:nvSpPr>
          <p:spPr>
            <a:xfrm>
              <a:off x="7691247" y="45941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1"/>
            <p:cNvSpPr/>
            <p:nvPr/>
          </p:nvSpPr>
          <p:spPr>
            <a:xfrm>
              <a:off x="7065041" y="45215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2"/>
            <p:cNvSpPr/>
            <p:nvPr/>
          </p:nvSpPr>
          <p:spPr>
            <a:xfrm>
              <a:off x="7171954" y="44420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3"/>
            <p:cNvSpPr/>
            <p:nvPr/>
          </p:nvSpPr>
          <p:spPr>
            <a:xfrm>
              <a:off x="7706520" y="42608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4"/>
            <p:cNvSpPr/>
            <p:nvPr/>
          </p:nvSpPr>
          <p:spPr>
            <a:xfrm>
              <a:off x="7166863" y="4158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5"/>
            <p:cNvSpPr/>
            <p:nvPr/>
          </p:nvSpPr>
          <p:spPr>
            <a:xfrm>
              <a:off x="6647571" y="4049241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6"/>
            <p:cNvSpPr/>
            <p:nvPr/>
          </p:nvSpPr>
          <p:spPr>
            <a:xfrm>
              <a:off x="7146499" y="39317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7"/>
            <p:cNvSpPr/>
            <p:nvPr/>
          </p:nvSpPr>
          <p:spPr>
            <a:xfrm>
              <a:off x="7487603" y="3672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8"/>
            <p:cNvSpPr/>
            <p:nvPr/>
          </p:nvSpPr>
          <p:spPr>
            <a:xfrm>
              <a:off x="8857109" y="33798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79"/>
            <p:cNvSpPr/>
            <p:nvPr/>
          </p:nvSpPr>
          <p:spPr>
            <a:xfrm>
              <a:off x="9615683" y="32273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0"/>
            <p:cNvSpPr/>
            <p:nvPr/>
          </p:nvSpPr>
          <p:spPr>
            <a:xfrm>
              <a:off x="7991622" y="30774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1"/>
            <p:cNvSpPr/>
            <p:nvPr/>
          </p:nvSpPr>
          <p:spPr>
            <a:xfrm>
              <a:off x="8017077" y="29348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2"/>
            <p:cNvSpPr/>
            <p:nvPr/>
          </p:nvSpPr>
          <p:spPr>
            <a:xfrm>
              <a:off x="8928384" y="2800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3"/>
            <p:cNvSpPr/>
            <p:nvPr/>
          </p:nvSpPr>
          <p:spPr>
            <a:xfrm>
              <a:off x="8291997" y="26739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4"/>
            <p:cNvSpPr/>
            <p:nvPr/>
          </p:nvSpPr>
          <p:spPr>
            <a:xfrm>
              <a:off x="8740014" y="25557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5"/>
            <p:cNvSpPr/>
            <p:nvPr/>
          </p:nvSpPr>
          <p:spPr>
            <a:xfrm>
              <a:off x="9956787" y="24480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6"/>
            <p:cNvSpPr/>
            <p:nvPr/>
          </p:nvSpPr>
          <p:spPr>
            <a:xfrm>
              <a:off x="10628812" y="23535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7"/>
            <p:cNvSpPr/>
            <p:nvPr/>
          </p:nvSpPr>
          <p:spPr>
            <a:xfrm>
              <a:off x="8154537" y="22741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8"/>
            <p:cNvSpPr/>
            <p:nvPr/>
          </p:nvSpPr>
          <p:spPr>
            <a:xfrm>
              <a:off x="9366219" y="22109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89"/>
            <p:cNvSpPr/>
            <p:nvPr/>
          </p:nvSpPr>
          <p:spPr>
            <a:xfrm>
              <a:off x="9895694" y="21644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0"/>
            <p:cNvSpPr/>
            <p:nvPr/>
          </p:nvSpPr>
          <p:spPr>
            <a:xfrm>
              <a:off x="9447677" y="21347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1"/>
            <p:cNvSpPr/>
            <p:nvPr/>
          </p:nvSpPr>
          <p:spPr>
            <a:xfrm>
              <a:off x="8770560" y="21216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2"/>
            <p:cNvSpPr/>
            <p:nvPr/>
          </p:nvSpPr>
          <p:spPr>
            <a:xfrm>
              <a:off x="7543605" y="21244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3"/>
            <p:cNvSpPr/>
            <p:nvPr/>
          </p:nvSpPr>
          <p:spPr>
            <a:xfrm>
              <a:off x="8032351" y="2142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4"/>
            <p:cNvSpPr/>
            <p:nvPr/>
          </p:nvSpPr>
          <p:spPr>
            <a:xfrm>
              <a:off x="8302179" y="21743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5"/>
            <p:cNvSpPr/>
            <p:nvPr/>
          </p:nvSpPr>
          <p:spPr>
            <a:xfrm>
              <a:off x="9854965" y="22191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6"/>
            <p:cNvSpPr/>
            <p:nvPr/>
          </p:nvSpPr>
          <p:spPr>
            <a:xfrm>
              <a:off x="8001804" y="22755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7"/>
            <p:cNvSpPr/>
            <p:nvPr/>
          </p:nvSpPr>
          <p:spPr>
            <a:xfrm>
              <a:off x="8317452" y="23423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8"/>
            <p:cNvSpPr/>
            <p:nvPr/>
          </p:nvSpPr>
          <p:spPr>
            <a:xfrm>
              <a:off x="8414183" y="24091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1999"/>
            <p:cNvSpPr/>
            <p:nvPr/>
          </p:nvSpPr>
          <p:spPr>
            <a:xfrm>
              <a:off x="7090497" y="24331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0"/>
            <p:cNvSpPr/>
            <p:nvPr/>
          </p:nvSpPr>
          <p:spPr>
            <a:xfrm>
              <a:off x="7640336" y="51047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1"/>
            <p:cNvSpPr/>
            <p:nvPr/>
          </p:nvSpPr>
          <p:spPr>
            <a:xfrm>
              <a:off x="7095588" y="5084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2"/>
            <p:cNvSpPr/>
            <p:nvPr/>
          </p:nvSpPr>
          <p:spPr>
            <a:xfrm>
              <a:off x="7126135" y="47893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3"/>
            <p:cNvSpPr/>
            <p:nvPr/>
          </p:nvSpPr>
          <p:spPr>
            <a:xfrm>
              <a:off x="7009039" y="45523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4"/>
            <p:cNvSpPr/>
            <p:nvPr/>
          </p:nvSpPr>
          <p:spPr>
            <a:xfrm>
              <a:off x="7192319" y="44778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5"/>
            <p:cNvSpPr/>
            <p:nvPr/>
          </p:nvSpPr>
          <p:spPr>
            <a:xfrm>
              <a:off x="7360325" y="43068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6"/>
            <p:cNvSpPr/>
            <p:nvPr/>
          </p:nvSpPr>
          <p:spPr>
            <a:xfrm>
              <a:off x="7263594" y="4209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7"/>
            <p:cNvSpPr/>
            <p:nvPr/>
          </p:nvSpPr>
          <p:spPr>
            <a:xfrm>
              <a:off x="8327635" y="41033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8"/>
            <p:cNvSpPr/>
            <p:nvPr/>
          </p:nvSpPr>
          <p:spPr>
            <a:xfrm>
              <a:off x="8144355" y="39882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09"/>
            <p:cNvSpPr/>
            <p:nvPr/>
          </p:nvSpPr>
          <p:spPr>
            <a:xfrm>
              <a:off x="7691247" y="38635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0"/>
            <p:cNvSpPr/>
            <p:nvPr/>
          </p:nvSpPr>
          <p:spPr>
            <a:xfrm>
              <a:off x="7034495" y="37290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1"/>
            <p:cNvSpPr/>
            <p:nvPr/>
          </p:nvSpPr>
          <p:spPr>
            <a:xfrm>
              <a:off x="7115952" y="35844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2"/>
            <p:cNvSpPr/>
            <p:nvPr/>
          </p:nvSpPr>
          <p:spPr>
            <a:xfrm>
              <a:off x="7905073" y="34310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3"/>
            <p:cNvSpPr/>
            <p:nvPr/>
          </p:nvSpPr>
          <p:spPr>
            <a:xfrm>
              <a:off x="7833798" y="32721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4"/>
            <p:cNvSpPr/>
            <p:nvPr/>
          </p:nvSpPr>
          <p:spPr>
            <a:xfrm>
              <a:off x="9076026" y="31131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5"/>
            <p:cNvSpPr/>
            <p:nvPr/>
          </p:nvSpPr>
          <p:spPr>
            <a:xfrm>
              <a:off x="8098535" y="2959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6"/>
            <p:cNvSpPr/>
            <p:nvPr/>
          </p:nvSpPr>
          <p:spPr>
            <a:xfrm>
              <a:off x="8139264" y="28153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7"/>
            <p:cNvSpPr/>
            <p:nvPr/>
          </p:nvSpPr>
          <p:spPr>
            <a:xfrm>
              <a:off x="7828707" y="26789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8"/>
            <p:cNvSpPr/>
            <p:nvPr/>
          </p:nvSpPr>
          <p:spPr>
            <a:xfrm>
              <a:off x="8577098" y="25507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19"/>
            <p:cNvSpPr/>
            <p:nvPr/>
          </p:nvSpPr>
          <p:spPr>
            <a:xfrm>
              <a:off x="10308073" y="24320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0"/>
            <p:cNvSpPr/>
            <p:nvPr/>
          </p:nvSpPr>
          <p:spPr>
            <a:xfrm>
              <a:off x="9040389" y="23253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1"/>
            <p:cNvSpPr/>
            <p:nvPr/>
          </p:nvSpPr>
          <p:spPr>
            <a:xfrm>
              <a:off x="7813433" y="22328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2"/>
            <p:cNvSpPr/>
            <p:nvPr/>
          </p:nvSpPr>
          <p:spPr>
            <a:xfrm>
              <a:off x="7258503" y="21559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3"/>
            <p:cNvSpPr/>
            <p:nvPr/>
          </p:nvSpPr>
          <p:spPr>
            <a:xfrm>
              <a:off x="8297088" y="2095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4"/>
            <p:cNvSpPr/>
            <p:nvPr/>
          </p:nvSpPr>
          <p:spPr>
            <a:xfrm>
              <a:off x="8836745" y="20524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5"/>
            <p:cNvSpPr/>
            <p:nvPr/>
          </p:nvSpPr>
          <p:spPr>
            <a:xfrm>
              <a:off x="8704376" y="2026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6"/>
            <p:cNvSpPr/>
            <p:nvPr/>
          </p:nvSpPr>
          <p:spPr>
            <a:xfrm>
              <a:off x="8556734" y="20183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7"/>
            <p:cNvSpPr/>
            <p:nvPr/>
          </p:nvSpPr>
          <p:spPr>
            <a:xfrm>
              <a:off x="8235995" y="20268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8"/>
            <p:cNvSpPr/>
            <p:nvPr/>
          </p:nvSpPr>
          <p:spPr>
            <a:xfrm>
              <a:off x="7482512" y="20506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29"/>
            <p:cNvSpPr/>
            <p:nvPr/>
          </p:nvSpPr>
          <p:spPr>
            <a:xfrm>
              <a:off x="7686156" y="20882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0"/>
            <p:cNvSpPr/>
            <p:nvPr/>
          </p:nvSpPr>
          <p:spPr>
            <a:xfrm>
              <a:off x="7828707" y="21377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1"/>
            <p:cNvSpPr/>
            <p:nvPr/>
          </p:nvSpPr>
          <p:spPr>
            <a:xfrm>
              <a:off x="8225812" y="21980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2"/>
            <p:cNvSpPr/>
            <p:nvPr/>
          </p:nvSpPr>
          <p:spPr>
            <a:xfrm>
              <a:off x="9549499" y="22681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3"/>
            <p:cNvSpPr/>
            <p:nvPr/>
          </p:nvSpPr>
          <p:spPr>
            <a:xfrm>
              <a:off x="9116755" y="2346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4"/>
            <p:cNvSpPr/>
            <p:nvPr/>
          </p:nvSpPr>
          <p:spPr>
            <a:xfrm>
              <a:off x="9238942" y="23965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5"/>
            <p:cNvSpPr/>
            <p:nvPr/>
          </p:nvSpPr>
          <p:spPr>
            <a:xfrm>
              <a:off x="7350143" y="50806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6"/>
            <p:cNvSpPr/>
            <p:nvPr/>
          </p:nvSpPr>
          <p:spPr>
            <a:xfrm>
              <a:off x="7324688" y="50610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7"/>
            <p:cNvSpPr/>
            <p:nvPr/>
          </p:nvSpPr>
          <p:spPr>
            <a:xfrm>
              <a:off x="7126135" y="48385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8"/>
            <p:cNvSpPr/>
            <p:nvPr/>
          </p:nvSpPr>
          <p:spPr>
            <a:xfrm>
              <a:off x="7014130" y="44986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39"/>
            <p:cNvSpPr/>
            <p:nvPr/>
          </p:nvSpPr>
          <p:spPr>
            <a:xfrm>
              <a:off x="7166863" y="4421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0"/>
            <p:cNvSpPr/>
            <p:nvPr/>
          </p:nvSpPr>
          <p:spPr>
            <a:xfrm>
              <a:off x="7034495" y="43362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1"/>
            <p:cNvSpPr/>
            <p:nvPr/>
          </p:nvSpPr>
          <p:spPr>
            <a:xfrm>
              <a:off x="7406145" y="42429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2"/>
            <p:cNvSpPr/>
            <p:nvPr/>
          </p:nvSpPr>
          <p:spPr>
            <a:xfrm>
              <a:off x="8129082" y="41406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3"/>
            <p:cNvSpPr/>
            <p:nvPr/>
          </p:nvSpPr>
          <p:spPr>
            <a:xfrm>
              <a:off x="7803251" y="4028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4"/>
            <p:cNvSpPr/>
            <p:nvPr/>
          </p:nvSpPr>
          <p:spPr>
            <a:xfrm>
              <a:off x="8134173" y="39060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5"/>
            <p:cNvSpPr/>
            <p:nvPr/>
          </p:nvSpPr>
          <p:spPr>
            <a:xfrm>
              <a:off x="8057806" y="37724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6"/>
            <p:cNvSpPr/>
            <p:nvPr/>
          </p:nvSpPr>
          <p:spPr>
            <a:xfrm>
              <a:off x="7329779" y="36276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7"/>
            <p:cNvSpPr/>
            <p:nvPr/>
          </p:nvSpPr>
          <p:spPr>
            <a:xfrm>
              <a:off x="7619971" y="34726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8"/>
            <p:cNvSpPr/>
            <p:nvPr/>
          </p:nvSpPr>
          <p:spPr>
            <a:xfrm>
              <a:off x="6912308" y="330997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49"/>
            <p:cNvSpPr/>
            <p:nvPr/>
          </p:nvSpPr>
          <p:spPr>
            <a:xfrm>
              <a:off x="8312361" y="31450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0"/>
            <p:cNvSpPr/>
            <p:nvPr/>
          </p:nvSpPr>
          <p:spPr>
            <a:xfrm>
              <a:off x="7716702" y="29841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1"/>
            <p:cNvSpPr/>
            <p:nvPr/>
          </p:nvSpPr>
          <p:spPr>
            <a:xfrm>
              <a:off x="9778598" y="28317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2"/>
            <p:cNvSpPr/>
            <p:nvPr/>
          </p:nvSpPr>
          <p:spPr>
            <a:xfrm>
              <a:off x="11204107" y="26885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3"/>
            <p:cNvSpPr/>
            <p:nvPr/>
          </p:nvSpPr>
          <p:spPr>
            <a:xfrm>
              <a:off x="8974204" y="25539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4"/>
            <p:cNvSpPr/>
            <p:nvPr/>
          </p:nvSpPr>
          <p:spPr>
            <a:xfrm>
              <a:off x="8042533" y="24280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5"/>
            <p:cNvSpPr/>
            <p:nvPr/>
          </p:nvSpPr>
          <p:spPr>
            <a:xfrm>
              <a:off x="8643283" y="23128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6"/>
            <p:cNvSpPr/>
            <p:nvPr/>
          </p:nvSpPr>
          <p:spPr>
            <a:xfrm>
              <a:off x="7915255" y="22105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7"/>
            <p:cNvSpPr/>
            <p:nvPr/>
          </p:nvSpPr>
          <p:spPr>
            <a:xfrm>
              <a:off x="7726885" y="21228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8"/>
            <p:cNvSpPr/>
            <p:nvPr/>
          </p:nvSpPr>
          <p:spPr>
            <a:xfrm>
              <a:off x="7818524" y="2050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59"/>
            <p:cNvSpPr/>
            <p:nvPr/>
          </p:nvSpPr>
          <p:spPr>
            <a:xfrm>
              <a:off x="8862200" y="1995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0"/>
            <p:cNvSpPr/>
            <p:nvPr/>
          </p:nvSpPr>
          <p:spPr>
            <a:xfrm>
              <a:off x="8989478" y="19574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1"/>
            <p:cNvSpPr/>
            <p:nvPr/>
          </p:nvSpPr>
          <p:spPr>
            <a:xfrm>
              <a:off x="8846927" y="19371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2"/>
            <p:cNvSpPr/>
            <p:nvPr/>
          </p:nvSpPr>
          <p:spPr>
            <a:xfrm>
              <a:off x="8159628" y="1934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3"/>
            <p:cNvSpPr/>
            <p:nvPr/>
          </p:nvSpPr>
          <p:spPr>
            <a:xfrm>
              <a:off x="7742158" y="19491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4"/>
            <p:cNvSpPr/>
            <p:nvPr/>
          </p:nvSpPr>
          <p:spPr>
            <a:xfrm>
              <a:off x="8093444" y="19787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5"/>
            <p:cNvSpPr/>
            <p:nvPr/>
          </p:nvSpPr>
          <p:spPr>
            <a:xfrm>
              <a:off x="8388728" y="20215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6"/>
            <p:cNvSpPr/>
            <p:nvPr/>
          </p:nvSpPr>
          <p:spPr>
            <a:xfrm>
              <a:off x="8867291" y="20753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7"/>
            <p:cNvSpPr/>
            <p:nvPr/>
          </p:nvSpPr>
          <p:spPr>
            <a:xfrm>
              <a:off x="8857109" y="21389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8"/>
            <p:cNvSpPr/>
            <p:nvPr/>
          </p:nvSpPr>
          <p:spPr>
            <a:xfrm>
              <a:off x="10038245" y="22114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69"/>
            <p:cNvSpPr/>
            <p:nvPr/>
          </p:nvSpPr>
          <p:spPr>
            <a:xfrm>
              <a:off x="8556734" y="2292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0"/>
            <p:cNvSpPr/>
            <p:nvPr/>
          </p:nvSpPr>
          <p:spPr>
            <a:xfrm>
              <a:off x="9966969" y="2366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1"/>
            <p:cNvSpPr/>
            <p:nvPr/>
          </p:nvSpPr>
          <p:spPr>
            <a:xfrm>
              <a:off x="7777796" y="24187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2"/>
            <p:cNvSpPr/>
            <p:nvPr/>
          </p:nvSpPr>
          <p:spPr>
            <a:xfrm>
              <a:off x="7238139" y="5058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3"/>
            <p:cNvSpPr/>
            <p:nvPr/>
          </p:nvSpPr>
          <p:spPr>
            <a:xfrm>
              <a:off x="7248321" y="50335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4"/>
            <p:cNvSpPr/>
            <p:nvPr/>
          </p:nvSpPr>
          <p:spPr>
            <a:xfrm>
              <a:off x="7003948" y="50068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5"/>
            <p:cNvSpPr/>
            <p:nvPr/>
          </p:nvSpPr>
          <p:spPr>
            <a:xfrm>
              <a:off x="7003948" y="48751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6"/>
            <p:cNvSpPr/>
            <p:nvPr/>
          </p:nvSpPr>
          <p:spPr>
            <a:xfrm>
              <a:off x="7075224" y="47909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7"/>
            <p:cNvSpPr/>
            <p:nvPr/>
          </p:nvSpPr>
          <p:spPr>
            <a:xfrm>
              <a:off x="7350143" y="47432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8"/>
            <p:cNvSpPr/>
            <p:nvPr/>
          </p:nvSpPr>
          <p:spPr>
            <a:xfrm>
              <a:off x="7182137" y="46913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79"/>
            <p:cNvSpPr/>
            <p:nvPr/>
          </p:nvSpPr>
          <p:spPr>
            <a:xfrm>
              <a:off x="7065041" y="46346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0"/>
            <p:cNvSpPr/>
            <p:nvPr/>
          </p:nvSpPr>
          <p:spPr>
            <a:xfrm>
              <a:off x="7115952" y="45048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1"/>
            <p:cNvSpPr/>
            <p:nvPr/>
          </p:nvSpPr>
          <p:spPr>
            <a:xfrm>
              <a:off x="7054859" y="44304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2"/>
            <p:cNvSpPr/>
            <p:nvPr/>
          </p:nvSpPr>
          <p:spPr>
            <a:xfrm>
              <a:off x="6708664" y="4348689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3"/>
            <p:cNvSpPr/>
            <p:nvPr/>
          </p:nvSpPr>
          <p:spPr>
            <a:xfrm>
              <a:off x="7238139" y="42587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4"/>
            <p:cNvSpPr/>
            <p:nvPr/>
          </p:nvSpPr>
          <p:spPr>
            <a:xfrm>
              <a:off x="7258503" y="41596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5"/>
            <p:cNvSpPr/>
            <p:nvPr/>
          </p:nvSpPr>
          <p:spPr>
            <a:xfrm>
              <a:off x="7558878" y="40505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6"/>
            <p:cNvSpPr/>
            <p:nvPr/>
          </p:nvSpPr>
          <p:spPr>
            <a:xfrm>
              <a:off x="7553787" y="39305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7"/>
            <p:cNvSpPr/>
            <p:nvPr/>
          </p:nvSpPr>
          <p:spPr>
            <a:xfrm>
              <a:off x="7095588" y="3655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8"/>
            <p:cNvSpPr/>
            <p:nvPr/>
          </p:nvSpPr>
          <p:spPr>
            <a:xfrm>
              <a:off x="7345052" y="3501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89"/>
            <p:cNvSpPr/>
            <p:nvPr/>
          </p:nvSpPr>
          <p:spPr>
            <a:xfrm>
              <a:off x="7838889" y="33375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0"/>
            <p:cNvSpPr/>
            <p:nvPr/>
          </p:nvSpPr>
          <p:spPr>
            <a:xfrm>
              <a:off x="7828707" y="3169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1"/>
            <p:cNvSpPr/>
            <p:nvPr/>
          </p:nvSpPr>
          <p:spPr>
            <a:xfrm>
              <a:off x="8129082" y="30045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2"/>
            <p:cNvSpPr/>
            <p:nvPr/>
          </p:nvSpPr>
          <p:spPr>
            <a:xfrm>
              <a:off x="8526187" y="28472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3"/>
            <p:cNvSpPr/>
            <p:nvPr/>
          </p:nvSpPr>
          <p:spPr>
            <a:xfrm>
              <a:off x="9569863" y="27002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4"/>
            <p:cNvSpPr/>
            <p:nvPr/>
          </p:nvSpPr>
          <p:spPr>
            <a:xfrm>
              <a:off x="9773507" y="25627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5"/>
            <p:cNvSpPr/>
            <p:nvPr/>
          </p:nvSpPr>
          <p:spPr>
            <a:xfrm>
              <a:off x="8704376" y="24339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6"/>
            <p:cNvSpPr/>
            <p:nvPr/>
          </p:nvSpPr>
          <p:spPr>
            <a:xfrm>
              <a:off x="7910164" y="23146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7"/>
            <p:cNvSpPr/>
            <p:nvPr/>
          </p:nvSpPr>
          <p:spPr>
            <a:xfrm>
              <a:off x="8460003" y="22065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8"/>
            <p:cNvSpPr/>
            <p:nvPr/>
          </p:nvSpPr>
          <p:spPr>
            <a:xfrm>
              <a:off x="8353090" y="21116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099"/>
            <p:cNvSpPr/>
            <p:nvPr/>
          </p:nvSpPr>
          <p:spPr>
            <a:xfrm>
              <a:off x="8251268" y="20309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0"/>
            <p:cNvSpPr/>
            <p:nvPr/>
          </p:nvSpPr>
          <p:spPr>
            <a:xfrm>
              <a:off x="9401857" y="19655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1"/>
            <p:cNvSpPr/>
            <p:nvPr/>
          </p:nvSpPr>
          <p:spPr>
            <a:xfrm>
              <a:off x="9992425" y="19163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2"/>
            <p:cNvSpPr/>
            <p:nvPr/>
          </p:nvSpPr>
          <p:spPr>
            <a:xfrm>
              <a:off x="8984387" y="18843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3"/>
            <p:cNvSpPr/>
            <p:nvPr/>
          </p:nvSpPr>
          <p:spPr>
            <a:xfrm>
              <a:off x="7950893" y="18700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4"/>
            <p:cNvSpPr/>
            <p:nvPr/>
          </p:nvSpPr>
          <p:spPr>
            <a:xfrm>
              <a:off x="9213486" y="18732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5"/>
            <p:cNvSpPr/>
            <p:nvPr/>
          </p:nvSpPr>
          <p:spPr>
            <a:xfrm>
              <a:off x="10633904" y="18931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6"/>
            <p:cNvSpPr/>
            <p:nvPr/>
          </p:nvSpPr>
          <p:spPr>
            <a:xfrm>
              <a:off x="8475276" y="19278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7"/>
            <p:cNvSpPr/>
            <p:nvPr/>
          </p:nvSpPr>
          <p:spPr>
            <a:xfrm>
              <a:off x="9152393" y="19751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8"/>
            <p:cNvSpPr/>
            <p:nvPr/>
          </p:nvSpPr>
          <p:spPr>
            <a:xfrm>
              <a:off x="10654268" y="20329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09"/>
            <p:cNvSpPr/>
            <p:nvPr/>
          </p:nvSpPr>
          <p:spPr>
            <a:xfrm>
              <a:off x="10145158" y="2099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0"/>
            <p:cNvSpPr/>
            <p:nvPr/>
          </p:nvSpPr>
          <p:spPr>
            <a:xfrm>
              <a:off x="10506626" y="21749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1"/>
            <p:cNvSpPr/>
            <p:nvPr/>
          </p:nvSpPr>
          <p:spPr>
            <a:xfrm>
              <a:off x="10511717" y="22579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2"/>
            <p:cNvSpPr/>
            <p:nvPr/>
          </p:nvSpPr>
          <p:spPr>
            <a:xfrm>
              <a:off x="9916058" y="23488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3"/>
            <p:cNvSpPr/>
            <p:nvPr/>
          </p:nvSpPr>
          <p:spPr>
            <a:xfrm>
              <a:off x="8546552" y="24264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4"/>
            <p:cNvSpPr/>
            <p:nvPr/>
          </p:nvSpPr>
          <p:spPr>
            <a:xfrm>
              <a:off x="7492694" y="50342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5"/>
            <p:cNvSpPr/>
            <p:nvPr/>
          </p:nvSpPr>
          <p:spPr>
            <a:xfrm>
              <a:off x="7380690" y="50021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6"/>
            <p:cNvSpPr/>
            <p:nvPr/>
          </p:nvSpPr>
          <p:spPr>
            <a:xfrm>
              <a:off x="7258503" y="4972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7"/>
            <p:cNvSpPr/>
            <p:nvPr/>
          </p:nvSpPr>
          <p:spPr>
            <a:xfrm>
              <a:off x="7197410" y="4826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8"/>
            <p:cNvSpPr/>
            <p:nvPr/>
          </p:nvSpPr>
          <p:spPr>
            <a:xfrm>
              <a:off x="7248321" y="47346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19"/>
            <p:cNvSpPr/>
            <p:nvPr/>
          </p:nvSpPr>
          <p:spPr>
            <a:xfrm>
              <a:off x="7146499" y="46267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0"/>
            <p:cNvSpPr/>
            <p:nvPr/>
          </p:nvSpPr>
          <p:spPr>
            <a:xfrm>
              <a:off x="7197410" y="44989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1"/>
            <p:cNvSpPr/>
            <p:nvPr/>
          </p:nvSpPr>
          <p:spPr>
            <a:xfrm>
              <a:off x="7263594" y="4425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2"/>
            <p:cNvSpPr/>
            <p:nvPr/>
          </p:nvSpPr>
          <p:spPr>
            <a:xfrm>
              <a:off x="7283959" y="4345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3"/>
            <p:cNvSpPr/>
            <p:nvPr/>
          </p:nvSpPr>
          <p:spPr>
            <a:xfrm>
              <a:off x="7146499" y="42580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4"/>
            <p:cNvSpPr/>
            <p:nvPr/>
          </p:nvSpPr>
          <p:spPr>
            <a:xfrm>
              <a:off x="7431601" y="41612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5"/>
            <p:cNvSpPr/>
            <p:nvPr/>
          </p:nvSpPr>
          <p:spPr>
            <a:xfrm>
              <a:off x="7105770" y="40545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6"/>
            <p:cNvSpPr/>
            <p:nvPr/>
          </p:nvSpPr>
          <p:spPr>
            <a:xfrm>
              <a:off x="7431601" y="39371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7"/>
            <p:cNvSpPr/>
            <p:nvPr/>
          </p:nvSpPr>
          <p:spPr>
            <a:xfrm>
              <a:off x="7533423" y="3808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8"/>
            <p:cNvSpPr/>
            <p:nvPr/>
          </p:nvSpPr>
          <p:spPr>
            <a:xfrm>
              <a:off x="7227957" y="3667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29"/>
            <p:cNvSpPr/>
            <p:nvPr/>
          </p:nvSpPr>
          <p:spPr>
            <a:xfrm>
              <a:off x="7441783" y="3353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0"/>
            <p:cNvSpPr/>
            <p:nvPr/>
          </p:nvSpPr>
          <p:spPr>
            <a:xfrm>
              <a:off x="7604698" y="31863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1"/>
            <p:cNvSpPr/>
            <p:nvPr/>
          </p:nvSpPr>
          <p:spPr>
            <a:xfrm>
              <a:off x="7691247" y="30203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2"/>
            <p:cNvSpPr/>
            <p:nvPr/>
          </p:nvSpPr>
          <p:spPr>
            <a:xfrm>
              <a:off x="7823615" y="28614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3"/>
            <p:cNvSpPr/>
            <p:nvPr/>
          </p:nvSpPr>
          <p:spPr>
            <a:xfrm>
              <a:off x="8526187" y="27134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4"/>
            <p:cNvSpPr/>
            <p:nvPr/>
          </p:nvSpPr>
          <p:spPr>
            <a:xfrm>
              <a:off x="10399713" y="25763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5"/>
            <p:cNvSpPr/>
            <p:nvPr/>
          </p:nvSpPr>
          <p:spPr>
            <a:xfrm>
              <a:off x="10196069" y="2448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6"/>
            <p:cNvSpPr/>
            <p:nvPr/>
          </p:nvSpPr>
          <p:spPr>
            <a:xfrm>
              <a:off x="7935620" y="23293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7"/>
            <p:cNvSpPr/>
            <p:nvPr/>
          </p:nvSpPr>
          <p:spPr>
            <a:xfrm>
              <a:off x="8159628" y="22197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8"/>
            <p:cNvSpPr/>
            <p:nvPr/>
          </p:nvSpPr>
          <p:spPr>
            <a:xfrm>
              <a:off x="8516005" y="21213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39"/>
            <p:cNvSpPr/>
            <p:nvPr/>
          </p:nvSpPr>
          <p:spPr>
            <a:xfrm>
              <a:off x="8887656" y="20352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0"/>
            <p:cNvSpPr/>
            <p:nvPr/>
          </p:nvSpPr>
          <p:spPr>
            <a:xfrm>
              <a:off x="8088353" y="19625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1"/>
            <p:cNvSpPr/>
            <p:nvPr/>
          </p:nvSpPr>
          <p:spPr>
            <a:xfrm>
              <a:off x="10857912" y="19041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2"/>
            <p:cNvSpPr/>
            <p:nvPr/>
          </p:nvSpPr>
          <p:spPr>
            <a:xfrm>
              <a:off x="10771363" y="18614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3"/>
            <p:cNvSpPr/>
            <p:nvPr/>
          </p:nvSpPr>
          <p:spPr>
            <a:xfrm>
              <a:off x="9361128" y="18354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4"/>
            <p:cNvSpPr/>
            <p:nvPr/>
          </p:nvSpPr>
          <p:spPr>
            <a:xfrm>
              <a:off x="9987334" y="18268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5"/>
            <p:cNvSpPr/>
            <p:nvPr/>
          </p:nvSpPr>
          <p:spPr>
            <a:xfrm>
              <a:off x="9401857" y="1835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6"/>
            <p:cNvSpPr/>
            <p:nvPr/>
          </p:nvSpPr>
          <p:spPr>
            <a:xfrm>
              <a:off x="10975007" y="18602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7"/>
            <p:cNvSpPr/>
            <p:nvPr/>
          </p:nvSpPr>
          <p:spPr>
            <a:xfrm>
              <a:off x="9636048" y="18994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8"/>
            <p:cNvSpPr/>
            <p:nvPr/>
          </p:nvSpPr>
          <p:spPr>
            <a:xfrm>
              <a:off x="9300035" y="1951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49"/>
            <p:cNvSpPr/>
            <p:nvPr/>
          </p:nvSpPr>
          <p:spPr>
            <a:xfrm>
              <a:off x="9610592" y="20129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0"/>
            <p:cNvSpPr/>
            <p:nvPr/>
          </p:nvSpPr>
          <p:spPr>
            <a:xfrm>
              <a:off x="9768416" y="20835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1"/>
            <p:cNvSpPr/>
            <p:nvPr/>
          </p:nvSpPr>
          <p:spPr>
            <a:xfrm>
              <a:off x="9666594" y="21619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2"/>
            <p:cNvSpPr/>
            <p:nvPr/>
          </p:nvSpPr>
          <p:spPr>
            <a:xfrm>
              <a:off x="11081920" y="22477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3"/>
            <p:cNvSpPr/>
            <p:nvPr/>
          </p:nvSpPr>
          <p:spPr>
            <a:xfrm>
              <a:off x="10913914" y="23412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4"/>
            <p:cNvSpPr/>
            <p:nvPr/>
          </p:nvSpPr>
          <p:spPr>
            <a:xfrm>
              <a:off x="9406948" y="24209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5"/>
            <p:cNvSpPr/>
            <p:nvPr/>
          </p:nvSpPr>
          <p:spPr>
            <a:xfrm>
              <a:off x="7594516" y="4941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6"/>
            <p:cNvSpPr/>
            <p:nvPr/>
          </p:nvSpPr>
          <p:spPr>
            <a:xfrm>
              <a:off x="6983584" y="489812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7"/>
            <p:cNvSpPr/>
            <p:nvPr/>
          </p:nvSpPr>
          <p:spPr>
            <a:xfrm>
              <a:off x="7054859" y="4857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8"/>
            <p:cNvSpPr/>
            <p:nvPr/>
          </p:nvSpPr>
          <p:spPr>
            <a:xfrm>
              <a:off x="7268685" y="47216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59"/>
            <p:cNvSpPr/>
            <p:nvPr/>
          </p:nvSpPr>
          <p:spPr>
            <a:xfrm>
              <a:off x="7054859" y="44840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0"/>
            <p:cNvSpPr/>
            <p:nvPr/>
          </p:nvSpPr>
          <p:spPr>
            <a:xfrm>
              <a:off x="7177046" y="4411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1"/>
            <p:cNvSpPr/>
            <p:nvPr/>
          </p:nvSpPr>
          <p:spPr>
            <a:xfrm>
              <a:off x="6769757" y="4331514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2"/>
            <p:cNvSpPr/>
            <p:nvPr/>
          </p:nvSpPr>
          <p:spPr>
            <a:xfrm>
              <a:off x="7248321" y="42444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3"/>
            <p:cNvSpPr/>
            <p:nvPr/>
          </p:nvSpPr>
          <p:spPr>
            <a:xfrm>
              <a:off x="8139264" y="40438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4"/>
            <p:cNvSpPr/>
            <p:nvPr/>
          </p:nvSpPr>
          <p:spPr>
            <a:xfrm>
              <a:off x="7726885" y="3928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5"/>
            <p:cNvSpPr/>
            <p:nvPr/>
          </p:nvSpPr>
          <p:spPr>
            <a:xfrm>
              <a:off x="7747249" y="38019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6"/>
            <p:cNvSpPr/>
            <p:nvPr/>
          </p:nvSpPr>
          <p:spPr>
            <a:xfrm>
              <a:off x="7166863" y="36642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7"/>
            <p:cNvSpPr/>
            <p:nvPr/>
          </p:nvSpPr>
          <p:spPr>
            <a:xfrm>
              <a:off x="7462147" y="35157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8"/>
            <p:cNvSpPr/>
            <p:nvPr/>
          </p:nvSpPr>
          <p:spPr>
            <a:xfrm>
              <a:off x="7054859" y="33583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69"/>
            <p:cNvSpPr/>
            <p:nvPr/>
          </p:nvSpPr>
          <p:spPr>
            <a:xfrm>
              <a:off x="7304323" y="31955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0"/>
            <p:cNvSpPr/>
            <p:nvPr/>
          </p:nvSpPr>
          <p:spPr>
            <a:xfrm>
              <a:off x="7462147" y="30327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1"/>
            <p:cNvSpPr/>
            <p:nvPr/>
          </p:nvSpPr>
          <p:spPr>
            <a:xfrm>
              <a:off x="8587281" y="2876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2"/>
            <p:cNvSpPr/>
            <p:nvPr/>
          </p:nvSpPr>
          <p:spPr>
            <a:xfrm>
              <a:off x="9045480" y="27301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3"/>
            <p:cNvSpPr/>
            <p:nvPr/>
          </p:nvSpPr>
          <p:spPr>
            <a:xfrm>
              <a:off x="11463753" y="25959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4"/>
            <p:cNvSpPr/>
            <p:nvPr/>
          </p:nvSpPr>
          <p:spPr>
            <a:xfrm>
              <a:off x="10868094" y="24720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5"/>
            <p:cNvSpPr/>
            <p:nvPr/>
          </p:nvSpPr>
          <p:spPr>
            <a:xfrm>
              <a:off x="10394622" y="23566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6"/>
            <p:cNvSpPr/>
            <p:nvPr/>
          </p:nvSpPr>
          <p:spPr>
            <a:xfrm>
              <a:off x="8271632" y="22493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7"/>
            <p:cNvSpPr/>
            <p:nvPr/>
          </p:nvSpPr>
          <p:spPr>
            <a:xfrm>
              <a:off x="8169810" y="21509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8"/>
            <p:cNvSpPr/>
            <p:nvPr/>
          </p:nvSpPr>
          <p:spPr>
            <a:xfrm>
              <a:off x="9193122" y="20626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79"/>
            <p:cNvSpPr/>
            <p:nvPr/>
          </p:nvSpPr>
          <p:spPr>
            <a:xfrm>
              <a:off x="8740014" y="19854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0"/>
            <p:cNvSpPr/>
            <p:nvPr/>
          </p:nvSpPr>
          <p:spPr>
            <a:xfrm>
              <a:off x="9172757" y="19203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1"/>
            <p:cNvSpPr/>
            <p:nvPr/>
          </p:nvSpPr>
          <p:spPr>
            <a:xfrm>
              <a:off x="8312361" y="18686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2"/>
            <p:cNvSpPr/>
            <p:nvPr/>
          </p:nvSpPr>
          <p:spPr>
            <a:xfrm>
              <a:off x="10343711" y="1832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3"/>
            <p:cNvSpPr/>
            <p:nvPr/>
          </p:nvSpPr>
          <p:spPr>
            <a:xfrm>
              <a:off x="10246980" y="18117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4"/>
            <p:cNvSpPr/>
            <p:nvPr/>
          </p:nvSpPr>
          <p:spPr>
            <a:xfrm>
              <a:off x="9162575" y="1808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5"/>
            <p:cNvSpPr/>
            <p:nvPr/>
          </p:nvSpPr>
          <p:spPr>
            <a:xfrm>
              <a:off x="9686959" y="18222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6"/>
            <p:cNvSpPr/>
            <p:nvPr/>
          </p:nvSpPr>
          <p:spPr>
            <a:xfrm>
              <a:off x="11468844" y="18518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7"/>
            <p:cNvSpPr/>
            <p:nvPr/>
          </p:nvSpPr>
          <p:spPr>
            <a:xfrm>
              <a:off x="9722596" y="18956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8"/>
            <p:cNvSpPr/>
            <p:nvPr/>
          </p:nvSpPr>
          <p:spPr>
            <a:xfrm>
              <a:off x="9381493" y="1951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89"/>
            <p:cNvSpPr/>
            <p:nvPr/>
          </p:nvSpPr>
          <p:spPr>
            <a:xfrm>
              <a:off x="9636048" y="20178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0"/>
            <p:cNvSpPr/>
            <p:nvPr/>
          </p:nvSpPr>
          <p:spPr>
            <a:xfrm>
              <a:off x="9468041" y="20925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1"/>
            <p:cNvSpPr/>
            <p:nvPr/>
          </p:nvSpPr>
          <p:spPr>
            <a:xfrm>
              <a:off x="10028062" y="21744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2"/>
            <p:cNvSpPr/>
            <p:nvPr/>
          </p:nvSpPr>
          <p:spPr>
            <a:xfrm>
              <a:off x="10420077" y="22626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3"/>
            <p:cNvSpPr/>
            <p:nvPr/>
          </p:nvSpPr>
          <p:spPr>
            <a:xfrm>
              <a:off x="10114611" y="2352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4"/>
            <p:cNvSpPr/>
            <p:nvPr/>
          </p:nvSpPr>
          <p:spPr>
            <a:xfrm>
              <a:off x="9992425" y="24613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5"/>
            <p:cNvSpPr/>
            <p:nvPr/>
          </p:nvSpPr>
          <p:spPr>
            <a:xfrm>
              <a:off x="9060753" y="25341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6"/>
            <p:cNvSpPr/>
            <p:nvPr/>
          </p:nvSpPr>
          <p:spPr>
            <a:xfrm>
              <a:off x="6973401" y="475847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7"/>
            <p:cNvSpPr/>
            <p:nvPr/>
          </p:nvSpPr>
          <p:spPr>
            <a:xfrm>
              <a:off x="6978493" y="470608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8"/>
            <p:cNvSpPr/>
            <p:nvPr/>
          </p:nvSpPr>
          <p:spPr>
            <a:xfrm>
              <a:off x="7406145" y="4652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199"/>
            <p:cNvSpPr/>
            <p:nvPr/>
          </p:nvSpPr>
          <p:spPr>
            <a:xfrm>
              <a:off x="6932673" y="459414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0"/>
            <p:cNvSpPr/>
            <p:nvPr/>
          </p:nvSpPr>
          <p:spPr>
            <a:xfrm>
              <a:off x="7625062" y="4531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1"/>
            <p:cNvSpPr/>
            <p:nvPr/>
          </p:nvSpPr>
          <p:spPr>
            <a:xfrm>
              <a:off x="7446874" y="44633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2"/>
            <p:cNvSpPr/>
            <p:nvPr/>
          </p:nvSpPr>
          <p:spPr>
            <a:xfrm>
              <a:off x="8113808" y="43896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3"/>
            <p:cNvSpPr/>
            <p:nvPr/>
          </p:nvSpPr>
          <p:spPr>
            <a:xfrm>
              <a:off x="7813433" y="43096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4"/>
            <p:cNvSpPr/>
            <p:nvPr/>
          </p:nvSpPr>
          <p:spPr>
            <a:xfrm>
              <a:off x="7752340" y="42224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5"/>
            <p:cNvSpPr/>
            <p:nvPr/>
          </p:nvSpPr>
          <p:spPr>
            <a:xfrm>
              <a:off x="7411236" y="41273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6"/>
            <p:cNvSpPr/>
            <p:nvPr/>
          </p:nvSpPr>
          <p:spPr>
            <a:xfrm>
              <a:off x="7309414" y="40233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7"/>
            <p:cNvSpPr/>
            <p:nvPr/>
          </p:nvSpPr>
          <p:spPr>
            <a:xfrm>
              <a:off x="7787978" y="39095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8"/>
            <p:cNvSpPr/>
            <p:nvPr/>
          </p:nvSpPr>
          <p:spPr>
            <a:xfrm>
              <a:off x="9814236" y="37855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09"/>
            <p:cNvSpPr/>
            <p:nvPr/>
          </p:nvSpPr>
          <p:spPr>
            <a:xfrm>
              <a:off x="10323346" y="36513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0"/>
            <p:cNvSpPr/>
            <p:nvPr/>
          </p:nvSpPr>
          <p:spPr>
            <a:xfrm>
              <a:off x="7691247" y="35077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1"/>
            <p:cNvSpPr/>
            <p:nvPr/>
          </p:nvSpPr>
          <p:spPr>
            <a:xfrm>
              <a:off x="7019221" y="33565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2"/>
            <p:cNvSpPr/>
            <p:nvPr/>
          </p:nvSpPr>
          <p:spPr>
            <a:xfrm>
              <a:off x="7721793" y="32007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3"/>
            <p:cNvSpPr/>
            <p:nvPr/>
          </p:nvSpPr>
          <p:spPr>
            <a:xfrm>
              <a:off x="7462147" y="30449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4"/>
            <p:cNvSpPr/>
            <p:nvPr/>
          </p:nvSpPr>
          <p:spPr>
            <a:xfrm>
              <a:off x="8205448" y="2894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5"/>
            <p:cNvSpPr/>
            <p:nvPr/>
          </p:nvSpPr>
          <p:spPr>
            <a:xfrm>
              <a:off x="7874526" y="27539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6"/>
            <p:cNvSpPr/>
            <p:nvPr/>
          </p:nvSpPr>
          <p:spPr>
            <a:xfrm>
              <a:off x="10506626" y="2625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7"/>
            <p:cNvSpPr/>
            <p:nvPr/>
          </p:nvSpPr>
          <p:spPr>
            <a:xfrm>
              <a:off x="9885512" y="2507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8"/>
            <p:cNvSpPr/>
            <p:nvPr/>
          </p:nvSpPr>
          <p:spPr>
            <a:xfrm>
              <a:off x="8185084" y="2397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19"/>
            <p:cNvSpPr/>
            <p:nvPr/>
          </p:nvSpPr>
          <p:spPr>
            <a:xfrm>
              <a:off x="9086209" y="22951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0"/>
            <p:cNvSpPr/>
            <p:nvPr/>
          </p:nvSpPr>
          <p:spPr>
            <a:xfrm>
              <a:off x="9096391" y="21996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1"/>
            <p:cNvSpPr/>
            <p:nvPr/>
          </p:nvSpPr>
          <p:spPr>
            <a:xfrm>
              <a:off x="11056465" y="21117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2"/>
            <p:cNvSpPr/>
            <p:nvPr/>
          </p:nvSpPr>
          <p:spPr>
            <a:xfrm>
              <a:off x="9356037" y="20324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3"/>
            <p:cNvSpPr/>
            <p:nvPr/>
          </p:nvSpPr>
          <p:spPr>
            <a:xfrm>
              <a:off x="8449821" y="1962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4"/>
            <p:cNvSpPr/>
            <p:nvPr/>
          </p:nvSpPr>
          <p:spPr>
            <a:xfrm>
              <a:off x="8465094" y="19045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5"/>
            <p:cNvSpPr/>
            <p:nvPr/>
          </p:nvSpPr>
          <p:spPr>
            <a:xfrm>
              <a:off x="9233851" y="18591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6"/>
            <p:cNvSpPr/>
            <p:nvPr/>
          </p:nvSpPr>
          <p:spPr>
            <a:xfrm>
              <a:off x="10038245" y="1828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7"/>
            <p:cNvSpPr/>
            <p:nvPr/>
          </p:nvSpPr>
          <p:spPr>
            <a:xfrm>
              <a:off x="10272435" y="18136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8"/>
            <p:cNvSpPr/>
            <p:nvPr/>
          </p:nvSpPr>
          <p:spPr>
            <a:xfrm>
              <a:off x="9325490" y="1815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29"/>
            <p:cNvSpPr/>
            <p:nvPr/>
          </p:nvSpPr>
          <p:spPr>
            <a:xfrm>
              <a:off x="8897838" y="18347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0"/>
            <p:cNvSpPr/>
            <p:nvPr/>
          </p:nvSpPr>
          <p:spPr>
            <a:xfrm>
              <a:off x="8551643" y="18692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1"/>
            <p:cNvSpPr/>
            <p:nvPr/>
          </p:nvSpPr>
          <p:spPr>
            <a:xfrm>
              <a:off x="10109520" y="19176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2"/>
            <p:cNvSpPr/>
            <p:nvPr/>
          </p:nvSpPr>
          <p:spPr>
            <a:xfrm>
              <a:off x="10404804" y="19779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3"/>
            <p:cNvSpPr/>
            <p:nvPr/>
          </p:nvSpPr>
          <p:spPr>
            <a:xfrm>
              <a:off x="9193122" y="20483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4"/>
            <p:cNvSpPr/>
            <p:nvPr/>
          </p:nvSpPr>
          <p:spPr>
            <a:xfrm>
              <a:off x="10134976" y="21269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5"/>
            <p:cNvSpPr/>
            <p:nvPr/>
          </p:nvSpPr>
          <p:spPr>
            <a:xfrm>
              <a:off x="9676776" y="22123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6"/>
            <p:cNvSpPr/>
            <p:nvPr/>
          </p:nvSpPr>
          <p:spPr>
            <a:xfrm>
              <a:off x="9666594" y="2303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7"/>
            <p:cNvSpPr/>
            <p:nvPr/>
          </p:nvSpPr>
          <p:spPr>
            <a:xfrm>
              <a:off x="9636048" y="24003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8"/>
            <p:cNvSpPr/>
            <p:nvPr/>
          </p:nvSpPr>
          <p:spPr>
            <a:xfrm>
              <a:off x="10160431" y="24877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39"/>
            <p:cNvSpPr/>
            <p:nvPr/>
          </p:nvSpPr>
          <p:spPr>
            <a:xfrm>
              <a:off x="8887656" y="2553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0"/>
            <p:cNvSpPr/>
            <p:nvPr/>
          </p:nvSpPr>
          <p:spPr>
            <a:xfrm>
              <a:off x="8653465" y="4639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1"/>
            <p:cNvSpPr/>
            <p:nvPr/>
          </p:nvSpPr>
          <p:spPr>
            <a:xfrm>
              <a:off x="8398910" y="45724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2"/>
            <p:cNvSpPr/>
            <p:nvPr/>
          </p:nvSpPr>
          <p:spPr>
            <a:xfrm>
              <a:off x="7762522" y="45080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3"/>
            <p:cNvSpPr/>
            <p:nvPr/>
          </p:nvSpPr>
          <p:spPr>
            <a:xfrm>
              <a:off x="7334870" y="44387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4"/>
            <p:cNvSpPr/>
            <p:nvPr/>
          </p:nvSpPr>
          <p:spPr>
            <a:xfrm>
              <a:off x="7085406" y="43639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5"/>
            <p:cNvSpPr/>
            <p:nvPr/>
          </p:nvSpPr>
          <p:spPr>
            <a:xfrm>
              <a:off x="7202501" y="42831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6"/>
            <p:cNvSpPr/>
            <p:nvPr/>
          </p:nvSpPr>
          <p:spPr>
            <a:xfrm>
              <a:off x="7935620" y="41956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7"/>
            <p:cNvSpPr/>
            <p:nvPr/>
          </p:nvSpPr>
          <p:spPr>
            <a:xfrm>
              <a:off x="7406145" y="41007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8"/>
            <p:cNvSpPr/>
            <p:nvPr/>
          </p:nvSpPr>
          <p:spPr>
            <a:xfrm>
              <a:off x="7691247" y="39974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49"/>
            <p:cNvSpPr/>
            <p:nvPr/>
          </p:nvSpPr>
          <p:spPr>
            <a:xfrm>
              <a:off x="7574151" y="38853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0"/>
            <p:cNvSpPr/>
            <p:nvPr/>
          </p:nvSpPr>
          <p:spPr>
            <a:xfrm>
              <a:off x="7579243" y="3764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1"/>
            <p:cNvSpPr/>
            <p:nvPr/>
          </p:nvSpPr>
          <p:spPr>
            <a:xfrm>
              <a:off x="7645427" y="36342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2"/>
            <p:cNvSpPr/>
            <p:nvPr/>
          </p:nvSpPr>
          <p:spPr>
            <a:xfrm>
              <a:off x="7075224" y="33533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3"/>
            <p:cNvSpPr/>
            <p:nvPr/>
          </p:nvSpPr>
          <p:spPr>
            <a:xfrm>
              <a:off x="7390872" y="32100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4"/>
            <p:cNvSpPr/>
            <p:nvPr/>
          </p:nvSpPr>
          <p:spPr>
            <a:xfrm>
              <a:off x="7849071" y="3061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5"/>
            <p:cNvSpPr/>
            <p:nvPr/>
          </p:nvSpPr>
          <p:spPr>
            <a:xfrm>
              <a:off x="6932673" y="292064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6"/>
            <p:cNvSpPr/>
            <p:nvPr/>
          </p:nvSpPr>
          <p:spPr>
            <a:xfrm>
              <a:off x="8251268" y="2788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7"/>
            <p:cNvSpPr/>
            <p:nvPr/>
          </p:nvSpPr>
          <p:spPr>
            <a:xfrm>
              <a:off x="7915255" y="26676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8"/>
            <p:cNvSpPr/>
            <p:nvPr/>
          </p:nvSpPr>
          <p:spPr>
            <a:xfrm>
              <a:off x="8047624" y="25568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59"/>
            <p:cNvSpPr/>
            <p:nvPr/>
          </p:nvSpPr>
          <p:spPr>
            <a:xfrm>
              <a:off x="8363272" y="2454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0"/>
            <p:cNvSpPr/>
            <p:nvPr/>
          </p:nvSpPr>
          <p:spPr>
            <a:xfrm>
              <a:off x="8760378" y="23578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1"/>
            <p:cNvSpPr/>
            <p:nvPr/>
          </p:nvSpPr>
          <p:spPr>
            <a:xfrm>
              <a:off x="9116755" y="22665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2"/>
            <p:cNvSpPr/>
            <p:nvPr/>
          </p:nvSpPr>
          <p:spPr>
            <a:xfrm>
              <a:off x="9600410" y="21807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3"/>
            <p:cNvSpPr/>
            <p:nvPr/>
          </p:nvSpPr>
          <p:spPr>
            <a:xfrm>
              <a:off x="9870238" y="21012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4"/>
            <p:cNvSpPr/>
            <p:nvPr/>
          </p:nvSpPr>
          <p:spPr>
            <a:xfrm>
              <a:off x="9615683" y="20293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5"/>
            <p:cNvSpPr/>
            <p:nvPr/>
          </p:nvSpPr>
          <p:spPr>
            <a:xfrm>
              <a:off x="8454912" y="19664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6"/>
            <p:cNvSpPr/>
            <p:nvPr/>
          </p:nvSpPr>
          <p:spPr>
            <a:xfrm>
              <a:off x="8347999" y="19143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7"/>
            <p:cNvSpPr/>
            <p:nvPr/>
          </p:nvSpPr>
          <p:spPr>
            <a:xfrm>
              <a:off x="9320399" y="18751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8"/>
            <p:cNvSpPr/>
            <p:nvPr/>
          </p:nvSpPr>
          <p:spPr>
            <a:xfrm>
              <a:off x="8897838" y="18504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69"/>
            <p:cNvSpPr/>
            <p:nvPr/>
          </p:nvSpPr>
          <p:spPr>
            <a:xfrm>
              <a:off x="9468041" y="1841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0"/>
            <p:cNvSpPr/>
            <p:nvPr/>
          </p:nvSpPr>
          <p:spPr>
            <a:xfrm>
              <a:off x="9849874" y="18498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1"/>
            <p:cNvSpPr/>
            <p:nvPr/>
          </p:nvSpPr>
          <p:spPr>
            <a:xfrm>
              <a:off x="8322543" y="18740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2"/>
            <p:cNvSpPr/>
            <p:nvPr/>
          </p:nvSpPr>
          <p:spPr>
            <a:xfrm>
              <a:off x="8342908" y="1913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3"/>
            <p:cNvSpPr/>
            <p:nvPr/>
          </p:nvSpPr>
          <p:spPr>
            <a:xfrm>
              <a:off x="10516808" y="19662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4"/>
            <p:cNvSpPr/>
            <p:nvPr/>
          </p:nvSpPr>
          <p:spPr>
            <a:xfrm>
              <a:off x="9834601" y="20306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5"/>
            <p:cNvSpPr/>
            <p:nvPr/>
          </p:nvSpPr>
          <p:spPr>
            <a:xfrm>
              <a:off x="8073079" y="21047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6"/>
            <p:cNvSpPr/>
            <p:nvPr/>
          </p:nvSpPr>
          <p:spPr>
            <a:xfrm>
              <a:off x="10170613" y="21866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7"/>
            <p:cNvSpPr/>
            <p:nvPr/>
          </p:nvSpPr>
          <p:spPr>
            <a:xfrm>
              <a:off x="10262253" y="2274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8"/>
            <p:cNvSpPr/>
            <p:nvPr/>
          </p:nvSpPr>
          <p:spPr>
            <a:xfrm>
              <a:off x="10226615" y="2367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79"/>
            <p:cNvSpPr/>
            <p:nvPr/>
          </p:nvSpPr>
          <p:spPr>
            <a:xfrm>
              <a:off x="10216433" y="24652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0"/>
            <p:cNvSpPr/>
            <p:nvPr/>
          </p:nvSpPr>
          <p:spPr>
            <a:xfrm>
              <a:off x="9457859" y="25343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1"/>
            <p:cNvSpPr/>
            <p:nvPr/>
          </p:nvSpPr>
          <p:spPr>
            <a:xfrm>
              <a:off x="8734923" y="45627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2"/>
            <p:cNvSpPr/>
            <p:nvPr/>
          </p:nvSpPr>
          <p:spPr>
            <a:xfrm>
              <a:off x="8230904" y="44985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3"/>
            <p:cNvSpPr/>
            <p:nvPr/>
          </p:nvSpPr>
          <p:spPr>
            <a:xfrm>
              <a:off x="7742158" y="44359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4"/>
            <p:cNvSpPr/>
            <p:nvPr/>
          </p:nvSpPr>
          <p:spPr>
            <a:xfrm>
              <a:off x="8144355" y="43538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5"/>
            <p:cNvSpPr/>
            <p:nvPr/>
          </p:nvSpPr>
          <p:spPr>
            <a:xfrm>
              <a:off x="7574151" y="41936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6"/>
            <p:cNvSpPr/>
            <p:nvPr/>
          </p:nvSpPr>
          <p:spPr>
            <a:xfrm>
              <a:off x="7161772" y="41079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7"/>
            <p:cNvSpPr/>
            <p:nvPr/>
          </p:nvSpPr>
          <p:spPr>
            <a:xfrm>
              <a:off x="8780743" y="39990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8"/>
            <p:cNvSpPr/>
            <p:nvPr/>
          </p:nvSpPr>
          <p:spPr>
            <a:xfrm>
              <a:off x="9432404" y="38593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89"/>
            <p:cNvSpPr/>
            <p:nvPr/>
          </p:nvSpPr>
          <p:spPr>
            <a:xfrm>
              <a:off x="7014130" y="37419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0"/>
            <p:cNvSpPr/>
            <p:nvPr/>
          </p:nvSpPr>
          <p:spPr>
            <a:xfrm>
              <a:off x="9172757" y="2947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1"/>
            <p:cNvSpPr/>
            <p:nvPr/>
          </p:nvSpPr>
          <p:spPr>
            <a:xfrm>
              <a:off x="9106573" y="28365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2"/>
            <p:cNvSpPr/>
            <p:nvPr/>
          </p:nvSpPr>
          <p:spPr>
            <a:xfrm>
              <a:off x="8358181" y="27249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3"/>
            <p:cNvSpPr/>
            <p:nvPr/>
          </p:nvSpPr>
          <p:spPr>
            <a:xfrm>
              <a:off x="8383637" y="2622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4"/>
            <p:cNvSpPr/>
            <p:nvPr/>
          </p:nvSpPr>
          <p:spPr>
            <a:xfrm>
              <a:off x="9809145" y="2527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5"/>
            <p:cNvSpPr/>
            <p:nvPr/>
          </p:nvSpPr>
          <p:spPr>
            <a:xfrm>
              <a:off x="7670882" y="24374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6"/>
            <p:cNvSpPr/>
            <p:nvPr/>
          </p:nvSpPr>
          <p:spPr>
            <a:xfrm>
              <a:off x="7390872" y="23510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7"/>
            <p:cNvSpPr/>
            <p:nvPr/>
          </p:nvSpPr>
          <p:spPr>
            <a:xfrm>
              <a:off x="8724740" y="21896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8"/>
            <p:cNvSpPr/>
            <p:nvPr/>
          </p:nvSpPr>
          <p:spPr>
            <a:xfrm>
              <a:off x="8933476" y="2116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299"/>
            <p:cNvSpPr/>
            <p:nvPr/>
          </p:nvSpPr>
          <p:spPr>
            <a:xfrm>
              <a:off x="9966969" y="2051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0"/>
            <p:cNvSpPr/>
            <p:nvPr/>
          </p:nvSpPr>
          <p:spPr>
            <a:xfrm>
              <a:off x="9727687" y="19952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1"/>
            <p:cNvSpPr/>
            <p:nvPr/>
          </p:nvSpPr>
          <p:spPr>
            <a:xfrm>
              <a:off x="8933476" y="19501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2"/>
            <p:cNvSpPr/>
            <p:nvPr/>
          </p:nvSpPr>
          <p:spPr>
            <a:xfrm>
              <a:off x="9193122" y="19180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3"/>
            <p:cNvSpPr/>
            <p:nvPr/>
          </p:nvSpPr>
          <p:spPr>
            <a:xfrm>
              <a:off x="8022168" y="19006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4"/>
            <p:cNvSpPr/>
            <p:nvPr/>
          </p:nvSpPr>
          <p:spPr>
            <a:xfrm>
              <a:off x="8551643" y="18990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5"/>
            <p:cNvSpPr/>
            <p:nvPr/>
          </p:nvSpPr>
          <p:spPr>
            <a:xfrm>
              <a:off x="9462950" y="19134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6"/>
            <p:cNvSpPr/>
            <p:nvPr/>
          </p:nvSpPr>
          <p:spPr>
            <a:xfrm>
              <a:off x="9350946" y="19433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7"/>
            <p:cNvSpPr/>
            <p:nvPr/>
          </p:nvSpPr>
          <p:spPr>
            <a:xfrm>
              <a:off x="8490550" y="19875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8"/>
            <p:cNvSpPr/>
            <p:nvPr/>
          </p:nvSpPr>
          <p:spPr>
            <a:xfrm>
              <a:off x="8241086" y="20444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09"/>
            <p:cNvSpPr/>
            <p:nvPr/>
          </p:nvSpPr>
          <p:spPr>
            <a:xfrm>
              <a:off x="9172757" y="21121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0"/>
            <p:cNvSpPr/>
            <p:nvPr/>
          </p:nvSpPr>
          <p:spPr>
            <a:xfrm>
              <a:off x="9661503" y="2188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1"/>
            <p:cNvSpPr/>
            <p:nvPr/>
          </p:nvSpPr>
          <p:spPr>
            <a:xfrm>
              <a:off x="9508770" y="22725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2"/>
            <p:cNvSpPr/>
            <p:nvPr/>
          </p:nvSpPr>
          <p:spPr>
            <a:xfrm>
              <a:off x="9900785" y="23617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3"/>
            <p:cNvSpPr/>
            <p:nvPr/>
          </p:nvSpPr>
          <p:spPr>
            <a:xfrm>
              <a:off x="10644086" y="2455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4"/>
            <p:cNvSpPr/>
            <p:nvPr/>
          </p:nvSpPr>
          <p:spPr>
            <a:xfrm>
              <a:off x="10776454" y="2530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5"/>
            <p:cNvSpPr/>
            <p:nvPr/>
          </p:nvSpPr>
          <p:spPr>
            <a:xfrm>
              <a:off x="9671685" y="258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6"/>
            <p:cNvSpPr/>
            <p:nvPr/>
          </p:nvSpPr>
          <p:spPr>
            <a:xfrm>
              <a:off x="7721793" y="4141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7"/>
            <p:cNvSpPr/>
            <p:nvPr/>
          </p:nvSpPr>
          <p:spPr>
            <a:xfrm>
              <a:off x="7248321" y="41167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8"/>
            <p:cNvSpPr/>
            <p:nvPr/>
          </p:nvSpPr>
          <p:spPr>
            <a:xfrm>
              <a:off x="8134173" y="27972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19"/>
            <p:cNvSpPr/>
            <p:nvPr/>
          </p:nvSpPr>
          <p:spPr>
            <a:xfrm>
              <a:off x="7584334" y="27038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0"/>
            <p:cNvSpPr/>
            <p:nvPr/>
          </p:nvSpPr>
          <p:spPr>
            <a:xfrm>
              <a:off x="8017077" y="26166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1"/>
            <p:cNvSpPr/>
            <p:nvPr/>
          </p:nvSpPr>
          <p:spPr>
            <a:xfrm>
              <a:off x="8409092" y="25335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2"/>
            <p:cNvSpPr/>
            <p:nvPr/>
          </p:nvSpPr>
          <p:spPr>
            <a:xfrm>
              <a:off x="8358181" y="24527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3"/>
            <p:cNvSpPr/>
            <p:nvPr/>
          </p:nvSpPr>
          <p:spPr>
            <a:xfrm>
              <a:off x="7808342" y="2373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4"/>
            <p:cNvSpPr/>
            <p:nvPr/>
          </p:nvSpPr>
          <p:spPr>
            <a:xfrm>
              <a:off x="8745105" y="22974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5"/>
            <p:cNvSpPr/>
            <p:nvPr/>
          </p:nvSpPr>
          <p:spPr>
            <a:xfrm>
              <a:off x="8943658" y="22255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6"/>
            <p:cNvSpPr/>
            <p:nvPr/>
          </p:nvSpPr>
          <p:spPr>
            <a:xfrm>
              <a:off x="8404001" y="2159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7"/>
            <p:cNvSpPr/>
            <p:nvPr/>
          </p:nvSpPr>
          <p:spPr>
            <a:xfrm>
              <a:off x="8139264" y="21020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8"/>
            <p:cNvSpPr/>
            <p:nvPr/>
          </p:nvSpPr>
          <p:spPr>
            <a:xfrm>
              <a:off x="8159628" y="2054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29"/>
            <p:cNvSpPr/>
            <p:nvPr/>
          </p:nvSpPr>
          <p:spPr>
            <a:xfrm>
              <a:off x="7706520" y="20179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0"/>
            <p:cNvSpPr/>
            <p:nvPr/>
          </p:nvSpPr>
          <p:spPr>
            <a:xfrm>
              <a:off x="9330582" y="1994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1"/>
            <p:cNvSpPr/>
            <p:nvPr/>
          </p:nvSpPr>
          <p:spPr>
            <a:xfrm>
              <a:off x="8653465" y="1986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2"/>
            <p:cNvSpPr/>
            <p:nvPr/>
          </p:nvSpPr>
          <p:spPr>
            <a:xfrm>
              <a:off x="8510914" y="19926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3"/>
            <p:cNvSpPr/>
            <p:nvPr/>
          </p:nvSpPr>
          <p:spPr>
            <a:xfrm>
              <a:off x="9213486" y="20140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4"/>
            <p:cNvSpPr/>
            <p:nvPr/>
          </p:nvSpPr>
          <p:spPr>
            <a:xfrm>
              <a:off x="8093444" y="2049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5"/>
            <p:cNvSpPr/>
            <p:nvPr/>
          </p:nvSpPr>
          <p:spPr>
            <a:xfrm>
              <a:off x="8790925" y="20982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6"/>
            <p:cNvSpPr/>
            <p:nvPr/>
          </p:nvSpPr>
          <p:spPr>
            <a:xfrm>
              <a:off x="8398910" y="21583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7"/>
            <p:cNvSpPr/>
            <p:nvPr/>
          </p:nvSpPr>
          <p:spPr>
            <a:xfrm>
              <a:off x="7737067" y="2228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8"/>
            <p:cNvSpPr/>
            <p:nvPr/>
          </p:nvSpPr>
          <p:spPr>
            <a:xfrm>
              <a:off x="10196069" y="2305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39"/>
            <p:cNvSpPr/>
            <p:nvPr/>
          </p:nvSpPr>
          <p:spPr>
            <a:xfrm>
              <a:off x="8826562" y="23897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0"/>
            <p:cNvSpPr/>
            <p:nvPr/>
          </p:nvSpPr>
          <p:spPr>
            <a:xfrm>
              <a:off x="8668738" y="24784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1"/>
            <p:cNvSpPr/>
            <p:nvPr/>
          </p:nvSpPr>
          <p:spPr>
            <a:xfrm>
              <a:off x="9921149" y="25643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2"/>
            <p:cNvSpPr/>
            <p:nvPr/>
          </p:nvSpPr>
          <p:spPr>
            <a:xfrm>
              <a:off x="8887656" y="25992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3"/>
            <p:cNvSpPr/>
            <p:nvPr/>
          </p:nvSpPr>
          <p:spPr>
            <a:xfrm>
              <a:off x="7024313" y="28549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4"/>
            <p:cNvSpPr/>
            <p:nvPr/>
          </p:nvSpPr>
          <p:spPr>
            <a:xfrm>
              <a:off x="8266541" y="28025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5"/>
            <p:cNvSpPr/>
            <p:nvPr/>
          </p:nvSpPr>
          <p:spPr>
            <a:xfrm>
              <a:off x="9742961" y="27234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6"/>
            <p:cNvSpPr/>
            <p:nvPr/>
          </p:nvSpPr>
          <p:spPr>
            <a:xfrm>
              <a:off x="7375599" y="26479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7"/>
            <p:cNvSpPr/>
            <p:nvPr/>
          </p:nvSpPr>
          <p:spPr>
            <a:xfrm>
              <a:off x="8852018" y="25739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8"/>
            <p:cNvSpPr/>
            <p:nvPr/>
          </p:nvSpPr>
          <p:spPr>
            <a:xfrm>
              <a:off x="8689103" y="2500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49"/>
            <p:cNvSpPr/>
            <p:nvPr/>
          </p:nvSpPr>
          <p:spPr>
            <a:xfrm>
              <a:off x="7339961" y="24284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0"/>
            <p:cNvSpPr/>
            <p:nvPr/>
          </p:nvSpPr>
          <p:spPr>
            <a:xfrm>
              <a:off x="8750196" y="23595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1"/>
            <p:cNvSpPr/>
            <p:nvPr/>
          </p:nvSpPr>
          <p:spPr>
            <a:xfrm>
              <a:off x="8409092" y="22959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2"/>
            <p:cNvSpPr/>
            <p:nvPr/>
          </p:nvSpPr>
          <p:spPr>
            <a:xfrm>
              <a:off x="10638995" y="22396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3"/>
            <p:cNvSpPr/>
            <p:nvPr/>
          </p:nvSpPr>
          <p:spPr>
            <a:xfrm>
              <a:off x="8505823" y="21921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4"/>
            <p:cNvSpPr/>
            <p:nvPr/>
          </p:nvSpPr>
          <p:spPr>
            <a:xfrm>
              <a:off x="8724740" y="21551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5"/>
            <p:cNvSpPr/>
            <p:nvPr/>
          </p:nvSpPr>
          <p:spPr>
            <a:xfrm>
              <a:off x="7966166" y="21296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6"/>
            <p:cNvSpPr/>
            <p:nvPr/>
          </p:nvSpPr>
          <p:spPr>
            <a:xfrm>
              <a:off x="8235995" y="21169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7"/>
            <p:cNvSpPr/>
            <p:nvPr/>
          </p:nvSpPr>
          <p:spPr>
            <a:xfrm>
              <a:off x="8368363" y="21177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8"/>
            <p:cNvSpPr/>
            <p:nvPr/>
          </p:nvSpPr>
          <p:spPr>
            <a:xfrm>
              <a:off x="8470185" y="21322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59"/>
            <p:cNvSpPr/>
            <p:nvPr/>
          </p:nvSpPr>
          <p:spPr>
            <a:xfrm>
              <a:off x="8714558" y="21600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0"/>
            <p:cNvSpPr/>
            <p:nvPr/>
          </p:nvSpPr>
          <p:spPr>
            <a:xfrm>
              <a:off x="8745105" y="22005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1"/>
            <p:cNvSpPr/>
            <p:nvPr/>
          </p:nvSpPr>
          <p:spPr>
            <a:xfrm>
              <a:off x="8424365" y="22523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2"/>
            <p:cNvSpPr/>
            <p:nvPr/>
          </p:nvSpPr>
          <p:spPr>
            <a:xfrm>
              <a:off x="7574151" y="23142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3"/>
            <p:cNvSpPr/>
            <p:nvPr/>
          </p:nvSpPr>
          <p:spPr>
            <a:xfrm>
              <a:off x="8480368" y="23844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4"/>
            <p:cNvSpPr/>
            <p:nvPr/>
          </p:nvSpPr>
          <p:spPr>
            <a:xfrm>
              <a:off x="10272435" y="24616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5"/>
            <p:cNvSpPr/>
            <p:nvPr/>
          </p:nvSpPr>
          <p:spPr>
            <a:xfrm>
              <a:off x="9412039" y="25443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6"/>
            <p:cNvSpPr/>
            <p:nvPr/>
          </p:nvSpPr>
          <p:spPr>
            <a:xfrm>
              <a:off x="10364075" y="2631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7"/>
            <p:cNvSpPr/>
            <p:nvPr/>
          </p:nvSpPr>
          <p:spPr>
            <a:xfrm>
              <a:off x="10094247" y="26845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8"/>
            <p:cNvSpPr/>
            <p:nvPr/>
          </p:nvSpPr>
          <p:spPr>
            <a:xfrm>
              <a:off x="9004751" y="29229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69"/>
            <p:cNvSpPr/>
            <p:nvPr/>
          </p:nvSpPr>
          <p:spPr>
            <a:xfrm>
              <a:off x="8337817" y="28530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0"/>
            <p:cNvSpPr/>
            <p:nvPr/>
          </p:nvSpPr>
          <p:spPr>
            <a:xfrm>
              <a:off x="9401857" y="27855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1"/>
            <p:cNvSpPr/>
            <p:nvPr/>
          </p:nvSpPr>
          <p:spPr>
            <a:xfrm>
              <a:off x="7187228" y="27196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2"/>
            <p:cNvSpPr/>
            <p:nvPr/>
          </p:nvSpPr>
          <p:spPr>
            <a:xfrm>
              <a:off x="7207592" y="26541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3"/>
            <p:cNvSpPr/>
            <p:nvPr/>
          </p:nvSpPr>
          <p:spPr>
            <a:xfrm>
              <a:off x="8831654" y="25889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4"/>
            <p:cNvSpPr/>
            <p:nvPr/>
          </p:nvSpPr>
          <p:spPr>
            <a:xfrm>
              <a:off x="7019221" y="2525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5"/>
            <p:cNvSpPr/>
            <p:nvPr/>
          </p:nvSpPr>
          <p:spPr>
            <a:xfrm>
              <a:off x="7777796" y="24667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6"/>
            <p:cNvSpPr/>
            <p:nvPr/>
          </p:nvSpPr>
          <p:spPr>
            <a:xfrm>
              <a:off x="8495641" y="2414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7"/>
            <p:cNvSpPr/>
            <p:nvPr/>
          </p:nvSpPr>
          <p:spPr>
            <a:xfrm>
              <a:off x="8027260" y="23693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8"/>
            <p:cNvSpPr/>
            <p:nvPr/>
          </p:nvSpPr>
          <p:spPr>
            <a:xfrm>
              <a:off x="8546552" y="23338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79"/>
            <p:cNvSpPr/>
            <p:nvPr/>
          </p:nvSpPr>
          <p:spPr>
            <a:xfrm>
              <a:off x="8368363" y="23082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0"/>
            <p:cNvSpPr/>
            <p:nvPr/>
          </p:nvSpPr>
          <p:spPr>
            <a:xfrm>
              <a:off x="7742158" y="22935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1"/>
            <p:cNvSpPr/>
            <p:nvPr/>
          </p:nvSpPr>
          <p:spPr>
            <a:xfrm>
              <a:off x="9580045" y="22902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2"/>
            <p:cNvSpPr/>
            <p:nvPr/>
          </p:nvSpPr>
          <p:spPr>
            <a:xfrm>
              <a:off x="9177848" y="22989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3"/>
            <p:cNvSpPr/>
            <p:nvPr/>
          </p:nvSpPr>
          <p:spPr>
            <a:xfrm>
              <a:off x="8908020" y="23197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4"/>
            <p:cNvSpPr/>
            <p:nvPr/>
          </p:nvSpPr>
          <p:spPr>
            <a:xfrm>
              <a:off x="8806198" y="23520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5"/>
            <p:cNvSpPr/>
            <p:nvPr/>
          </p:nvSpPr>
          <p:spPr>
            <a:xfrm>
              <a:off x="8622918" y="2395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6"/>
            <p:cNvSpPr/>
            <p:nvPr/>
          </p:nvSpPr>
          <p:spPr>
            <a:xfrm>
              <a:off x="9101482" y="24483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7"/>
            <p:cNvSpPr/>
            <p:nvPr/>
          </p:nvSpPr>
          <p:spPr>
            <a:xfrm>
              <a:off x="8460003" y="25100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8"/>
            <p:cNvSpPr/>
            <p:nvPr/>
          </p:nvSpPr>
          <p:spPr>
            <a:xfrm>
              <a:off x="8225812" y="25789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89"/>
            <p:cNvSpPr/>
            <p:nvPr/>
          </p:nvSpPr>
          <p:spPr>
            <a:xfrm>
              <a:off x="9203304" y="26538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0"/>
            <p:cNvSpPr/>
            <p:nvPr/>
          </p:nvSpPr>
          <p:spPr>
            <a:xfrm>
              <a:off x="8821471" y="27335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1"/>
            <p:cNvSpPr/>
            <p:nvPr/>
          </p:nvSpPr>
          <p:spPr>
            <a:xfrm>
              <a:off x="9610592" y="28066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2"/>
            <p:cNvSpPr/>
            <p:nvPr/>
          </p:nvSpPr>
          <p:spPr>
            <a:xfrm>
              <a:off x="9910967" y="28552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3"/>
            <p:cNvSpPr/>
            <p:nvPr/>
          </p:nvSpPr>
          <p:spPr>
            <a:xfrm>
              <a:off x="9956787" y="30582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4"/>
            <p:cNvSpPr/>
            <p:nvPr/>
          </p:nvSpPr>
          <p:spPr>
            <a:xfrm>
              <a:off x="9513861" y="30092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5"/>
            <p:cNvSpPr/>
            <p:nvPr/>
          </p:nvSpPr>
          <p:spPr>
            <a:xfrm>
              <a:off x="8918202" y="2949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6"/>
            <p:cNvSpPr/>
            <p:nvPr/>
          </p:nvSpPr>
          <p:spPr>
            <a:xfrm>
              <a:off x="8460003" y="28923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7"/>
            <p:cNvSpPr/>
            <p:nvPr/>
          </p:nvSpPr>
          <p:spPr>
            <a:xfrm>
              <a:off x="9325490" y="28360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8"/>
            <p:cNvSpPr/>
            <p:nvPr/>
          </p:nvSpPr>
          <p:spPr>
            <a:xfrm>
              <a:off x="7543605" y="2779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399"/>
            <p:cNvSpPr/>
            <p:nvPr/>
          </p:nvSpPr>
          <p:spPr>
            <a:xfrm>
              <a:off x="8857109" y="27243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0"/>
            <p:cNvSpPr/>
            <p:nvPr/>
          </p:nvSpPr>
          <p:spPr>
            <a:xfrm>
              <a:off x="7273776" y="2671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1"/>
            <p:cNvSpPr/>
            <p:nvPr/>
          </p:nvSpPr>
          <p:spPr>
            <a:xfrm>
              <a:off x="8913111" y="26240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2"/>
            <p:cNvSpPr/>
            <p:nvPr/>
          </p:nvSpPr>
          <p:spPr>
            <a:xfrm>
              <a:off x="8337817" y="2582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3"/>
            <p:cNvSpPr/>
            <p:nvPr/>
          </p:nvSpPr>
          <p:spPr>
            <a:xfrm>
              <a:off x="8699285" y="25494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4"/>
            <p:cNvSpPr/>
            <p:nvPr/>
          </p:nvSpPr>
          <p:spPr>
            <a:xfrm>
              <a:off x="7248321" y="25241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5"/>
            <p:cNvSpPr/>
            <p:nvPr/>
          </p:nvSpPr>
          <p:spPr>
            <a:xfrm>
              <a:off x="7777796" y="25078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6"/>
            <p:cNvSpPr/>
            <p:nvPr/>
          </p:nvSpPr>
          <p:spPr>
            <a:xfrm>
              <a:off x="8378546" y="25009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7"/>
            <p:cNvSpPr/>
            <p:nvPr/>
          </p:nvSpPr>
          <p:spPr>
            <a:xfrm>
              <a:off x="8790925" y="25041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8"/>
            <p:cNvSpPr/>
            <p:nvPr/>
          </p:nvSpPr>
          <p:spPr>
            <a:xfrm>
              <a:off x="8429457" y="25176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09"/>
            <p:cNvSpPr/>
            <p:nvPr/>
          </p:nvSpPr>
          <p:spPr>
            <a:xfrm>
              <a:off x="8740014" y="2541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0"/>
            <p:cNvSpPr/>
            <p:nvPr/>
          </p:nvSpPr>
          <p:spPr>
            <a:xfrm>
              <a:off x="9284762" y="25756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1"/>
            <p:cNvSpPr/>
            <p:nvPr/>
          </p:nvSpPr>
          <p:spPr>
            <a:xfrm>
              <a:off x="9101482" y="2618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2"/>
            <p:cNvSpPr/>
            <p:nvPr/>
          </p:nvSpPr>
          <p:spPr>
            <a:xfrm>
              <a:off x="8495641" y="26707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3"/>
            <p:cNvSpPr/>
            <p:nvPr/>
          </p:nvSpPr>
          <p:spPr>
            <a:xfrm>
              <a:off x="7961075" y="27299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4"/>
            <p:cNvSpPr/>
            <p:nvPr/>
          </p:nvSpPr>
          <p:spPr>
            <a:xfrm>
              <a:off x="8653465" y="2795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5"/>
            <p:cNvSpPr/>
            <p:nvPr/>
          </p:nvSpPr>
          <p:spPr>
            <a:xfrm>
              <a:off x="9076026" y="2865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6"/>
            <p:cNvSpPr/>
            <p:nvPr/>
          </p:nvSpPr>
          <p:spPr>
            <a:xfrm>
              <a:off x="11540120" y="29272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7"/>
            <p:cNvSpPr/>
            <p:nvPr/>
          </p:nvSpPr>
          <p:spPr>
            <a:xfrm>
              <a:off x="10389531" y="29532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8"/>
            <p:cNvSpPr/>
            <p:nvPr/>
          </p:nvSpPr>
          <p:spPr>
            <a:xfrm>
              <a:off x="7737067" y="32308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19"/>
            <p:cNvSpPr/>
            <p:nvPr/>
          </p:nvSpPr>
          <p:spPr>
            <a:xfrm>
              <a:off x="9070935" y="3252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0"/>
            <p:cNvSpPr/>
            <p:nvPr/>
          </p:nvSpPr>
          <p:spPr>
            <a:xfrm>
              <a:off x="8017077" y="31434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1"/>
            <p:cNvSpPr/>
            <p:nvPr/>
          </p:nvSpPr>
          <p:spPr>
            <a:xfrm>
              <a:off x="8378546" y="30948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2"/>
            <p:cNvSpPr/>
            <p:nvPr/>
          </p:nvSpPr>
          <p:spPr>
            <a:xfrm>
              <a:off x="7095588" y="3084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3"/>
            <p:cNvSpPr/>
            <p:nvPr/>
          </p:nvSpPr>
          <p:spPr>
            <a:xfrm>
              <a:off x="7268685" y="30383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4"/>
            <p:cNvSpPr/>
            <p:nvPr/>
          </p:nvSpPr>
          <p:spPr>
            <a:xfrm>
              <a:off x="7426510" y="29913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5"/>
            <p:cNvSpPr/>
            <p:nvPr/>
          </p:nvSpPr>
          <p:spPr>
            <a:xfrm>
              <a:off x="7696338" y="2944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6"/>
            <p:cNvSpPr/>
            <p:nvPr/>
          </p:nvSpPr>
          <p:spPr>
            <a:xfrm>
              <a:off x="7543605" y="2898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7"/>
            <p:cNvSpPr/>
            <p:nvPr/>
          </p:nvSpPr>
          <p:spPr>
            <a:xfrm>
              <a:off x="8062897" y="2856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8"/>
            <p:cNvSpPr/>
            <p:nvPr/>
          </p:nvSpPr>
          <p:spPr>
            <a:xfrm>
              <a:off x="7248321" y="2786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29"/>
            <p:cNvSpPr/>
            <p:nvPr/>
          </p:nvSpPr>
          <p:spPr>
            <a:xfrm>
              <a:off x="9707323" y="27606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0"/>
            <p:cNvSpPr/>
            <p:nvPr/>
          </p:nvSpPr>
          <p:spPr>
            <a:xfrm>
              <a:off x="7131226" y="27422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1"/>
            <p:cNvSpPr/>
            <p:nvPr/>
          </p:nvSpPr>
          <p:spPr>
            <a:xfrm>
              <a:off x="7910164" y="2731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2"/>
            <p:cNvSpPr/>
            <p:nvPr/>
          </p:nvSpPr>
          <p:spPr>
            <a:xfrm>
              <a:off x="8760378" y="2728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3"/>
            <p:cNvSpPr/>
            <p:nvPr/>
          </p:nvSpPr>
          <p:spPr>
            <a:xfrm>
              <a:off x="9345855" y="27351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4"/>
            <p:cNvSpPr/>
            <p:nvPr/>
          </p:nvSpPr>
          <p:spPr>
            <a:xfrm>
              <a:off x="8475276" y="27504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5"/>
            <p:cNvSpPr/>
            <p:nvPr/>
          </p:nvSpPr>
          <p:spPr>
            <a:xfrm>
              <a:off x="7737067" y="27748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6"/>
            <p:cNvSpPr/>
            <p:nvPr/>
          </p:nvSpPr>
          <p:spPr>
            <a:xfrm>
              <a:off x="8531279" y="28077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7"/>
            <p:cNvSpPr/>
            <p:nvPr/>
          </p:nvSpPr>
          <p:spPr>
            <a:xfrm>
              <a:off x="9819327" y="28487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8"/>
            <p:cNvSpPr/>
            <p:nvPr/>
          </p:nvSpPr>
          <p:spPr>
            <a:xfrm>
              <a:off x="9004751" y="28968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39"/>
            <p:cNvSpPr/>
            <p:nvPr/>
          </p:nvSpPr>
          <p:spPr>
            <a:xfrm>
              <a:off x="8633101" y="29512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0"/>
            <p:cNvSpPr/>
            <p:nvPr/>
          </p:nvSpPr>
          <p:spPr>
            <a:xfrm>
              <a:off x="9193122" y="30109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1"/>
            <p:cNvSpPr/>
            <p:nvPr/>
          </p:nvSpPr>
          <p:spPr>
            <a:xfrm>
              <a:off x="9539317" y="30598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2"/>
            <p:cNvSpPr/>
            <p:nvPr/>
          </p:nvSpPr>
          <p:spPr>
            <a:xfrm>
              <a:off x="7859253" y="30630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3"/>
            <p:cNvSpPr/>
            <p:nvPr/>
          </p:nvSpPr>
          <p:spPr>
            <a:xfrm>
              <a:off x="8526187" y="33682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4"/>
            <p:cNvSpPr/>
            <p:nvPr/>
          </p:nvSpPr>
          <p:spPr>
            <a:xfrm>
              <a:off x="7670882" y="34065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5"/>
            <p:cNvSpPr/>
            <p:nvPr/>
          </p:nvSpPr>
          <p:spPr>
            <a:xfrm>
              <a:off x="7019221" y="32076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6"/>
            <p:cNvSpPr/>
            <p:nvPr/>
          </p:nvSpPr>
          <p:spPr>
            <a:xfrm>
              <a:off x="8200357" y="31685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7"/>
            <p:cNvSpPr/>
            <p:nvPr/>
          </p:nvSpPr>
          <p:spPr>
            <a:xfrm>
              <a:off x="7100679" y="3090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8"/>
            <p:cNvSpPr/>
            <p:nvPr/>
          </p:nvSpPr>
          <p:spPr>
            <a:xfrm>
              <a:off x="8597463" y="30536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49"/>
            <p:cNvSpPr/>
            <p:nvPr/>
          </p:nvSpPr>
          <p:spPr>
            <a:xfrm>
              <a:off x="7441783" y="30095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0"/>
            <p:cNvSpPr/>
            <p:nvPr/>
          </p:nvSpPr>
          <p:spPr>
            <a:xfrm>
              <a:off x="9208395" y="29482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1"/>
            <p:cNvSpPr/>
            <p:nvPr/>
          </p:nvSpPr>
          <p:spPr>
            <a:xfrm>
              <a:off x="8765469" y="29566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2"/>
            <p:cNvSpPr/>
            <p:nvPr/>
          </p:nvSpPr>
          <p:spPr>
            <a:xfrm>
              <a:off x="8174901" y="29628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3"/>
            <p:cNvSpPr/>
            <p:nvPr/>
          </p:nvSpPr>
          <p:spPr>
            <a:xfrm>
              <a:off x="10287709" y="2954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4"/>
            <p:cNvSpPr/>
            <p:nvPr/>
          </p:nvSpPr>
          <p:spPr>
            <a:xfrm>
              <a:off x="8516005" y="2954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5"/>
            <p:cNvSpPr/>
            <p:nvPr/>
          </p:nvSpPr>
          <p:spPr>
            <a:xfrm>
              <a:off x="8796016" y="29613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6"/>
            <p:cNvSpPr/>
            <p:nvPr/>
          </p:nvSpPr>
          <p:spPr>
            <a:xfrm>
              <a:off x="8225812" y="29764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7"/>
            <p:cNvSpPr/>
            <p:nvPr/>
          </p:nvSpPr>
          <p:spPr>
            <a:xfrm>
              <a:off x="7925437" y="29990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8"/>
            <p:cNvSpPr/>
            <p:nvPr/>
          </p:nvSpPr>
          <p:spPr>
            <a:xfrm>
              <a:off x="9839692" y="30289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59"/>
            <p:cNvSpPr/>
            <p:nvPr/>
          </p:nvSpPr>
          <p:spPr>
            <a:xfrm>
              <a:off x="11015736" y="30628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0"/>
            <p:cNvSpPr/>
            <p:nvPr/>
          </p:nvSpPr>
          <p:spPr>
            <a:xfrm>
              <a:off x="9992425" y="31067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1"/>
            <p:cNvSpPr/>
            <p:nvPr/>
          </p:nvSpPr>
          <p:spPr>
            <a:xfrm>
              <a:off x="9488406" y="31476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2"/>
            <p:cNvSpPr/>
            <p:nvPr/>
          </p:nvSpPr>
          <p:spPr>
            <a:xfrm>
              <a:off x="9350946" y="3179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3"/>
            <p:cNvSpPr/>
            <p:nvPr/>
          </p:nvSpPr>
          <p:spPr>
            <a:xfrm>
              <a:off x="8989478" y="31781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4"/>
            <p:cNvSpPr/>
            <p:nvPr/>
          </p:nvSpPr>
          <p:spPr>
            <a:xfrm>
              <a:off x="8358181" y="34703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5"/>
            <p:cNvSpPr/>
            <p:nvPr/>
          </p:nvSpPr>
          <p:spPr>
            <a:xfrm>
              <a:off x="7894891" y="35201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6"/>
            <p:cNvSpPr/>
            <p:nvPr/>
          </p:nvSpPr>
          <p:spPr>
            <a:xfrm>
              <a:off x="7360325" y="3390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7"/>
            <p:cNvSpPr/>
            <p:nvPr/>
          </p:nvSpPr>
          <p:spPr>
            <a:xfrm>
              <a:off x="8271632" y="3376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8"/>
            <p:cNvSpPr/>
            <p:nvPr/>
          </p:nvSpPr>
          <p:spPr>
            <a:xfrm>
              <a:off x="9081118" y="33481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69"/>
            <p:cNvSpPr/>
            <p:nvPr/>
          </p:nvSpPr>
          <p:spPr>
            <a:xfrm>
              <a:off x="7675974" y="32792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0"/>
            <p:cNvSpPr/>
            <p:nvPr/>
          </p:nvSpPr>
          <p:spPr>
            <a:xfrm>
              <a:off x="7059950" y="31704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1"/>
            <p:cNvSpPr/>
            <p:nvPr/>
          </p:nvSpPr>
          <p:spPr>
            <a:xfrm>
              <a:off x="9345855" y="31667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2"/>
            <p:cNvSpPr/>
            <p:nvPr/>
          </p:nvSpPr>
          <p:spPr>
            <a:xfrm>
              <a:off x="10201160" y="3170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3"/>
            <p:cNvSpPr/>
            <p:nvPr/>
          </p:nvSpPr>
          <p:spPr>
            <a:xfrm>
              <a:off x="9804054" y="31643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4"/>
            <p:cNvSpPr/>
            <p:nvPr/>
          </p:nvSpPr>
          <p:spPr>
            <a:xfrm>
              <a:off x="8123990" y="31644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5"/>
            <p:cNvSpPr/>
            <p:nvPr/>
          </p:nvSpPr>
          <p:spPr>
            <a:xfrm>
              <a:off x="8042533" y="31711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6"/>
            <p:cNvSpPr/>
            <p:nvPr/>
          </p:nvSpPr>
          <p:spPr>
            <a:xfrm>
              <a:off x="8409092" y="31845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7"/>
            <p:cNvSpPr/>
            <p:nvPr/>
          </p:nvSpPr>
          <p:spPr>
            <a:xfrm>
              <a:off x="7945802" y="3204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8"/>
            <p:cNvSpPr/>
            <p:nvPr/>
          </p:nvSpPr>
          <p:spPr>
            <a:xfrm>
              <a:off x="9681868" y="32242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79"/>
            <p:cNvSpPr/>
            <p:nvPr/>
          </p:nvSpPr>
          <p:spPr>
            <a:xfrm>
              <a:off x="10460806" y="32311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0"/>
            <p:cNvSpPr/>
            <p:nvPr/>
          </p:nvSpPr>
          <p:spPr>
            <a:xfrm>
              <a:off x="10776454" y="32392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1"/>
            <p:cNvSpPr/>
            <p:nvPr/>
          </p:nvSpPr>
          <p:spPr>
            <a:xfrm>
              <a:off x="7401054" y="35728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2"/>
            <p:cNvSpPr/>
            <p:nvPr/>
          </p:nvSpPr>
          <p:spPr>
            <a:xfrm>
              <a:off x="7925437" y="36296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3"/>
            <p:cNvSpPr/>
            <p:nvPr/>
          </p:nvSpPr>
          <p:spPr>
            <a:xfrm>
              <a:off x="7385781" y="37203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4"/>
            <p:cNvSpPr/>
            <p:nvPr/>
          </p:nvSpPr>
          <p:spPr>
            <a:xfrm>
              <a:off x="7457056" y="34962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5"/>
            <p:cNvSpPr/>
            <p:nvPr/>
          </p:nvSpPr>
          <p:spPr>
            <a:xfrm>
              <a:off x="8510914" y="34823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6"/>
            <p:cNvSpPr/>
            <p:nvPr/>
          </p:nvSpPr>
          <p:spPr>
            <a:xfrm>
              <a:off x="8266541" y="34863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7"/>
            <p:cNvSpPr/>
            <p:nvPr/>
          </p:nvSpPr>
          <p:spPr>
            <a:xfrm>
              <a:off x="7370507" y="3293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8"/>
            <p:cNvSpPr/>
            <p:nvPr/>
          </p:nvSpPr>
          <p:spPr>
            <a:xfrm>
              <a:off x="8923293" y="32985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89"/>
            <p:cNvSpPr/>
            <p:nvPr/>
          </p:nvSpPr>
          <p:spPr>
            <a:xfrm>
              <a:off x="10557537" y="33082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0"/>
            <p:cNvSpPr/>
            <p:nvPr/>
          </p:nvSpPr>
          <p:spPr>
            <a:xfrm>
              <a:off x="9880420" y="33555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1"/>
            <p:cNvSpPr/>
            <p:nvPr/>
          </p:nvSpPr>
          <p:spPr>
            <a:xfrm>
              <a:off x="8785834" y="33422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2"/>
            <p:cNvSpPr/>
            <p:nvPr/>
          </p:nvSpPr>
          <p:spPr>
            <a:xfrm>
              <a:off x="9396766" y="33310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3"/>
            <p:cNvSpPr/>
            <p:nvPr/>
          </p:nvSpPr>
          <p:spPr>
            <a:xfrm>
              <a:off x="7635245" y="3343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4"/>
            <p:cNvSpPr/>
            <p:nvPr/>
          </p:nvSpPr>
          <p:spPr>
            <a:xfrm>
              <a:off x="9763325" y="35329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5"/>
            <p:cNvSpPr/>
            <p:nvPr/>
          </p:nvSpPr>
          <p:spPr>
            <a:xfrm>
              <a:off x="7879618" y="35156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6"/>
            <p:cNvSpPr/>
            <p:nvPr/>
          </p:nvSpPr>
          <p:spPr>
            <a:xfrm>
              <a:off x="9284762" y="37366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7"/>
            <p:cNvSpPr/>
            <p:nvPr/>
          </p:nvSpPr>
          <p:spPr>
            <a:xfrm>
              <a:off x="9330582" y="37192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8"/>
            <p:cNvSpPr/>
            <p:nvPr/>
          </p:nvSpPr>
          <p:spPr>
            <a:xfrm>
              <a:off x="9030207" y="37144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499"/>
            <p:cNvSpPr/>
            <p:nvPr/>
          </p:nvSpPr>
          <p:spPr>
            <a:xfrm>
              <a:off x="8612736" y="38368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0"/>
            <p:cNvSpPr/>
            <p:nvPr/>
          </p:nvSpPr>
          <p:spPr>
            <a:xfrm>
              <a:off x="9809145" y="3846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1"/>
            <p:cNvSpPr/>
            <p:nvPr/>
          </p:nvSpPr>
          <p:spPr>
            <a:xfrm>
              <a:off x="9580045" y="38423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2"/>
            <p:cNvSpPr/>
            <p:nvPr/>
          </p:nvSpPr>
          <p:spPr>
            <a:xfrm>
              <a:off x="7905073" y="38117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3"/>
            <p:cNvSpPr/>
            <p:nvPr/>
          </p:nvSpPr>
          <p:spPr>
            <a:xfrm>
              <a:off x="9305126" y="3936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4"/>
            <p:cNvSpPr/>
            <p:nvPr/>
          </p:nvSpPr>
          <p:spPr>
            <a:xfrm>
              <a:off x="9182940" y="39339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l2505"/>
            <p:cNvSpPr/>
            <p:nvPr/>
          </p:nvSpPr>
          <p:spPr>
            <a:xfrm>
              <a:off x="6615761" y="1397033"/>
              <a:ext cx="4943459" cy="3329317"/>
            </a:xfrm>
            <a:custGeom>
              <a:avLst/>
              <a:pathLst>
                <a:path w="4943459" h="3329317">
                  <a:moveTo>
                    <a:pt x="0" y="3329317"/>
                  </a:moveTo>
                  <a:lnTo>
                    <a:pt x="62575" y="3287173"/>
                  </a:lnTo>
                  <a:lnTo>
                    <a:pt x="125150" y="3245030"/>
                  </a:lnTo>
                  <a:lnTo>
                    <a:pt x="187726" y="3202887"/>
                  </a:lnTo>
                  <a:lnTo>
                    <a:pt x="250301" y="3160744"/>
                  </a:lnTo>
                  <a:lnTo>
                    <a:pt x="312877" y="3118600"/>
                  </a:lnTo>
                  <a:lnTo>
                    <a:pt x="375452" y="3076457"/>
                  </a:lnTo>
                  <a:lnTo>
                    <a:pt x="438028" y="3034314"/>
                  </a:lnTo>
                  <a:lnTo>
                    <a:pt x="500603" y="2992171"/>
                  </a:lnTo>
                  <a:lnTo>
                    <a:pt x="563178" y="2950027"/>
                  </a:lnTo>
                  <a:lnTo>
                    <a:pt x="625754" y="2907884"/>
                  </a:lnTo>
                  <a:lnTo>
                    <a:pt x="688329" y="2865741"/>
                  </a:lnTo>
                  <a:lnTo>
                    <a:pt x="750905" y="2823598"/>
                  </a:lnTo>
                  <a:lnTo>
                    <a:pt x="813480" y="2781454"/>
                  </a:lnTo>
                  <a:lnTo>
                    <a:pt x="876056" y="2739311"/>
                  </a:lnTo>
                  <a:lnTo>
                    <a:pt x="938631" y="2697168"/>
                  </a:lnTo>
                  <a:lnTo>
                    <a:pt x="1001207" y="2655025"/>
                  </a:lnTo>
                  <a:lnTo>
                    <a:pt x="1063782" y="2612881"/>
                  </a:lnTo>
                  <a:lnTo>
                    <a:pt x="1126357" y="2570738"/>
                  </a:lnTo>
                  <a:lnTo>
                    <a:pt x="1188933" y="2528595"/>
                  </a:lnTo>
                  <a:lnTo>
                    <a:pt x="1251508" y="2486452"/>
                  </a:lnTo>
                  <a:lnTo>
                    <a:pt x="1314084" y="2444308"/>
                  </a:lnTo>
                  <a:lnTo>
                    <a:pt x="1376659" y="2402165"/>
                  </a:lnTo>
                  <a:lnTo>
                    <a:pt x="1439235" y="2360022"/>
                  </a:lnTo>
                  <a:lnTo>
                    <a:pt x="1501810" y="2317879"/>
                  </a:lnTo>
                  <a:lnTo>
                    <a:pt x="1564385" y="2275735"/>
                  </a:lnTo>
                  <a:lnTo>
                    <a:pt x="1626961" y="2233592"/>
                  </a:lnTo>
                  <a:lnTo>
                    <a:pt x="1689536" y="2191449"/>
                  </a:lnTo>
                  <a:lnTo>
                    <a:pt x="1752112" y="2149306"/>
                  </a:lnTo>
                  <a:lnTo>
                    <a:pt x="1814687" y="2107162"/>
                  </a:lnTo>
                  <a:lnTo>
                    <a:pt x="1877263" y="2065019"/>
                  </a:lnTo>
                  <a:lnTo>
                    <a:pt x="1939838" y="2022876"/>
                  </a:lnTo>
                  <a:lnTo>
                    <a:pt x="2002414" y="1980732"/>
                  </a:lnTo>
                  <a:lnTo>
                    <a:pt x="2064989" y="1938589"/>
                  </a:lnTo>
                  <a:lnTo>
                    <a:pt x="2127564" y="1896446"/>
                  </a:lnTo>
                  <a:lnTo>
                    <a:pt x="2190140" y="1854303"/>
                  </a:lnTo>
                  <a:lnTo>
                    <a:pt x="2252715" y="1812159"/>
                  </a:lnTo>
                  <a:lnTo>
                    <a:pt x="2315291" y="1770016"/>
                  </a:lnTo>
                  <a:lnTo>
                    <a:pt x="2377866" y="1727873"/>
                  </a:lnTo>
                  <a:lnTo>
                    <a:pt x="2440442" y="1685730"/>
                  </a:lnTo>
                  <a:lnTo>
                    <a:pt x="2503017" y="1643586"/>
                  </a:lnTo>
                  <a:lnTo>
                    <a:pt x="2565592" y="1601443"/>
                  </a:lnTo>
                  <a:lnTo>
                    <a:pt x="2628168" y="1559300"/>
                  </a:lnTo>
                  <a:lnTo>
                    <a:pt x="2690743" y="1517157"/>
                  </a:lnTo>
                  <a:lnTo>
                    <a:pt x="2753319" y="1475013"/>
                  </a:lnTo>
                  <a:lnTo>
                    <a:pt x="2815894" y="1432870"/>
                  </a:lnTo>
                  <a:lnTo>
                    <a:pt x="2878470" y="1390727"/>
                  </a:lnTo>
                  <a:lnTo>
                    <a:pt x="2941045" y="1348584"/>
                  </a:lnTo>
                  <a:lnTo>
                    <a:pt x="3003621" y="1306440"/>
                  </a:lnTo>
                  <a:lnTo>
                    <a:pt x="3066196" y="1264297"/>
                  </a:lnTo>
                  <a:lnTo>
                    <a:pt x="3128771" y="1222154"/>
                  </a:lnTo>
                  <a:lnTo>
                    <a:pt x="3191347" y="1180011"/>
                  </a:lnTo>
                  <a:lnTo>
                    <a:pt x="3253922" y="1137867"/>
                  </a:lnTo>
                  <a:lnTo>
                    <a:pt x="3316498" y="1095724"/>
                  </a:lnTo>
                  <a:lnTo>
                    <a:pt x="3379073" y="1053581"/>
                  </a:lnTo>
                  <a:lnTo>
                    <a:pt x="3441649" y="1011438"/>
                  </a:lnTo>
                  <a:lnTo>
                    <a:pt x="3504224" y="969294"/>
                  </a:lnTo>
                  <a:lnTo>
                    <a:pt x="3566799" y="927151"/>
                  </a:lnTo>
                  <a:lnTo>
                    <a:pt x="3629375" y="885008"/>
                  </a:lnTo>
                  <a:lnTo>
                    <a:pt x="3691950" y="842865"/>
                  </a:lnTo>
                  <a:lnTo>
                    <a:pt x="3754526" y="800721"/>
                  </a:lnTo>
                  <a:lnTo>
                    <a:pt x="3817101" y="758578"/>
                  </a:lnTo>
                  <a:lnTo>
                    <a:pt x="3879677" y="716435"/>
                  </a:lnTo>
                  <a:lnTo>
                    <a:pt x="3942252" y="674292"/>
                  </a:lnTo>
                  <a:lnTo>
                    <a:pt x="4004828" y="632148"/>
                  </a:lnTo>
                  <a:lnTo>
                    <a:pt x="4067403" y="590005"/>
                  </a:lnTo>
                  <a:lnTo>
                    <a:pt x="4129978" y="547862"/>
                  </a:lnTo>
                  <a:lnTo>
                    <a:pt x="4192554" y="505719"/>
                  </a:lnTo>
                  <a:lnTo>
                    <a:pt x="4255129" y="463575"/>
                  </a:lnTo>
                  <a:lnTo>
                    <a:pt x="4317705" y="421432"/>
                  </a:lnTo>
                  <a:lnTo>
                    <a:pt x="4380280" y="379289"/>
                  </a:lnTo>
                  <a:lnTo>
                    <a:pt x="4442856" y="337146"/>
                  </a:lnTo>
                  <a:lnTo>
                    <a:pt x="4505431" y="295002"/>
                  </a:lnTo>
                  <a:lnTo>
                    <a:pt x="4568006" y="252859"/>
                  </a:lnTo>
                  <a:lnTo>
                    <a:pt x="4630582" y="210716"/>
                  </a:lnTo>
                  <a:lnTo>
                    <a:pt x="4693157" y="168573"/>
                  </a:lnTo>
                  <a:lnTo>
                    <a:pt x="4755733" y="126429"/>
                  </a:lnTo>
                  <a:lnTo>
                    <a:pt x="4818308" y="84286"/>
                  </a:lnTo>
                  <a:lnTo>
                    <a:pt x="4880884" y="42143"/>
                  </a:lnTo>
                  <a:lnTo>
                    <a:pt x="4943459" y="0"/>
                  </a:lnTo>
                </a:path>
              </a:pathLst>
            </a:custGeom>
            <a:ln w="14905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tx2506"/>
            <p:cNvSpPr/>
            <p:nvPr/>
          </p:nvSpPr>
          <p:spPr>
            <a:xfrm>
              <a:off x="7023050" y="2017630"/>
              <a:ext cx="1026413" cy="685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3" i="0" b="0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Direction flips: 25 / 1247</a:t>
              </a:r>
            </a:p>
          </p:txBody>
        </p:sp>
        <p:sp>
          <p:nvSpPr>
            <p:cNvPr id="2508" name="rc2507"/>
            <p:cNvSpPr/>
            <p:nvPr/>
          </p:nvSpPr>
          <p:spPr>
            <a:xfrm>
              <a:off x="717318" y="994538"/>
              <a:ext cx="5437805" cy="189736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9" name="tx2508"/>
            <p:cNvSpPr/>
            <p:nvPr/>
          </p:nvSpPr>
          <p:spPr>
            <a:xfrm>
              <a:off x="2941530" y="1050132"/>
              <a:ext cx="989380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200 spatial species</a:t>
              </a:r>
            </a:p>
          </p:txBody>
        </p:sp>
        <p:sp>
          <p:nvSpPr>
            <p:cNvPr id="2510" name="rc2509"/>
            <p:cNvSpPr/>
            <p:nvPr/>
          </p:nvSpPr>
          <p:spPr>
            <a:xfrm>
              <a:off x="6368588" y="994538"/>
              <a:ext cx="5437805" cy="189736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1" name="tx2510"/>
            <p:cNvSpPr/>
            <p:nvPr/>
          </p:nvSpPr>
          <p:spPr>
            <a:xfrm>
              <a:off x="8535194" y="1050132"/>
              <a:ext cx="1104595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500 temporal species</a:t>
              </a:r>
            </a:p>
          </p:txBody>
        </p:sp>
        <p:sp>
          <p:nvSpPr>
            <p:cNvPr id="2512" name="pl2511"/>
            <p:cNvSpPr/>
            <p:nvPr/>
          </p:nvSpPr>
          <p:spPr>
            <a:xfrm>
              <a:off x="717318" y="5864969"/>
              <a:ext cx="5437805" cy="0"/>
            </a:xfrm>
            <a:custGeom>
              <a:avLst/>
              <a:pathLst>
                <a:path w="5437805" h="0">
                  <a:moveTo>
                    <a:pt x="0" y="0"/>
                  </a:moveTo>
                  <a:lnTo>
                    <a:pt x="5437805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l2512"/>
            <p:cNvSpPr/>
            <p:nvPr/>
          </p:nvSpPr>
          <p:spPr>
            <a:xfrm>
              <a:off x="1441659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l2513"/>
            <p:cNvSpPr/>
            <p:nvPr/>
          </p:nvSpPr>
          <p:spPr>
            <a:xfrm>
              <a:off x="2395994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l2514"/>
            <p:cNvSpPr/>
            <p:nvPr/>
          </p:nvSpPr>
          <p:spPr>
            <a:xfrm>
              <a:off x="3350330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l2515"/>
            <p:cNvSpPr/>
            <p:nvPr/>
          </p:nvSpPr>
          <p:spPr>
            <a:xfrm>
              <a:off x="4304666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l2516"/>
            <p:cNvSpPr/>
            <p:nvPr/>
          </p:nvSpPr>
          <p:spPr>
            <a:xfrm>
              <a:off x="5259002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tx2517"/>
            <p:cNvSpPr/>
            <p:nvPr/>
          </p:nvSpPr>
          <p:spPr>
            <a:xfrm>
              <a:off x="1414135" y="5913935"/>
              <a:ext cx="55046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519" name="tx2518"/>
            <p:cNvSpPr/>
            <p:nvPr/>
          </p:nvSpPr>
          <p:spPr>
            <a:xfrm>
              <a:off x="2340948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2520" name="tx2519"/>
            <p:cNvSpPr/>
            <p:nvPr/>
          </p:nvSpPr>
          <p:spPr>
            <a:xfrm>
              <a:off x="3295283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521" name="tx2520"/>
            <p:cNvSpPr/>
            <p:nvPr/>
          </p:nvSpPr>
          <p:spPr>
            <a:xfrm>
              <a:off x="4249619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522" name="tx2521"/>
            <p:cNvSpPr/>
            <p:nvPr/>
          </p:nvSpPr>
          <p:spPr>
            <a:xfrm>
              <a:off x="5203955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523" name="pl2522"/>
            <p:cNvSpPr/>
            <p:nvPr/>
          </p:nvSpPr>
          <p:spPr>
            <a:xfrm>
              <a:off x="6368588" y="5864969"/>
              <a:ext cx="5437805" cy="0"/>
            </a:xfrm>
            <a:custGeom>
              <a:avLst/>
              <a:pathLst>
                <a:path w="5437805" h="0">
                  <a:moveTo>
                    <a:pt x="0" y="0"/>
                  </a:moveTo>
                  <a:lnTo>
                    <a:pt x="5437805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l2523"/>
            <p:cNvSpPr/>
            <p:nvPr/>
          </p:nvSpPr>
          <p:spPr>
            <a:xfrm>
              <a:off x="7012867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l2524"/>
            <p:cNvSpPr/>
            <p:nvPr/>
          </p:nvSpPr>
          <p:spPr>
            <a:xfrm>
              <a:off x="8285643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l2525"/>
            <p:cNvSpPr/>
            <p:nvPr/>
          </p:nvSpPr>
          <p:spPr>
            <a:xfrm>
              <a:off x="9558418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l2526"/>
            <p:cNvSpPr/>
            <p:nvPr/>
          </p:nvSpPr>
          <p:spPr>
            <a:xfrm>
              <a:off x="10831193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tx2527"/>
            <p:cNvSpPr/>
            <p:nvPr/>
          </p:nvSpPr>
          <p:spPr>
            <a:xfrm>
              <a:off x="6985344" y="5913935"/>
              <a:ext cx="55046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529" name="tx2528"/>
            <p:cNvSpPr/>
            <p:nvPr/>
          </p:nvSpPr>
          <p:spPr>
            <a:xfrm>
              <a:off x="8230596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530" name="tx2529"/>
            <p:cNvSpPr/>
            <p:nvPr/>
          </p:nvSpPr>
          <p:spPr>
            <a:xfrm>
              <a:off x="9503371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531" name="tx2530"/>
            <p:cNvSpPr/>
            <p:nvPr/>
          </p:nvSpPr>
          <p:spPr>
            <a:xfrm>
              <a:off x="10776147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532" name="pl2531"/>
            <p:cNvSpPr/>
            <p:nvPr/>
          </p:nvSpPr>
          <p:spPr>
            <a:xfrm>
              <a:off x="6368588" y="1184274"/>
              <a:ext cx="0" cy="4680694"/>
            </a:xfrm>
            <a:custGeom>
              <a:avLst/>
              <a:pathLst>
                <a:path w="0" h="4680694">
                  <a:moveTo>
                    <a:pt x="0" y="468069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tx2532"/>
            <p:cNvSpPr/>
            <p:nvPr/>
          </p:nvSpPr>
          <p:spPr>
            <a:xfrm>
              <a:off x="6264576" y="5044073"/>
              <a:ext cx="55046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2534" name="tx2533"/>
            <p:cNvSpPr/>
            <p:nvPr/>
          </p:nvSpPr>
          <p:spPr>
            <a:xfrm>
              <a:off x="6209529" y="3552424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2535" name="tx2534"/>
            <p:cNvSpPr/>
            <p:nvPr/>
          </p:nvSpPr>
          <p:spPr>
            <a:xfrm>
              <a:off x="6209529" y="206077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2536" name="pl2535"/>
            <p:cNvSpPr/>
            <p:nvPr/>
          </p:nvSpPr>
          <p:spPr>
            <a:xfrm>
              <a:off x="6341385" y="5079597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l2536"/>
            <p:cNvSpPr/>
            <p:nvPr/>
          </p:nvSpPr>
          <p:spPr>
            <a:xfrm>
              <a:off x="6341385" y="3587948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l2537"/>
            <p:cNvSpPr/>
            <p:nvPr/>
          </p:nvSpPr>
          <p:spPr>
            <a:xfrm>
              <a:off x="6341385" y="2096300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l2538"/>
            <p:cNvSpPr/>
            <p:nvPr/>
          </p:nvSpPr>
          <p:spPr>
            <a:xfrm>
              <a:off x="717318" y="1184274"/>
              <a:ext cx="0" cy="4680694"/>
            </a:xfrm>
            <a:custGeom>
              <a:avLst/>
              <a:pathLst>
                <a:path w="0" h="4680694">
                  <a:moveTo>
                    <a:pt x="0" y="468069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tx2539"/>
            <p:cNvSpPr/>
            <p:nvPr/>
          </p:nvSpPr>
          <p:spPr>
            <a:xfrm>
              <a:off x="530735" y="5007348"/>
              <a:ext cx="13761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2541" name="tx2540"/>
            <p:cNvSpPr/>
            <p:nvPr/>
          </p:nvSpPr>
          <p:spPr>
            <a:xfrm>
              <a:off x="530735" y="3623388"/>
              <a:ext cx="13761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5.0</a:t>
              </a:r>
            </a:p>
          </p:txBody>
        </p:sp>
        <p:sp>
          <p:nvSpPr>
            <p:cNvPr id="2542" name="tx2541"/>
            <p:cNvSpPr/>
            <p:nvPr/>
          </p:nvSpPr>
          <p:spPr>
            <a:xfrm>
              <a:off x="530735" y="2239427"/>
              <a:ext cx="13761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7.5</a:t>
              </a:r>
            </a:p>
          </p:txBody>
        </p:sp>
        <p:sp>
          <p:nvSpPr>
            <p:cNvPr id="2543" name="pl2542"/>
            <p:cNvSpPr/>
            <p:nvPr/>
          </p:nvSpPr>
          <p:spPr>
            <a:xfrm>
              <a:off x="690115" y="5042873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l2543"/>
            <p:cNvSpPr/>
            <p:nvPr/>
          </p:nvSpPr>
          <p:spPr>
            <a:xfrm>
              <a:off x="690115" y="3658912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4"/>
            <p:cNvSpPr/>
            <p:nvPr/>
          </p:nvSpPr>
          <p:spPr>
            <a:xfrm>
              <a:off x="690115" y="2274952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tx2545"/>
            <p:cNvSpPr/>
            <p:nvPr/>
          </p:nvSpPr>
          <p:spPr>
            <a:xfrm>
              <a:off x="5466968" y="6034132"/>
              <a:ext cx="1589775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Naive observed richness trend</a:t>
              </a:r>
            </a:p>
          </p:txBody>
        </p:sp>
        <p:sp>
          <p:nvSpPr>
            <p:cNvPr id="2547" name="tx2546"/>
            <p:cNvSpPr/>
            <p:nvPr/>
          </p:nvSpPr>
          <p:spPr>
            <a:xfrm rot="-5400000">
              <a:off x="-512502" y="3485348"/>
              <a:ext cx="1905243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Occupancy-corrected richness trend</a:t>
              </a:r>
            </a:p>
          </p:txBody>
        </p:sp>
        <p:sp>
          <p:nvSpPr>
            <p:cNvPr id="2548" name="rc2547"/>
            <p:cNvSpPr/>
            <p:nvPr/>
          </p:nvSpPr>
          <p:spPr>
            <a:xfrm>
              <a:off x="5493579" y="6245631"/>
              <a:ext cx="1536553" cy="3282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9" name="rc2548"/>
            <p:cNvSpPr/>
            <p:nvPr/>
          </p:nvSpPr>
          <p:spPr>
            <a:xfrm>
              <a:off x="5547985" y="630003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0" name="pt2549"/>
            <p:cNvSpPr/>
            <p:nvPr/>
          </p:nvSpPr>
          <p:spPr>
            <a:xfrm>
              <a:off x="5638612" y="63906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rc2550"/>
            <p:cNvSpPr/>
            <p:nvPr/>
          </p:nvSpPr>
          <p:spPr>
            <a:xfrm>
              <a:off x="6156974" y="630003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2" name="pt2551"/>
            <p:cNvSpPr/>
            <p:nvPr/>
          </p:nvSpPr>
          <p:spPr>
            <a:xfrm>
              <a:off x="6247600" y="6390664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tx2552"/>
            <p:cNvSpPr/>
            <p:nvPr/>
          </p:nvSpPr>
          <p:spPr>
            <a:xfrm>
              <a:off x="5821847" y="6374241"/>
              <a:ext cx="28072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No flip</a:t>
              </a:r>
            </a:p>
          </p:txBody>
        </p:sp>
        <p:sp>
          <p:nvSpPr>
            <p:cNvPr id="2554" name="tx2553"/>
            <p:cNvSpPr/>
            <p:nvPr/>
          </p:nvSpPr>
          <p:spPr>
            <a:xfrm>
              <a:off x="6430836" y="6374241"/>
              <a:ext cx="54489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Direction flip</a:t>
              </a:r>
            </a:p>
          </p:txBody>
        </p:sp>
        <p:sp>
          <p:nvSpPr>
            <p:cNvPr id="2555" name="tx2554"/>
            <p:cNvSpPr/>
            <p:nvPr/>
          </p:nvSpPr>
          <p:spPr>
            <a:xfrm>
              <a:off x="717318" y="790904"/>
              <a:ext cx="5042275" cy="78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Comparison of naive detection trends and occupancy-corrected richness trends across 100-km grid cells</a:t>
              </a:r>
            </a:p>
          </p:txBody>
        </p:sp>
        <p:sp>
          <p:nvSpPr>
            <p:cNvPr id="2556" name="tx2555"/>
            <p:cNvSpPr/>
            <p:nvPr/>
          </p:nvSpPr>
          <p:spPr>
            <a:xfrm>
              <a:off x="717318" y="604140"/>
              <a:ext cx="3433023" cy="104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Observation bias changes ecological conclusions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Fig07 global baselga turnover nestedness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599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59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832898" y="1184274"/>
              <a:ext cx="10973496" cy="22073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2452795" y="1966521"/>
              <a:ext cx="809948" cy="1425086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538337" y="2652642"/>
              <a:ext cx="809948" cy="73896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5065532" y="2464631"/>
              <a:ext cx="809948" cy="926976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4151074" y="2154532"/>
              <a:ext cx="809948" cy="123707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7678269" y="2226647"/>
              <a:ext cx="809948" cy="116496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763811" y="2392516"/>
              <a:ext cx="809948" cy="999091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10291006" y="3146764"/>
              <a:ext cx="809948" cy="244842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9376548" y="1472398"/>
              <a:ext cx="809948" cy="1919209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746728" y="155030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857769" y="1550300"/>
              <a:ext cx="0" cy="823394"/>
            </a:xfrm>
            <a:custGeom>
              <a:avLst/>
              <a:pathLst>
                <a:path w="0" h="823394">
                  <a:moveTo>
                    <a:pt x="0" y="0"/>
                  </a:moveTo>
                  <a:lnTo>
                    <a:pt x="0" y="82339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746728" y="2373695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832270" y="2245468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943311" y="2245468"/>
              <a:ext cx="0" cy="823394"/>
            </a:xfrm>
            <a:custGeom>
              <a:avLst/>
              <a:pathLst>
                <a:path w="0" h="823394">
                  <a:moveTo>
                    <a:pt x="0" y="0"/>
                  </a:moveTo>
                  <a:lnTo>
                    <a:pt x="0" y="82339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832270" y="306886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5359465" y="2100066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470506" y="2100066"/>
              <a:ext cx="0" cy="687274"/>
            </a:xfrm>
            <a:custGeom>
              <a:avLst/>
              <a:pathLst>
                <a:path w="0" h="687274">
                  <a:moveTo>
                    <a:pt x="0" y="0"/>
                  </a:moveTo>
                  <a:lnTo>
                    <a:pt x="0" y="68727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5359465" y="278734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445007" y="183182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4556048" y="1831822"/>
              <a:ext cx="0" cy="687274"/>
            </a:xfrm>
            <a:custGeom>
              <a:avLst/>
              <a:pathLst>
                <a:path w="0" h="687274">
                  <a:moveTo>
                    <a:pt x="0" y="0"/>
                  </a:moveTo>
                  <a:lnTo>
                    <a:pt x="0" y="68727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445007" y="2519097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7972202" y="1896443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8083244" y="1896443"/>
              <a:ext cx="0" cy="649916"/>
            </a:xfrm>
            <a:custGeom>
              <a:avLst/>
              <a:pathLst>
                <a:path w="0" h="649916">
                  <a:moveTo>
                    <a:pt x="0" y="0"/>
                  </a:moveTo>
                  <a:lnTo>
                    <a:pt x="0" y="649916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7972202" y="2546359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7057744" y="2072803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7168786" y="2072803"/>
              <a:ext cx="0" cy="649916"/>
            </a:xfrm>
            <a:custGeom>
              <a:avLst/>
              <a:pathLst>
                <a:path w="0" h="649916">
                  <a:moveTo>
                    <a:pt x="0" y="0"/>
                  </a:moveTo>
                  <a:lnTo>
                    <a:pt x="0" y="649916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7057744" y="2722719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0584939" y="303319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0695981" y="3033190"/>
              <a:ext cx="0" cy="206212"/>
            </a:xfrm>
            <a:custGeom>
              <a:avLst/>
              <a:pathLst>
                <a:path w="0" h="206212">
                  <a:moveTo>
                    <a:pt x="0" y="0"/>
                  </a:moveTo>
                  <a:lnTo>
                    <a:pt x="0" y="206212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0584939" y="323940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670481" y="137976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9781523" y="1379760"/>
              <a:ext cx="0" cy="206212"/>
            </a:xfrm>
            <a:custGeom>
              <a:avLst/>
              <a:pathLst>
                <a:path w="0" h="206212">
                  <a:moveTo>
                    <a:pt x="0" y="0"/>
                  </a:moveTo>
                  <a:lnTo>
                    <a:pt x="0" y="206212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9670481" y="158597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832898" y="3635750"/>
              <a:ext cx="10973496" cy="22073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2452795" y="4205544"/>
              <a:ext cx="809948" cy="1637538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1538337" y="5316569"/>
              <a:ext cx="809948" cy="526513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5065532" y="4650069"/>
              <a:ext cx="809948" cy="1193013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4151074" y="4872045"/>
              <a:ext cx="809948" cy="971038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7678269" y="4430343"/>
              <a:ext cx="809948" cy="1412739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6763811" y="5091771"/>
              <a:ext cx="809948" cy="751312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10291006" y="5420099"/>
              <a:ext cx="809948" cy="422984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9376548" y="4102015"/>
              <a:ext cx="809948" cy="1741067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2746728" y="3897591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857769" y="3897591"/>
              <a:ext cx="0" cy="606097"/>
            </a:xfrm>
            <a:custGeom>
              <a:avLst/>
              <a:pathLst>
                <a:path w="0" h="606097">
                  <a:moveTo>
                    <a:pt x="0" y="0"/>
                  </a:moveTo>
                  <a:lnTo>
                    <a:pt x="0" y="606097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746728" y="4503689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1832270" y="5018425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943311" y="5018425"/>
              <a:ext cx="0" cy="606097"/>
            </a:xfrm>
            <a:custGeom>
              <a:avLst/>
              <a:pathLst>
                <a:path w="0" h="606097">
                  <a:moveTo>
                    <a:pt x="0" y="0"/>
                  </a:moveTo>
                  <a:lnTo>
                    <a:pt x="0" y="606097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1832270" y="562452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5359465" y="4387477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470506" y="4387477"/>
              <a:ext cx="0" cy="509104"/>
            </a:xfrm>
            <a:custGeom>
              <a:avLst/>
              <a:pathLst>
                <a:path w="0" h="509104">
                  <a:moveTo>
                    <a:pt x="0" y="0"/>
                  </a:moveTo>
                  <a:lnTo>
                    <a:pt x="0" y="50910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5359465" y="489658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445007" y="4625532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4556048" y="4625532"/>
              <a:ext cx="0" cy="509104"/>
            </a:xfrm>
            <a:custGeom>
              <a:avLst/>
              <a:pathLst>
                <a:path w="0" h="509104">
                  <a:moveTo>
                    <a:pt x="0" y="0"/>
                  </a:moveTo>
                  <a:lnTo>
                    <a:pt x="0" y="509104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4445007" y="5134636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7972202" y="4184940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8083244" y="4184940"/>
              <a:ext cx="0" cy="475219"/>
            </a:xfrm>
            <a:custGeom>
              <a:avLst/>
              <a:pathLst>
                <a:path w="0" h="475219">
                  <a:moveTo>
                    <a:pt x="0" y="0"/>
                  </a:moveTo>
                  <a:lnTo>
                    <a:pt x="0" y="475219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7972202" y="4660159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7057744" y="4861954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7168786" y="4861954"/>
              <a:ext cx="0" cy="475219"/>
            </a:xfrm>
            <a:custGeom>
              <a:avLst/>
              <a:pathLst>
                <a:path w="0" h="475219">
                  <a:moveTo>
                    <a:pt x="0" y="0"/>
                  </a:moveTo>
                  <a:lnTo>
                    <a:pt x="0" y="475219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7057744" y="5337173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0584939" y="5314386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10695981" y="5314386"/>
              <a:ext cx="0" cy="201619"/>
            </a:xfrm>
            <a:custGeom>
              <a:avLst/>
              <a:pathLst>
                <a:path w="0" h="201619">
                  <a:moveTo>
                    <a:pt x="0" y="0"/>
                  </a:moveTo>
                  <a:lnTo>
                    <a:pt x="0" y="201619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10584939" y="5516005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9670481" y="4006108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9781523" y="4006108"/>
              <a:ext cx="0" cy="201619"/>
            </a:xfrm>
            <a:custGeom>
              <a:avLst/>
              <a:pathLst>
                <a:path w="0" h="201619">
                  <a:moveTo>
                    <a:pt x="0" y="0"/>
                  </a:moveTo>
                  <a:lnTo>
                    <a:pt x="0" y="201619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9670481" y="4207728"/>
              <a:ext cx="222082" cy="0"/>
            </a:xfrm>
            <a:custGeom>
              <a:avLst/>
              <a:pathLst>
                <a:path w="222082" h="0">
                  <a:moveTo>
                    <a:pt x="0" y="0"/>
                  </a:moveTo>
                  <a:lnTo>
                    <a:pt x="222082" y="0"/>
                  </a:lnTo>
                </a:path>
              </a:pathLst>
            </a:custGeom>
            <a:ln w="948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832898" y="3446013"/>
              <a:ext cx="10973496" cy="189736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tx72"/>
            <p:cNvSpPr/>
            <p:nvPr/>
          </p:nvSpPr>
          <p:spPr>
            <a:xfrm>
              <a:off x="5767348" y="3501608"/>
              <a:ext cx="1104595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500 temporal species</a:t>
              </a:r>
            </a:p>
          </p:txBody>
        </p:sp>
        <p:sp>
          <p:nvSpPr>
            <p:cNvPr id="74" name="rc73"/>
            <p:cNvSpPr/>
            <p:nvPr/>
          </p:nvSpPr>
          <p:spPr>
            <a:xfrm>
              <a:off x="832898" y="994538"/>
              <a:ext cx="10973496" cy="189736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5824956" y="1050132"/>
              <a:ext cx="989380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200 spatial species</a:t>
              </a:r>
            </a:p>
          </p:txBody>
        </p:sp>
        <p:sp>
          <p:nvSpPr>
            <p:cNvPr id="76" name="pl75"/>
            <p:cNvSpPr/>
            <p:nvPr/>
          </p:nvSpPr>
          <p:spPr>
            <a:xfrm>
              <a:off x="832898" y="5843083"/>
              <a:ext cx="10973496" cy="0"/>
            </a:xfrm>
            <a:custGeom>
              <a:avLst/>
              <a:pathLst>
                <a:path w="10973496" h="0">
                  <a:moveTo>
                    <a:pt x="0" y="0"/>
                  </a:moveTo>
                  <a:lnTo>
                    <a:pt x="10973496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2400540" y="5843083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5013277" y="5843083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7626015" y="5843083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10238752" y="5843083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0"/>
            <p:cNvSpPr/>
            <p:nvPr/>
          </p:nvSpPr>
          <p:spPr>
            <a:xfrm rot="-1500000">
              <a:off x="2053593" y="5968964"/>
              <a:ext cx="3797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P1 to P2</a:t>
              </a:r>
            </a:p>
          </p:txBody>
        </p:sp>
        <p:sp>
          <p:nvSpPr>
            <p:cNvPr id="82" name="tx81"/>
            <p:cNvSpPr/>
            <p:nvPr/>
          </p:nvSpPr>
          <p:spPr>
            <a:xfrm rot="-1500000">
              <a:off x="4666330" y="5968964"/>
              <a:ext cx="3797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P2 to P3</a:t>
              </a:r>
            </a:p>
          </p:txBody>
        </p:sp>
        <p:sp>
          <p:nvSpPr>
            <p:cNvPr id="83" name="tx82"/>
            <p:cNvSpPr/>
            <p:nvPr/>
          </p:nvSpPr>
          <p:spPr>
            <a:xfrm rot="-1500000">
              <a:off x="7279067" y="5968964"/>
              <a:ext cx="3797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P3 to P4</a:t>
              </a:r>
            </a:p>
          </p:txBody>
        </p:sp>
        <p:sp>
          <p:nvSpPr>
            <p:cNvPr id="84" name="tx83"/>
            <p:cNvSpPr/>
            <p:nvPr/>
          </p:nvSpPr>
          <p:spPr>
            <a:xfrm rot="-1500000">
              <a:off x="9891804" y="5968964"/>
              <a:ext cx="3797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P4 to P5</a:t>
              </a:r>
            </a:p>
          </p:txBody>
        </p:sp>
        <p:sp>
          <p:nvSpPr>
            <p:cNvPr id="85" name="pl84"/>
            <p:cNvSpPr/>
            <p:nvPr/>
          </p:nvSpPr>
          <p:spPr>
            <a:xfrm>
              <a:off x="832898" y="1184274"/>
              <a:ext cx="0" cy="2207332"/>
            </a:xfrm>
            <a:custGeom>
              <a:avLst/>
              <a:pathLst>
                <a:path w="0" h="2207332">
                  <a:moveTo>
                    <a:pt x="0" y="220733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5"/>
            <p:cNvSpPr/>
            <p:nvPr/>
          </p:nvSpPr>
          <p:spPr>
            <a:xfrm>
              <a:off x="640829" y="3356083"/>
              <a:ext cx="14310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585782" y="2815070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585782" y="2274057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585782" y="1733044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530735" y="1192031"/>
              <a:ext cx="25319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91" name="pl90"/>
            <p:cNvSpPr/>
            <p:nvPr/>
          </p:nvSpPr>
          <p:spPr>
            <a:xfrm>
              <a:off x="805695" y="3391607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805695" y="2850594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805695" y="2309581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805695" y="1768568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805695" y="1227555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832898" y="3635750"/>
              <a:ext cx="0" cy="2207332"/>
            </a:xfrm>
            <a:custGeom>
              <a:avLst/>
              <a:pathLst>
                <a:path w="0" h="2207332">
                  <a:moveTo>
                    <a:pt x="0" y="2207332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tx96"/>
            <p:cNvSpPr/>
            <p:nvPr/>
          </p:nvSpPr>
          <p:spPr>
            <a:xfrm>
              <a:off x="640829" y="5807558"/>
              <a:ext cx="14310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585782" y="5266545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25%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585782" y="4725532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585782" y="4184519"/>
              <a:ext cx="19815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75%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530735" y="3643506"/>
              <a:ext cx="25319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02" name="pl101"/>
            <p:cNvSpPr/>
            <p:nvPr/>
          </p:nvSpPr>
          <p:spPr>
            <a:xfrm>
              <a:off x="805695" y="5843083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805695" y="5302070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805695" y="4761057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805695" y="4220044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805695" y="3679031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6"/>
            <p:cNvSpPr/>
            <p:nvPr/>
          </p:nvSpPr>
          <p:spPr>
            <a:xfrm rot="-5400000">
              <a:off x="-588215" y="3474405"/>
              <a:ext cx="2056668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Component share of total beta diversity</a:t>
              </a:r>
            </a:p>
          </p:txBody>
        </p:sp>
        <p:sp>
          <p:nvSpPr>
            <p:cNvPr id="108" name="rc107"/>
            <p:cNvSpPr/>
            <p:nvPr/>
          </p:nvSpPr>
          <p:spPr>
            <a:xfrm>
              <a:off x="5504780" y="6245631"/>
              <a:ext cx="1629731" cy="3282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8"/>
            <p:cNvSpPr/>
            <p:nvPr/>
          </p:nvSpPr>
          <p:spPr>
            <a:xfrm>
              <a:off x="5559186" y="630003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09"/>
            <p:cNvSpPr/>
            <p:nvPr/>
          </p:nvSpPr>
          <p:spPr>
            <a:xfrm>
              <a:off x="5563146" y="6303997"/>
              <a:ext cx="211536" cy="211535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6410125" y="630003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6414085" y="6303997"/>
              <a:ext cx="211536" cy="21153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5962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tx112"/>
            <p:cNvSpPr/>
            <p:nvPr/>
          </p:nvSpPr>
          <p:spPr>
            <a:xfrm>
              <a:off x="5833048" y="6374241"/>
              <a:ext cx="522671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Nestedness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6683987" y="6374241"/>
              <a:ext cx="396118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Turnover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832898" y="790904"/>
              <a:ext cx="3270534" cy="78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Global Baselga decomposition across consecutive five-year periods</a:t>
              </a:r>
            </a:p>
          </p:txBody>
        </p:sp>
        <p:sp>
          <p:nvSpPr>
            <p:cNvPr id="116" name="tx115"/>
            <p:cNvSpPr/>
            <p:nvPr/>
          </p:nvSpPr>
          <p:spPr>
            <a:xfrm>
              <a:off x="832898" y="604140"/>
              <a:ext cx="3432474" cy="104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Homogenization is governed by turnover collapse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Fig08 random forest driver importance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00845" y="1004322"/>
              <a:ext cx="6903656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9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7304502" y="1004322"/>
              <a:ext cx="4501891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9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740538" y="1286271"/>
              <a:ext cx="5437438" cy="45065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930820" y="155136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636601" y="1551362"/>
              <a:ext cx="3294218" cy="0"/>
            </a:xfrm>
            <a:custGeom>
              <a:avLst/>
              <a:pathLst>
                <a:path w="3294218" h="0">
                  <a:moveTo>
                    <a:pt x="329421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3636601" y="155136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247077" y="199317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350625" y="1993179"/>
              <a:ext cx="896452" cy="0"/>
            </a:xfrm>
            <a:custGeom>
              <a:avLst/>
              <a:pathLst>
                <a:path w="896452" h="0">
                  <a:moveTo>
                    <a:pt x="896452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50625" y="199317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066745" y="2434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361535" y="2434996"/>
              <a:ext cx="705210" cy="0"/>
            </a:xfrm>
            <a:custGeom>
              <a:avLst/>
              <a:pathLst>
                <a:path w="705210" h="0">
                  <a:moveTo>
                    <a:pt x="70521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361535" y="2434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3401804" y="2876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233743" y="2876814"/>
              <a:ext cx="1168061" cy="0"/>
            </a:xfrm>
            <a:custGeom>
              <a:avLst/>
              <a:pathLst>
                <a:path w="1168061" h="0">
                  <a:moveTo>
                    <a:pt x="1168061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233743" y="2876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833574" y="3318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258772" y="3318631"/>
              <a:ext cx="574802" cy="0"/>
            </a:xfrm>
            <a:custGeom>
              <a:avLst/>
              <a:pathLst>
                <a:path w="574802" h="0">
                  <a:moveTo>
                    <a:pt x="574802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258772" y="33186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866009" y="37604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2215761" y="3760449"/>
              <a:ext cx="650247" cy="0"/>
            </a:xfrm>
            <a:custGeom>
              <a:avLst/>
              <a:pathLst>
                <a:path w="650247" h="0">
                  <a:moveTo>
                    <a:pt x="650247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2215761" y="37604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402093" y="42022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059994" y="4202266"/>
              <a:ext cx="342099" cy="0"/>
            </a:xfrm>
            <a:custGeom>
              <a:avLst/>
              <a:pathLst>
                <a:path w="342099" h="0">
                  <a:moveTo>
                    <a:pt x="34209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2059994" y="42022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300031" y="464408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012825" y="4644083"/>
              <a:ext cx="287205" cy="0"/>
            </a:xfrm>
            <a:custGeom>
              <a:avLst/>
              <a:pathLst>
                <a:path w="287205" h="0">
                  <a:moveTo>
                    <a:pt x="287205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2012825" y="464408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301416" y="508590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005706" y="5085901"/>
              <a:ext cx="295709" cy="0"/>
            </a:xfrm>
            <a:custGeom>
              <a:avLst/>
              <a:pathLst>
                <a:path w="295709" h="0">
                  <a:moveTo>
                    <a:pt x="295709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005706" y="508590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CC79A7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258073" y="552771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987694" y="5527718"/>
              <a:ext cx="270378" cy="0"/>
            </a:xfrm>
            <a:custGeom>
              <a:avLst/>
              <a:pathLst>
                <a:path w="270378" h="0">
                  <a:moveTo>
                    <a:pt x="270378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987694" y="552771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5057789" y="1519592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704590" y="1961409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2646950" y="2403227"/>
              <a:ext cx="63539" cy="6353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627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2593521" y="2845044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2484618" y="3286861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2460080" y="3728679"/>
              <a:ext cx="63539" cy="63539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6627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2180471" y="4170496"/>
              <a:ext cx="63539" cy="6353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627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2098071" y="4612313"/>
              <a:ext cx="63539" cy="63539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6627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090157" y="5054131"/>
              <a:ext cx="63539" cy="63539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6627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059510" y="5495948"/>
              <a:ext cx="63539" cy="63539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6627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1740538" y="1286271"/>
              <a:ext cx="0" cy="4506537"/>
            </a:xfrm>
            <a:custGeom>
              <a:avLst/>
              <a:pathLst>
                <a:path w="0" h="4506537">
                  <a:moveTo>
                    <a:pt x="0" y="450653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49"/>
            <p:cNvSpPr/>
            <p:nvPr/>
          </p:nvSpPr>
          <p:spPr>
            <a:xfrm>
              <a:off x="872922" y="5495394"/>
              <a:ext cx="82149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Forest cover change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732562" y="5053577"/>
              <a:ext cx="961857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footprint change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642402" y="4611759"/>
              <a:ext cx="1052017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Natural land cover change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637464" y="4169942"/>
              <a:ext cx="1056954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change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612410" y="3728124"/>
              <a:ext cx="1082009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Impervious surface change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1373739" y="3286307"/>
              <a:ext cx="320680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903006" y="2844490"/>
              <a:ext cx="79141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 (baseline)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527371" y="2402672"/>
              <a:ext cx="116704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Extreme temperature change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537429" y="1960855"/>
              <a:ext cx="1156990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(baseline)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1298576" y="1519038"/>
              <a:ext cx="39584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60" name="pl59"/>
            <p:cNvSpPr/>
            <p:nvPr/>
          </p:nvSpPr>
          <p:spPr>
            <a:xfrm>
              <a:off x="1714916" y="5527718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714916" y="508590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714916" y="464408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1714916" y="420226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1714916" y="376044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1714916" y="331863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714916" y="287681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1714916" y="243499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1714916" y="199317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714916" y="155136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1740538" y="5792808"/>
              <a:ext cx="5437438" cy="0"/>
            </a:xfrm>
            <a:custGeom>
              <a:avLst/>
              <a:pathLst>
                <a:path w="5437438" h="0">
                  <a:moveTo>
                    <a:pt x="0" y="0"/>
                  </a:moveTo>
                  <a:lnTo>
                    <a:pt x="5437438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789039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3274622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4760205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6245787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1698788" y="5838927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3184371" y="5838927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4669953" y="5838927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155536" y="5838927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3868235" y="5951599"/>
              <a:ext cx="1182044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Permutation importance</a:t>
              </a:r>
            </a:p>
          </p:txBody>
        </p:sp>
        <p:sp>
          <p:nvSpPr>
            <p:cNvPr id="80" name="rc79"/>
            <p:cNvSpPr/>
            <p:nvPr/>
          </p:nvSpPr>
          <p:spPr>
            <a:xfrm>
              <a:off x="2274409" y="6150737"/>
              <a:ext cx="4369696" cy="321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2325652" y="620198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2347597" y="631170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0072B2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2403610" y="6279938"/>
              <a:ext cx="63539" cy="63539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6627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3291788" y="62019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3313734" y="631170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CC79A7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3369746" y="6279938"/>
              <a:ext cx="63539" cy="63539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6627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4628988" y="62019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4650934" y="631170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E69F00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4706946" y="6279938"/>
              <a:ext cx="63539" cy="63539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6627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5667545" y="620198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5689491" y="631170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2195" cap="flat">
              <a:solidFill>
                <a:srgbClr val="4D4D4D">
                  <a:alpha val="8784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5745503" y="6279938"/>
              <a:ext cx="63539" cy="63539"/>
            </a:xfrm>
            <a:prstGeom prst="ellipse">
              <a:avLst/>
            </a:prstGeom>
            <a:solidFill>
              <a:srgbClr val="4D4D4D">
                <a:alpha val="100000"/>
              </a:srgbClr>
            </a:solidFill>
            <a:ln w="662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2"/>
            <p:cNvSpPr/>
            <p:nvPr/>
          </p:nvSpPr>
          <p:spPr>
            <a:xfrm>
              <a:off x="2596350" y="6278424"/>
              <a:ext cx="644194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Climate change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3562487" y="6278424"/>
              <a:ext cx="1015258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Human pressure change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4899687" y="6278424"/>
              <a:ext cx="71661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Land-use change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5938244" y="6278424"/>
              <a:ext cx="654618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Spatial baseline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1740538" y="1105542"/>
              <a:ext cx="968258" cy="995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Top predictors</a:t>
              </a:r>
            </a:p>
          </p:txBody>
        </p:sp>
        <p:sp>
          <p:nvSpPr>
            <p:cNvPr id="98" name="rc97"/>
            <p:cNvSpPr/>
            <p:nvPr/>
          </p:nvSpPr>
          <p:spPr>
            <a:xfrm>
              <a:off x="8492404" y="1286271"/>
              <a:ext cx="3187464" cy="450653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8637289" y="4816392"/>
              <a:ext cx="112928" cy="665250"/>
            </a:xfrm>
            <a:prstGeom prst="rect">
              <a:avLst/>
            </a:prstGeom>
            <a:solidFill>
              <a:srgbClr val="CC79A7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8637289" y="3743407"/>
              <a:ext cx="445382" cy="665250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8637289" y="2670422"/>
              <a:ext cx="456567" cy="665250"/>
            </a:xfrm>
            <a:prstGeom prst="rect">
              <a:avLst/>
            </a:prstGeom>
            <a:solidFill>
              <a:srgbClr val="7F8790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1"/>
            <p:cNvSpPr/>
            <p:nvPr/>
          </p:nvSpPr>
          <p:spPr>
            <a:xfrm>
              <a:off x="8637289" y="1597437"/>
              <a:ext cx="1971473" cy="665250"/>
            </a:xfrm>
            <a:prstGeom prst="rect">
              <a:avLst/>
            </a:prstGeom>
            <a:solidFill>
              <a:srgbClr val="4D4D4D">
                <a:alpha val="100000"/>
              </a:srgbClr>
            </a:solidFill>
            <a:ln w="6775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8811108" y="5052449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8710791" y="5149017"/>
              <a:ext cx="100316" cy="0"/>
            </a:xfrm>
            <a:custGeom>
              <a:avLst/>
              <a:pathLst>
                <a:path w="100316" h="0">
                  <a:moveTo>
                    <a:pt x="100316" y="0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8710791" y="5052449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9273671" y="3979464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8927420" y="4076032"/>
              <a:ext cx="346251" cy="0"/>
            </a:xfrm>
            <a:custGeom>
              <a:avLst/>
              <a:pathLst>
                <a:path w="346251" h="0">
                  <a:moveTo>
                    <a:pt x="346251" y="0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8927420" y="3979464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9318897" y="2906479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8938322" y="3003047"/>
              <a:ext cx="380574" cy="0"/>
            </a:xfrm>
            <a:custGeom>
              <a:avLst/>
              <a:pathLst>
                <a:path w="380574" h="0">
                  <a:moveTo>
                    <a:pt x="380574" y="0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8938322" y="2906479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11534984" y="1833494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9938048" y="1930062"/>
              <a:ext cx="1596936" cy="0"/>
            </a:xfrm>
            <a:custGeom>
              <a:avLst/>
              <a:pathLst>
                <a:path w="1596936" h="0">
                  <a:moveTo>
                    <a:pt x="1596936" y="0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9938048" y="1833494"/>
              <a:ext cx="0" cy="193137"/>
            </a:xfrm>
            <a:custGeom>
              <a:avLst/>
              <a:pathLst>
                <a:path w="0" h="193137">
                  <a:moveTo>
                    <a:pt x="0" y="193137"/>
                  </a:moveTo>
                  <a:lnTo>
                    <a:pt x="0" y="0"/>
                  </a:lnTo>
                </a:path>
              </a:pathLst>
            </a:custGeom>
            <a:ln w="10298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8492404" y="1286271"/>
              <a:ext cx="0" cy="4506537"/>
            </a:xfrm>
            <a:custGeom>
              <a:avLst/>
              <a:pathLst>
                <a:path w="0" h="4506537">
                  <a:moveTo>
                    <a:pt x="0" y="450653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5"/>
            <p:cNvSpPr/>
            <p:nvPr/>
          </p:nvSpPr>
          <p:spPr>
            <a:xfrm>
              <a:off x="7431028" y="5115733"/>
              <a:ext cx="1015258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pressure change</a:t>
              </a:r>
            </a:p>
          </p:txBody>
        </p:sp>
        <p:sp>
          <p:nvSpPr>
            <p:cNvPr id="117" name="tx116"/>
            <p:cNvSpPr/>
            <p:nvPr/>
          </p:nvSpPr>
          <p:spPr>
            <a:xfrm>
              <a:off x="7802091" y="4042748"/>
              <a:ext cx="644194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Climate change</a:t>
              </a:r>
            </a:p>
          </p:txBody>
        </p:sp>
        <p:sp>
          <p:nvSpPr>
            <p:cNvPr id="118" name="tx117"/>
            <p:cNvSpPr/>
            <p:nvPr/>
          </p:nvSpPr>
          <p:spPr>
            <a:xfrm>
              <a:off x="7734700" y="2969763"/>
              <a:ext cx="711586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Land use change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7791667" y="1896778"/>
              <a:ext cx="654618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Spatial baseline</a:t>
              </a:r>
            </a:p>
          </p:txBody>
        </p:sp>
        <p:sp>
          <p:nvSpPr>
            <p:cNvPr id="120" name="pl119"/>
            <p:cNvSpPr/>
            <p:nvPr/>
          </p:nvSpPr>
          <p:spPr>
            <a:xfrm>
              <a:off x="8466783" y="5149017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8466783" y="407603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8466783" y="3003047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8466783" y="193006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8492404" y="5792808"/>
              <a:ext cx="3187464" cy="0"/>
            </a:xfrm>
            <a:custGeom>
              <a:avLst/>
              <a:pathLst>
                <a:path w="3187464" h="0">
                  <a:moveTo>
                    <a:pt x="0" y="0"/>
                  </a:moveTo>
                  <a:lnTo>
                    <a:pt x="3187464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8637289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9645227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10653166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11661104" y="5792808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tx128"/>
            <p:cNvSpPr/>
            <p:nvPr/>
          </p:nvSpPr>
          <p:spPr>
            <a:xfrm>
              <a:off x="8572824" y="5838927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9580762" y="5838927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10588701" y="5838927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11596639" y="5838927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9580748" y="5951599"/>
              <a:ext cx="1010777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Grouped importance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8492404" y="1105542"/>
              <a:ext cx="1114379" cy="995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Predictor groups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527371" y="795751"/>
              <a:ext cx="335310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Random-forest importance from posterior draws of diversity trends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527371" y="604140"/>
              <a:ext cx="3171139" cy="1078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8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Environmental drivers of community change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Fig09 trait environment mechanisms 500sp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599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00845" y="1004322"/>
              <a:ext cx="4818976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34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5219821" y="1004322"/>
              <a:ext cx="6586572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34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352529" y="1289838"/>
              <a:ext cx="3740767" cy="49177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364965" y="1289838"/>
              <a:ext cx="0" cy="4917791"/>
            </a:xfrm>
            <a:custGeom>
              <a:avLst/>
              <a:pathLst>
                <a:path w="0" h="4917791">
                  <a:moveTo>
                    <a:pt x="0" y="49177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320925" y="26310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522564" y="2631053"/>
              <a:ext cx="798361" cy="0"/>
            </a:xfrm>
            <a:custGeom>
              <a:avLst/>
              <a:pathLst>
                <a:path w="798361" h="0">
                  <a:moveTo>
                    <a:pt x="798361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522564" y="26310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4923261" y="48664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4081701" y="4866413"/>
              <a:ext cx="841560" cy="0"/>
            </a:xfrm>
            <a:custGeom>
              <a:avLst/>
              <a:pathLst>
                <a:path w="841560" h="0">
                  <a:moveTo>
                    <a:pt x="84156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4081701" y="48664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1841172" y="2597806"/>
              <a:ext cx="66495" cy="6649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8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4532205" y="4833166"/>
              <a:ext cx="66495" cy="6649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8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352529" y="1289838"/>
              <a:ext cx="0" cy="4917791"/>
            </a:xfrm>
            <a:custGeom>
              <a:avLst/>
              <a:pathLst>
                <a:path w="0" h="4917791">
                  <a:moveTo>
                    <a:pt x="0" y="491779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644962" y="4831849"/>
              <a:ext cx="659739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Habitat breadth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27371" y="2596489"/>
              <a:ext cx="777331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Diet specialization</a:t>
              </a:r>
            </a:p>
          </p:txBody>
        </p:sp>
        <p:sp>
          <p:nvSpPr>
            <p:cNvPr id="21" name="pl20"/>
            <p:cNvSpPr/>
            <p:nvPr/>
          </p:nvSpPr>
          <p:spPr>
            <a:xfrm>
              <a:off x="1325958" y="4866413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325958" y="2631053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352529" y="6207629"/>
              <a:ext cx="3740767" cy="0"/>
            </a:xfrm>
            <a:custGeom>
              <a:avLst/>
              <a:pathLst>
                <a:path w="3740767" h="0">
                  <a:moveTo>
                    <a:pt x="0" y="0"/>
                  </a:moveTo>
                  <a:lnTo>
                    <a:pt x="37407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364965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657354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949742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2297894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590282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882671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385048" y="6372460"/>
              <a:ext cx="1675729" cy="766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4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Spearman rho with species trend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352529" y="1105542"/>
              <a:ext cx="1208196" cy="102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Trait associations</a:t>
              </a:r>
            </a:p>
          </p:txBody>
        </p:sp>
        <p:sp>
          <p:nvSpPr>
            <p:cNvPr id="32" name="rc31"/>
            <p:cNvSpPr/>
            <p:nvPr/>
          </p:nvSpPr>
          <p:spPr>
            <a:xfrm>
              <a:off x="6954689" y="1289838"/>
              <a:ext cx="4725179" cy="49177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7032151" y="1289838"/>
              <a:ext cx="0" cy="4917791"/>
            </a:xfrm>
            <a:custGeom>
              <a:avLst/>
              <a:pathLst>
                <a:path w="0" h="4917791">
                  <a:moveTo>
                    <a:pt x="0" y="49177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7032151" y="3874677"/>
              <a:ext cx="3600121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7032151" y="2675215"/>
              <a:ext cx="3784423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7032151" y="5074138"/>
              <a:ext cx="3534746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7032151" y="3274946"/>
              <a:ext cx="3772072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7032151" y="2075485"/>
              <a:ext cx="3854820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7032151" y="4474408"/>
              <a:ext cx="3594903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7032151" y="5673869"/>
              <a:ext cx="3404961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7032151" y="1475754"/>
              <a:ext cx="3873098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10662639" y="4016183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0846941" y="2816722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10597264" y="5215645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10834590" y="3416453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0917338" y="2216991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10657421" y="4615914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0467479" y="5815375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10935616" y="1617260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50" name="pl49"/>
            <p:cNvSpPr/>
            <p:nvPr/>
          </p:nvSpPr>
          <p:spPr>
            <a:xfrm>
              <a:off x="6954689" y="1289838"/>
              <a:ext cx="0" cy="4917791"/>
            </a:xfrm>
            <a:custGeom>
              <a:avLst/>
              <a:pathLst>
                <a:path w="0" h="4917791">
                  <a:moveTo>
                    <a:pt x="0" y="491779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6252609" y="5813227"/>
              <a:ext cx="654253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Landcover built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346347" y="5213496"/>
              <a:ext cx="1560515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of coldest quarter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6520802" y="4613765"/>
              <a:ext cx="386059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Hfi mean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845244" y="4014034"/>
              <a:ext cx="1061618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Temperature seasonality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641515" y="3414304"/>
              <a:ext cx="1265346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Precipitation of wettest month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764411" y="2814573"/>
              <a:ext cx="1142451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Temperature annual range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6510104" y="2214842"/>
              <a:ext cx="396758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059488" y="1615112"/>
              <a:ext cx="847374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Landcover cropland</a:t>
              </a:r>
            </a:p>
          </p:txBody>
        </p:sp>
        <p:sp>
          <p:nvSpPr>
            <p:cNvPr id="59" name="pl58"/>
            <p:cNvSpPr/>
            <p:nvPr/>
          </p:nvSpPr>
          <p:spPr>
            <a:xfrm>
              <a:off x="6928118" y="5847791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6928118" y="5248060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6928118" y="4648329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6928118" y="4048599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6928118" y="3448868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6928118" y="2849137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6928118" y="2249407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6928118" y="1649676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6954689" y="6207629"/>
              <a:ext cx="4725179" cy="0"/>
            </a:xfrm>
            <a:custGeom>
              <a:avLst/>
              <a:pathLst>
                <a:path w="4725179" h="0">
                  <a:moveTo>
                    <a:pt x="0" y="0"/>
                  </a:moveTo>
                  <a:lnTo>
                    <a:pt x="4725179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7032151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8037509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9042867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0048225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1053583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2"/>
            <p:cNvSpPr/>
            <p:nvPr/>
          </p:nvSpPr>
          <p:spPr>
            <a:xfrm>
              <a:off x="6965079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7970438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8975796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9981154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0986512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8479414" y="6372460"/>
              <a:ext cx="1675729" cy="766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4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Spearman rho with species trend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6954689" y="1105542"/>
              <a:ext cx="2021464" cy="102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Climate-gradient associations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527371" y="795751"/>
              <a:ext cx="45286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Complete-case trait and environmental screens; interpret as association, not causal effect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527371" y="604140"/>
              <a:ext cx="3771168" cy="1078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8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Ecological mechanisms in the 500-species extension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Fig10 driver coefficients 500sp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9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922805" y="1161108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773903" y="1161108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831563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740932" y="1239673"/>
              <a:ext cx="90630" cy="0"/>
            </a:xfrm>
            <a:custGeom>
              <a:avLst/>
              <a:pathLst>
                <a:path w="90630" h="0">
                  <a:moveTo>
                    <a:pt x="9063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740932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3852656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758070" y="1370615"/>
              <a:ext cx="94586" cy="0"/>
            </a:xfrm>
            <a:custGeom>
              <a:avLst/>
              <a:pathLst>
                <a:path w="94586" h="0">
                  <a:moveTo>
                    <a:pt x="9458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758070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837040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777439" y="1501556"/>
              <a:ext cx="59601" cy="0"/>
            </a:xfrm>
            <a:custGeom>
              <a:avLst/>
              <a:pathLst>
                <a:path w="59601" h="0">
                  <a:moveTo>
                    <a:pt x="5960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3777439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819528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3734852" y="1632498"/>
              <a:ext cx="84675" cy="0"/>
            </a:xfrm>
            <a:custGeom>
              <a:avLst/>
              <a:pathLst>
                <a:path w="84675" h="0">
                  <a:moveTo>
                    <a:pt x="8467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734852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784354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745271" y="1763440"/>
              <a:ext cx="39083" cy="0"/>
            </a:xfrm>
            <a:custGeom>
              <a:avLst/>
              <a:pathLst>
                <a:path w="39083" h="0">
                  <a:moveTo>
                    <a:pt x="3908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3745271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828948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740892" y="1894381"/>
              <a:ext cx="88055" cy="0"/>
            </a:xfrm>
            <a:custGeom>
              <a:avLst/>
              <a:pathLst>
                <a:path w="88055" h="0">
                  <a:moveTo>
                    <a:pt x="8805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740892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700659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651068" y="2025323"/>
              <a:ext cx="49591" cy="0"/>
            </a:xfrm>
            <a:custGeom>
              <a:avLst/>
              <a:pathLst>
                <a:path w="49591" h="0">
                  <a:moveTo>
                    <a:pt x="4959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651068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769333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727013" y="2156265"/>
              <a:ext cx="42320" cy="0"/>
            </a:xfrm>
            <a:custGeom>
              <a:avLst/>
              <a:pathLst>
                <a:path w="42320" h="0">
                  <a:moveTo>
                    <a:pt x="4232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727013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5034974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910313" y="2287206"/>
              <a:ext cx="1124661" cy="0"/>
            </a:xfrm>
            <a:custGeom>
              <a:avLst/>
              <a:pathLst>
                <a:path w="1124661" h="0">
                  <a:moveTo>
                    <a:pt x="112466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910313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704523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071004" y="2418148"/>
              <a:ext cx="1633518" cy="0"/>
            </a:xfrm>
            <a:custGeom>
              <a:avLst/>
              <a:pathLst>
                <a:path w="1633518" h="0">
                  <a:moveTo>
                    <a:pt x="163351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2071004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3758783" y="1213323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3779209" y="13442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3780855" y="1475207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3751253" y="16061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3738513" y="17370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3758747" y="1868032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3649196" y="19989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3721999" y="212991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4426279" y="2260857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923462" y="2391798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1922805" y="2859766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3018871" y="2859766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3220253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786243" y="2938331"/>
              <a:ext cx="434009" cy="0"/>
            </a:xfrm>
            <a:custGeom>
              <a:avLst/>
              <a:pathLst>
                <a:path w="434009" h="0">
                  <a:moveTo>
                    <a:pt x="43400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786243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508572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3045585" y="3069273"/>
              <a:ext cx="462986" cy="0"/>
            </a:xfrm>
            <a:custGeom>
              <a:avLst/>
              <a:pathLst>
                <a:path w="462986" h="0">
                  <a:moveTo>
                    <a:pt x="46298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045585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117792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2821094" y="3200214"/>
              <a:ext cx="296698" cy="0"/>
            </a:xfrm>
            <a:custGeom>
              <a:avLst/>
              <a:pathLst>
                <a:path w="296698" h="0">
                  <a:moveTo>
                    <a:pt x="29669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2821094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3324859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2903102" y="3331156"/>
              <a:ext cx="421756" cy="0"/>
            </a:xfrm>
            <a:custGeom>
              <a:avLst/>
              <a:pathLst>
                <a:path w="421756" h="0">
                  <a:moveTo>
                    <a:pt x="42175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2903102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3194180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2993253" y="3462098"/>
              <a:ext cx="200926" cy="0"/>
            </a:xfrm>
            <a:custGeom>
              <a:avLst/>
              <a:pathLst>
                <a:path w="200926" h="0">
                  <a:moveTo>
                    <a:pt x="20092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2993253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3232015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2780336" y="3593039"/>
              <a:ext cx="451678" cy="0"/>
            </a:xfrm>
            <a:custGeom>
              <a:avLst/>
              <a:pathLst>
                <a:path w="451678" h="0">
                  <a:moveTo>
                    <a:pt x="45167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2780336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3290632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3025724" y="3723981"/>
              <a:ext cx="264908" cy="0"/>
            </a:xfrm>
            <a:custGeom>
              <a:avLst/>
              <a:pathLst>
                <a:path w="264908" h="0">
                  <a:moveTo>
                    <a:pt x="26490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3025724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3610032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3387903" y="3854923"/>
              <a:ext cx="222129" cy="0"/>
            </a:xfrm>
            <a:custGeom>
              <a:avLst/>
              <a:pathLst>
                <a:path w="222129" h="0">
                  <a:moveTo>
                    <a:pt x="22212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3387903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3643063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071004" y="3985864"/>
              <a:ext cx="1572059" cy="0"/>
            </a:xfrm>
            <a:custGeom>
              <a:avLst/>
              <a:pathLst>
                <a:path w="1572059" h="0">
                  <a:moveTo>
                    <a:pt x="157205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2071004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5034974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2510936" y="4116806"/>
              <a:ext cx="2524038" cy="0"/>
            </a:xfrm>
            <a:custGeom>
              <a:avLst/>
              <a:pathLst>
                <a:path w="2524038" h="0">
                  <a:moveTo>
                    <a:pt x="252403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2510936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2974028" y="291198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3246886" y="304292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2941627" y="31738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3090729" y="33048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3065670" y="34357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2977231" y="35666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3130680" y="369763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3472285" y="38285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2755393" y="395951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3865609" y="409045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1922805" y="4558424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3765537" y="4558424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3822353" y="46369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3730647" y="4636989"/>
              <a:ext cx="91705" cy="0"/>
            </a:xfrm>
            <a:custGeom>
              <a:avLst/>
              <a:pathLst>
                <a:path w="91705" h="0">
                  <a:moveTo>
                    <a:pt x="9170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3730647" y="46369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3846936" y="47679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3751556" y="4767930"/>
              <a:ext cx="95380" cy="0"/>
            </a:xfrm>
            <a:custGeom>
              <a:avLst/>
              <a:pathLst>
                <a:path w="95380" h="0">
                  <a:moveTo>
                    <a:pt x="9538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3751556" y="47679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3829397" y="48988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3769991" y="4898872"/>
              <a:ext cx="59406" cy="0"/>
            </a:xfrm>
            <a:custGeom>
              <a:avLst/>
              <a:pathLst>
                <a:path w="59406" h="0">
                  <a:moveTo>
                    <a:pt x="5940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3769991" y="48988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3814172" y="5029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3728029" y="5029814"/>
              <a:ext cx="86143" cy="0"/>
            </a:xfrm>
            <a:custGeom>
              <a:avLst/>
              <a:pathLst>
                <a:path w="86143" h="0">
                  <a:moveTo>
                    <a:pt x="8614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3728029" y="5029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777073" y="51607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736842" y="5160755"/>
              <a:ext cx="40230" cy="0"/>
            </a:xfrm>
            <a:custGeom>
              <a:avLst/>
              <a:pathLst>
                <a:path w="40230" h="0">
                  <a:moveTo>
                    <a:pt x="4023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3736842" y="51607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3821026" y="5291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3730802" y="5291697"/>
              <a:ext cx="90223" cy="0"/>
            </a:xfrm>
            <a:custGeom>
              <a:avLst/>
              <a:pathLst>
                <a:path w="90223" h="0">
                  <a:moveTo>
                    <a:pt x="9022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3730802" y="5291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3692662" y="54226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3638422" y="5422639"/>
              <a:ext cx="54239" cy="0"/>
            </a:xfrm>
            <a:custGeom>
              <a:avLst/>
              <a:pathLst>
                <a:path w="54239" h="0">
                  <a:moveTo>
                    <a:pt x="5423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3638422" y="54226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3764641" y="5553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3718670" y="5553580"/>
              <a:ext cx="45971" cy="0"/>
            </a:xfrm>
            <a:custGeom>
              <a:avLst/>
              <a:pathLst>
                <a:path w="45971" h="0">
                  <a:moveTo>
                    <a:pt x="4597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3718670" y="5553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5034974" y="568452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3918407" y="5684522"/>
              <a:ext cx="1116567" cy="0"/>
            </a:xfrm>
            <a:custGeom>
              <a:avLst/>
              <a:pathLst>
                <a:path w="1116567" h="0">
                  <a:moveTo>
                    <a:pt x="111656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3918407" y="568452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3701292" y="58154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2071004" y="5815464"/>
              <a:ext cx="1630288" cy="0"/>
            </a:xfrm>
            <a:custGeom>
              <a:avLst/>
              <a:pathLst>
                <a:path w="1630288" h="0">
                  <a:moveTo>
                    <a:pt x="163028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2071004" y="58154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3750238" y="4610639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3772596" y="474158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3773555" y="4872522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3744240" y="5003464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3730494" y="51344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3749337" y="526534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3639320" y="5396289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3715150" y="552723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4430872" y="5658172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2919204" y="5789114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rc131"/>
            <p:cNvSpPr/>
            <p:nvPr/>
          </p:nvSpPr>
          <p:spPr>
            <a:xfrm>
              <a:off x="5234416" y="1161108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7120463" y="1161108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7122940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7107128" y="1239673"/>
              <a:ext cx="15812" cy="0"/>
            </a:xfrm>
            <a:custGeom>
              <a:avLst/>
              <a:pathLst>
                <a:path w="15812" h="0">
                  <a:moveTo>
                    <a:pt x="1581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7107128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7131513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7115305" y="1370615"/>
              <a:ext cx="16208" cy="0"/>
            </a:xfrm>
            <a:custGeom>
              <a:avLst/>
              <a:pathLst>
                <a:path w="16208" h="0">
                  <a:moveTo>
                    <a:pt x="1620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7115305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7125934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7117110" y="1501556"/>
              <a:ext cx="8824" cy="0"/>
            </a:xfrm>
            <a:custGeom>
              <a:avLst/>
              <a:pathLst>
                <a:path w="8824" h="0">
                  <a:moveTo>
                    <a:pt x="8824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7117110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7125988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7113022" y="1632498"/>
              <a:ext cx="12965" cy="0"/>
            </a:xfrm>
            <a:custGeom>
              <a:avLst/>
              <a:pathLst>
                <a:path w="12965" h="0">
                  <a:moveTo>
                    <a:pt x="1296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7113022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7120176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7114289" y="1763440"/>
              <a:ext cx="5887" cy="0"/>
            </a:xfrm>
            <a:custGeom>
              <a:avLst/>
              <a:pathLst>
                <a:path w="5887" h="0">
                  <a:moveTo>
                    <a:pt x="588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7114289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7128003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7114598" y="1894381"/>
              <a:ext cx="13405" cy="0"/>
            </a:xfrm>
            <a:custGeom>
              <a:avLst/>
              <a:pathLst>
                <a:path w="13405" h="0">
                  <a:moveTo>
                    <a:pt x="1340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7114598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7119709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7111103" y="2025323"/>
              <a:ext cx="8605" cy="0"/>
            </a:xfrm>
            <a:custGeom>
              <a:avLst/>
              <a:pathLst>
                <a:path w="8605" h="0">
                  <a:moveTo>
                    <a:pt x="860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7111103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7119065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7112363" y="2156265"/>
              <a:ext cx="6701" cy="0"/>
            </a:xfrm>
            <a:custGeom>
              <a:avLst/>
              <a:pathLst>
                <a:path w="6701" h="0">
                  <a:moveTo>
                    <a:pt x="670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7112363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8346585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8"/>
            <p:cNvSpPr/>
            <p:nvPr/>
          </p:nvSpPr>
          <p:spPr>
            <a:xfrm>
              <a:off x="6986244" y="2287206"/>
              <a:ext cx="1360340" cy="0"/>
            </a:xfrm>
            <a:custGeom>
              <a:avLst/>
              <a:pathLst>
                <a:path w="1360340" h="0">
                  <a:moveTo>
                    <a:pt x="136034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6986244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7020446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1"/>
            <p:cNvSpPr/>
            <p:nvPr/>
          </p:nvSpPr>
          <p:spPr>
            <a:xfrm>
              <a:off x="5382614" y="2418148"/>
              <a:ext cx="1637832" cy="0"/>
            </a:xfrm>
            <a:custGeom>
              <a:avLst/>
              <a:pathLst>
                <a:path w="1637832" h="0">
                  <a:moveTo>
                    <a:pt x="163783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5382614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7088591" y="1213323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7097114" y="13442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7095165" y="147520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7093122" y="16061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7090907" y="1737090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7095057" y="1868032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7089117" y="19989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7089323" y="212991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7498697" y="226085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6303699" y="2391798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rc173"/>
            <p:cNvSpPr/>
            <p:nvPr/>
          </p:nvSpPr>
          <p:spPr>
            <a:xfrm>
              <a:off x="5234416" y="2859766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7188041" y="2859766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7266025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6"/>
            <p:cNvSpPr/>
            <p:nvPr/>
          </p:nvSpPr>
          <p:spPr>
            <a:xfrm>
              <a:off x="7170173" y="2938331"/>
              <a:ext cx="95851" cy="0"/>
            </a:xfrm>
            <a:custGeom>
              <a:avLst/>
              <a:pathLst>
                <a:path w="95851" h="0">
                  <a:moveTo>
                    <a:pt x="9585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7170173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7235154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79"/>
            <p:cNvSpPr/>
            <p:nvPr/>
          </p:nvSpPr>
          <p:spPr>
            <a:xfrm>
              <a:off x="7135819" y="3069273"/>
              <a:ext cx="99335" cy="0"/>
            </a:xfrm>
            <a:custGeom>
              <a:avLst/>
              <a:pathLst>
                <a:path w="99335" h="0">
                  <a:moveTo>
                    <a:pt x="9933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0"/>
            <p:cNvSpPr/>
            <p:nvPr/>
          </p:nvSpPr>
          <p:spPr>
            <a:xfrm>
              <a:off x="7135819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1"/>
            <p:cNvSpPr/>
            <p:nvPr/>
          </p:nvSpPr>
          <p:spPr>
            <a:xfrm>
              <a:off x="7274707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2"/>
            <p:cNvSpPr/>
            <p:nvPr/>
          </p:nvSpPr>
          <p:spPr>
            <a:xfrm>
              <a:off x="7212323" y="3200214"/>
              <a:ext cx="62383" cy="0"/>
            </a:xfrm>
            <a:custGeom>
              <a:avLst/>
              <a:pathLst>
                <a:path w="62383" h="0">
                  <a:moveTo>
                    <a:pt x="6238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7212323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7205478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5"/>
            <p:cNvSpPr/>
            <p:nvPr/>
          </p:nvSpPr>
          <p:spPr>
            <a:xfrm>
              <a:off x="7117181" y="3331156"/>
              <a:ext cx="88297" cy="0"/>
            </a:xfrm>
            <a:custGeom>
              <a:avLst/>
              <a:pathLst>
                <a:path w="88297" h="0">
                  <a:moveTo>
                    <a:pt x="8829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7117181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7192680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8"/>
            <p:cNvSpPr/>
            <p:nvPr/>
          </p:nvSpPr>
          <p:spPr>
            <a:xfrm>
              <a:off x="7151571" y="3462098"/>
              <a:ext cx="41109" cy="0"/>
            </a:xfrm>
            <a:custGeom>
              <a:avLst/>
              <a:pathLst>
                <a:path w="41109" h="0">
                  <a:moveTo>
                    <a:pt x="4110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7151571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7250715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1"/>
            <p:cNvSpPr/>
            <p:nvPr/>
          </p:nvSpPr>
          <p:spPr>
            <a:xfrm>
              <a:off x="7155748" y="3593039"/>
              <a:ext cx="94966" cy="0"/>
            </a:xfrm>
            <a:custGeom>
              <a:avLst/>
              <a:pathLst>
                <a:path w="94966" h="0">
                  <a:moveTo>
                    <a:pt x="9496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7155748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7079016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7025078" y="3723981"/>
              <a:ext cx="53938" cy="0"/>
            </a:xfrm>
            <a:custGeom>
              <a:avLst/>
              <a:pathLst>
                <a:path w="53938" h="0">
                  <a:moveTo>
                    <a:pt x="5393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7025078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7119316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7072519" y="3854923"/>
              <a:ext cx="46797" cy="0"/>
            </a:xfrm>
            <a:custGeom>
              <a:avLst/>
              <a:pathLst>
                <a:path w="46797" h="0">
                  <a:moveTo>
                    <a:pt x="4679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7072519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8346585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7262972" y="3985864"/>
              <a:ext cx="1083613" cy="0"/>
            </a:xfrm>
            <a:custGeom>
              <a:avLst/>
              <a:pathLst>
                <a:path w="1083613" h="0">
                  <a:moveTo>
                    <a:pt x="108361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7262972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6936907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5382614" y="4116806"/>
              <a:ext cx="1554292" cy="0"/>
            </a:xfrm>
            <a:custGeom>
              <a:avLst/>
              <a:pathLst>
                <a:path w="1554292" h="0">
                  <a:moveTo>
                    <a:pt x="155429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5382614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7191418" y="291198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7158947" y="3042923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7217241" y="317386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7135035" y="33048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7145690" y="34357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7176648" y="35666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7025594" y="369763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7069548" y="38285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7745077" y="395951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6190487" y="4090456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rc215"/>
            <p:cNvSpPr/>
            <p:nvPr/>
          </p:nvSpPr>
          <p:spPr>
            <a:xfrm>
              <a:off x="5234416" y="4558424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7431702" y="4558424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7544270" y="46369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7366073" y="4636989"/>
              <a:ext cx="178197" cy="0"/>
            </a:xfrm>
            <a:custGeom>
              <a:avLst/>
              <a:pathLst>
                <a:path w="178197" h="0">
                  <a:moveTo>
                    <a:pt x="17819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7366073" y="46369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7539817" y="47679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7345546" y="4767930"/>
              <a:ext cx="194270" cy="0"/>
            </a:xfrm>
            <a:custGeom>
              <a:avLst/>
              <a:pathLst>
                <a:path w="194270" h="0">
                  <a:moveTo>
                    <a:pt x="19427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7345546" y="476793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7552794" y="48988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7432224" y="4898872"/>
              <a:ext cx="120569" cy="0"/>
            </a:xfrm>
            <a:custGeom>
              <a:avLst/>
              <a:pathLst>
                <a:path w="120569" h="0">
                  <a:moveTo>
                    <a:pt x="12056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7432224" y="48988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7370807" y="5029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7205604" y="5029814"/>
              <a:ext cx="165202" cy="0"/>
            </a:xfrm>
            <a:custGeom>
              <a:avLst/>
              <a:pathLst>
                <a:path w="165202" h="0">
                  <a:moveTo>
                    <a:pt x="16520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7205604" y="50298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7452709" y="51607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7375628" y="5160755"/>
              <a:ext cx="77081" cy="0"/>
            </a:xfrm>
            <a:custGeom>
              <a:avLst/>
              <a:pathLst>
                <a:path w="77081" h="0">
                  <a:moveTo>
                    <a:pt x="7708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7375628" y="51607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2"/>
            <p:cNvSpPr/>
            <p:nvPr/>
          </p:nvSpPr>
          <p:spPr>
            <a:xfrm>
              <a:off x="7545075" y="5291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7369869" y="5291697"/>
              <a:ext cx="175206" cy="0"/>
            </a:xfrm>
            <a:custGeom>
              <a:avLst/>
              <a:pathLst>
                <a:path w="175206" h="0">
                  <a:moveTo>
                    <a:pt x="17520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7369869" y="52916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7466829" y="54226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7365993" y="5422639"/>
              <a:ext cx="100835" cy="0"/>
            </a:xfrm>
            <a:custGeom>
              <a:avLst/>
              <a:pathLst>
                <a:path w="100835" h="0">
                  <a:moveTo>
                    <a:pt x="10083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7365993" y="54226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7483113" y="5553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7396058" y="5553580"/>
              <a:ext cx="87055" cy="0"/>
            </a:xfrm>
            <a:custGeom>
              <a:avLst/>
              <a:pathLst>
                <a:path w="87055" h="0">
                  <a:moveTo>
                    <a:pt x="8705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7396058" y="5553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1"/>
            <p:cNvSpPr/>
            <p:nvPr/>
          </p:nvSpPr>
          <p:spPr>
            <a:xfrm>
              <a:off x="8346585" y="568452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6766567" y="5684522"/>
              <a:ext cx="1580018" cy="0"/>
            </a:xfrm>
            <a:custGeom>
              <a:avLst/>
              <a:pathLst>
                <a:path w="1580018" h="0">
                  <a:moveTo>
                    <a:pt x="158001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6766567" y="568452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7642670" y="58154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5382614" y="5815464"/>
              <a:ext cx="2260055" cy="0"/>
            </a:xfrm>
            <a:custGeom>
              <a:avLst/>
              <a:pathLst>
                <a:path w="2260055" h="0">
                  <a:moveTo>
                    <a:pt x="226005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5382614" y="58154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7427604" y="4610639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7415447" y="474158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7467081" y="4872522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7261478" y="5003464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7387504" y="51344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7430767" y="526534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7390784" y="5396289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7412789" y="5527231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7439886" y="5658172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6547397" y="5789114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rc257"/>
            <p:cNvSpPr/>
            <p:nvPr/>
          </p:nvSpPr>
          <p:spPr>
            <a:xfrm>
              <a:off x="8546026" y="1161108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pl258"/>
            <p:cNvSpPr/>
            <p:nvPr/>
          </p:nvSpPr>
          <p:spPr>
            <a:xfrm>
              <a:off x="10576008" y="1161108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10571928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10557331" y="1239673"/>
              <a:ext cx="14597" cy="0"/>
            </a:xfrm>
            <a:custGeom>
              <a:avLst/>
              <a:pathLst>
                <a:path w="14597" h="0">
                  <a:moveTo>
                    <a:pt x="1459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10557331" y="12396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10586400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10571432" y="1370615"/>
              <a:ext cx="14967" cy="0"/>
            </a:xfrm>
            <a:custGeom>
              <a:avLst/>
              <a:pathLst>
                <a:path w="14967" h="0">
                  <a:moveTo>
                    <a:pt x="1496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10571432" y="137061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10576871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10568017" y="1501556"/>
              <a:ext cx="8854" cy="0"/>
            </a:xfrm>
            <a:custGeom>
              <a:avLst/>
              <a:pathLst>
                <a:path w="8854" h="0">
                  <a:moveTo>
                    <a:pt x="8854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10568017" y="15015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10587691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10575094" y="1632498"/>
              <a:ext cx="12596" cy="0"/>
            </a:xfrm>
            <a:custGeom>
              <a:avLst/>
              <a:pathLst>
                <a:path w="12596" h="0">
                  <a:moveTo>
                    <a:pt x="1259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10575094" y="16324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10580162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10574443" y="1763440"/>
              <a:ext cx="5719" cy="0"/>
            </a:xfrm>
            <a:custGeom>
              <a:avLst/>
              <a:pathLst>
                <a:path w="5719" h="0">
                  <a:moveTo>
                    <a:pt x="571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10574443" y="176344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10577245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10564026" y="1894381"/>
              <a:ext cx="13218" cy="0"/>
            </a:xfrm>
            <a:custGeom>
              <a:avLst/>
              <a:pathLst>
                <a:path w="13218" h="0">
                  <a:moveTo>
                    <a:pt x="1321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10564026" y="18943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10587613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10579965" y="2025323"/>
              <a:ext cx="7648" cy="0"/>
            </a:xfrm>
            <a:custGeom>
              <a:avLst/>
              <a:pathLst>
                <a:path w="7648" h="0">
                  <a:moveTo>
                    <a:pt x="764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10579965" y="2025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10586388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10579950" y="2156265"/>
              <a:ext cx="6438" cy="0"/>
            </a:xfrm>
            <a:custGeom>
              <a:avLst/>
              <a:pathLst>
                <a:path w="6438" h="0">
                  <a:moveTo>
                    <a:pt x="6438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10579950" y="215626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11658195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9842039" y="2287206"/>
              <a:ext cx="1816156" cy="0"/>
            </a:xfrm>
            <a:custGeom>
              <a:avLst/>
              <a:pathLst>
                <a:path w="1816156" h="0">
                  <a:moveTo>
                    <a:pt x="181615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9842039" y="22872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10730105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8694225" y="2418148"/>
              <a:ext cx="2035879" cy="0"/>
            </a:xfrm>
            <a:custGeom>
              <a:avLst/>
              <a:pathLst>
                <a:path w="2035879" h="0">
                  <a:moveTo>
                    <a:pt x="2035879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8694225" y="241814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10538351" y="121332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10552566" y="13442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10546040" y="147520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10555101" y="160614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10550955" y="17370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10544218" y="1868032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10557448" y="19989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10556804" y="2129915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10632986" y="2260857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10048271" y="2391798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rc299"/>
            <p:cNvSpPr/>
            <p:nvPr/>
          </p:nvSpPr>
          <p:spPr>
            <a:xfrm>
              <a:off x="8546026" y="2859766"/>
              <a:ext cx="3260367" cy="1335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11111237" y="2859766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11099541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10993667" y="2938331"/>
              <a:ext cx="105873" cy="0"/>
            </a:xfrm>
            <a:custGeom>
              <a:avLst/>
              <a:pathLst>
                <a:path w="105873" h="0">
                  <a:moveTo>
                    <a:pt x="10587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10993667" y="2938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4"/>
            <p:cNvSpPr/>
            <p:nvPr/>
          </p:nvSpPr>
          <p:spPr>
            <a:xfrm>
              <a:off x="11199819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5"/>
            <p:cNvSpPr/>
            <p:nvPr/>
          </p:nvSpPr>
          <p:spPr>
            <a:xfrm>
              <a:off x="11091456" y="3069273"/>
              <a:ext cx="108362" cy="0"/>
            </a:xfrm>
            <a:custGeom>
              <a:avLst/>
              <a:pathLst>
                <a:path w="108362" h="0">
                  <a:moveTo>
                    <a:pt x="10836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6"/>
            <p:cNvSpPr/>
            <p:nvPr/>
          </p:nvSpPr>
          <p:spPr>
            <a:xfrm>
              <a:off x="11091456" y="30692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11154387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11084960" y="3200214"/>
              <a:ext cx="69427" cy="0"/>
            </a:xfrm>
            <a:custGeom>
              <a:avLst/>
              <a:pathLst>
                <a:path w="69427" h="0">
                  <a:moveTo>
                    <a:pt x="6942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11084960" y="32002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11167065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1"/>
            <p:cNvSpPr/>
            <p:nvPr/>
          </p:nvSpPr>
          <p:spPr>
            <a:xfrm>
              <a:off x="11066580" y="3331156"/>
              <a:ext cx="100485" cy="0"/>
            </a:xfrm>
            <a:custGeom>
              <a:avLst/>
              <a:pathLst>
                <a:path w="100485" h="0">
                  <a:moveTo>
                    <a:pt x="100485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2"/>
            <p:cNvSpPr/>
            <p:nvPr/>
          </p:nvSpPr>
          <p:spPr>
            <a:xfrm>
              <a:off x="11066580" y="333115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3"/>
            <p:cNvSpPr/>
            <p:nvPr/>
          </p:nvSpPr>
          <p:spPr>
            <a:xfrm>
              <a:off x="11108444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4"/>
            <p:cNvSpPr/>
            <p:nvPr/>
          </p:nvSpPr>
          <p:spPr>
            <a:xfrm>
              <a:off x="11061371" y="3462098"/>
              <a:ext cx="47072" cy="0"/>
            </a:xfrm>
            <a:custGeom>
              <a:avLst/>
              <a:pathLst>
                <a:path w="47072" h="0">
                  <a:moveTo>
                    <a:pt x="47072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5"/>
            <p:cNvSpPr/>
            <p:nvPr/>
          </p:nvSpPr>
          <p:spPr>
            <a:xfrm>
              <a:off x="11061371" y="3462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11156584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11053137" y="3593039"/>
              <a:ext cx="103447" cy="0"/>
            </a:xfrm>
            <a:custGeom>
              <a:avLst/>
              <a:pathLst>
                <a:path w="103447" h="0">
                  <a:moveTo>
                    <a:pt x="103447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8"/>
            <p:cNvSpPr/>
            <p:nvPr/>
          </p:nvSpPr>
          <p:spPr>
            <a:xfrm>
              <a:off x="11053137" y="35930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19"/>
            <p:cNvSpPr/>
            <p:nvPr/>
          </p:nvSpPr>
          <p:spPr>
            <a:xfrm>
              <a:off x="10841479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10781882" y="3723981"/>
              <a:ext cx="59596" cy="0"/>
            </a:xfrm>
            <a:custGeom>
              <a:avLst/>
              <a:pathLst>
                <a:path w="59596" h="0">
                  <a:moveTo>
                    <a:pt x="59596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1"/>
            <p:cNvSpPr/>
            <p:nvPr/>
          </p:nvSpPr>
          <p:spPr>
            <a:xfrm>
              <a:off x="10781882" y="372398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10974631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10923216" y="3854923"/>
              <a:ext cx="51414" cy="0"/>
            </a:xfrm>
            <a:custGeom>
              <a:avLst/>
              <a:pathLst>
                <a:path w="51414" h="0">
                  <a:moveTo>
                    <a:pt x="51414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4"/>
            <p:cNvSpPr/>
            <p:nvPr/>
          </p:nvSpPr>
          <p:spPr>
            <a:xfrm>
              <a:off x="10923216" y="38549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5"/>
            <p:cNvSpPr/>
            <p:nvPr/>
          </p:nvSpPr>
          <p:spPr>
            <a:xfrm>
              <a:off x="11658195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6"/>
            <p:cNvSpPr/>
            <p:nvPr/>
          </p:nvSpPr>
          <p:spPr>
            <a:xfrm>
              <a:off x="10602234" y="3985864"/>
              <a:ext cx="1055961" cy="0"/>
            </a:xfrm>
            <a:custGeom>
              <a:avLst/>
              <a:pathLst>
                <a:path w="1055961" h="0">
                  <a:moveTo>
                    <a:pt x="1055961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7"/>
            <p:cNvSpPr/>
            <p:nvPr/>
          </p:nvSpPr>
          <p:spPr>
            <a:xfrm>
              <a:off x="10602234" y="39858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8"/>
            <p:cNvSpPr/>
            <p:nvPr/>
          </p:nvSpPr>
          <p:spPr>
            <a:xfrm>
              <a:off x="10562099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29"/>
            <p:cNvSpPr/>
            <p:nvPr/>
          </p:nvSpPr>
          <p:spPr>
            <a:xfrm>
              <a:off x="8694225" y="4116806"/>
              <a:ext cx="1867873" cy="0"/>
            </a:xfrm>
            <a:custGeom>
              <a:avLst/>
              <a:pathLst>
                <a:path w="1867873" h="0">
                  <a:moveTo>
                    <a:pt x="1867873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0"/>
            <p:cNvSpPr/>
            <p:nvPr/>
          </p:nvSpPr>
          <p:spPr>
            <a:xfrm>
              <a:off x="8694225" y="411680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11019919" y="291198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11118621" y="3042923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11093462" y="317386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11090330" y="3304806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11058526" y="3435748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11078667" y="3566690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10785357" y="3697631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10922571" y="3828573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11023953" y="3959515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9777276" y="4090456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rc341"/>
            <p:cNvSpPr/>
            <p:nvPr/>
          </p:nvSpPr>
          <p:spPr>
            <a:xfrm>
              <a:off x="1922805" y="4379783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tx342"/>
            <p:cNvSpPr/>
            <p:nvPr/>
          </p:nvSpPr>
          <p:spPr>
            <a:xfrm>
              <a:off x="2864812" y="4432116"/>
              <a:ext cx="1376354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Phylogenetic diversity trend</a:t>
              </a:r>
            </a:p>
          </p:txBody>
        </p:sp>
        <p:sp>
          <p:nvSpPr>
            <p:cNvPr id="344" name="rc343"/>
            <p:cNvSpPr/>
            <p:nvPr/>
          </p:nvSpPr>
          <p:spPr>
            <a:xfrm>
              <a:off x="5234416" y="4379783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tx344"/>
            <p:cNvSpPr/>
            <p:nvPr/>
          </p:nvSpPr>
          <p:spPr>
            <a:xfrm>
              <a:off x="6501949" y="4432116"/>
              <a:ext cx="725302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Shannon trend</a:t>
              </a:r>
            </a:p>
          </p:txBody>
        </p:sp>
        <p:sp>
          <p:nvSpPr>
            <p:cNvPr id="346" name="rc345"/>
            <p:cNvSpPr/>
            <p:nvPr/>
          </p:nvSpPr>
          <p:spPr>
            <a:xfrm>
              <a:off x="1922805" y="2681125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tx346"/>
            <p:cNvSpPr/>
            <p:nvPr/>
          </p:nvSpPr>
          <p:spPr>
            <a:xfrm>
              <a:off x="2924796" y="2733458"/>
              <a:ext cx="1256385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Functional richness trend</a:t>
              </a:r>
            </a:p>
          </p:txBody>
        </p:sp>
        <p:sp>
          <p:nvSpPr>
            <p:cNvPr id="348" name="rc347"/>
            <p:cNvSpPr/>
            <p:nvPr/>
          </p:nvSpPr>
          <p:spPr>
            <a:xfrm>
              <a:off x="5234416" y="2681125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tx348"/>
            <p:cNvSpPr/>
            <p:nvPr/>
          </p:nvSpPr>
          <p:spPr>
            <a:xfrm>
              <a:off x="6310610" y="2733458"/>
              <a:ext cx="1107978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Inverse Simpson trend</a:t>
              </a:r>
            </a:p>
          </p:txBody>
        </p:sp>
        <p:sp>
          <p:nvSpPr>
            <p:cNvPr id="350" name="rc349"/>
            <p:cNvSpPr/>
            <p:nvPr/>
          </p:nvSpPr>
          <p:spPr>
            <a:xfrm>
              <a:off x="8546026" y="2681125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tx350"/>
            <p:cNvSpPr/>
            <p:nvPr/>
          </p:nvSpPr>
          <p:spPr>
            <a:xfrm>
              <a:off x="9348129" y="2733458"/>
              <a:ext cx="1656161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Mean phylogenetic distance trend</a:t>
              </a:r>
            </a:p>
          </p:txBody>
        </p:sp>
        <p:sp>
          <p:nvSpPr>
            <p:cNvPr id="352" name="rc351"/>
            <p:cNvSpPr/>
            <p:nvPr/>
          </p:nvSpPr>
          <p:spPr>
            <a:xfrm>
              <a:off x="1922805" y="982467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tx352"/>
            <p:cNvSpPr/>
            <p:nvPr/>
          </p:nvSpPr>
          <p:spPr>
            <a:xfrm>
              <a:off x="3181743" y="1034800"/>
              <a:ext cx="742492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Richness trend</a:t>
              </a:r>
            </a:p>
          </p:txBody>
        </p:sp>
        <p:sp>
          <p:nvSpPr>
            <p:cNvPr id="354" name="rc353"/>
            <p:cNvSpPr/>
            <p:nvPr/>
          </p:nvSpPr>
          <p:spPr>
            <a:xfrm>
              <a:off x="5234416" y="982467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tx354"/>
            <p:cNvSpPr/>
            <p:nvPr/>
          </p:nvSpPr>
          <p:spPr>
            <a:xfrm>
              <a:off x="6187898" y="1034800"/>
              <a:ext cx="1353403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Functional dispersion trend</a:t>
              </a:r>
            </a:p>
          </p:txBody>
        </p:sp>
        <p:sp>
          <p:nvSpPr>
            <p:cNvPr id="356" name="rc355"/>
            <p:cNvSpPr/>
            <p:nvPr/>
          </p:nvSpPr>
          <p:spPr>
            <a:xfrm>
              <a:off x="8546026" y="982467"/>
              <a:ext cx="3260367" cy="178640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tx356"/>
            <p:cNvSpPr/>
            <p:nvPr/>
          </p:nvSpPr>
          <p:spPr>
            <a:xfrm>
              <a:off x="9525112" y="1034800"/>
              <a:ext cx="1302197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Functional evenness trend</a:t>
              </a:r>
            </a:p>
          </p:txBody>
        </p:sp>
        <p:sp>
          <p:nvSpPr>
            <p:cNvPr id="358" name="pl357"/>
            <p:cNvSpPr/>
            <p:nvPr/>
          </p:nvSpPr>
          <p:spPr>
            <a:xfrm>
              <a:off x="1922805" y="5894029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8"/>
            <p:cNvSpPr/>
            <p:nvPr/>
          </p:nvSpPr>
          <p:spPr>
            <a:xfrm>
              <a:off x="2279254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59"/>
            <p:cNvSpPr/>
            <p:nvPr/>
          </p:nvSpPr>
          <p:spPr>
            <a:xfrm>
              <a:off x="3022396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3765537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1"/>
            <p:cNvSpPr/>
            <p:nvPr/>
          </p:nvSpPr>
          <p:spPr>
            <a:xfrm>
              <a:off x="4508679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tx362"/>
            <p:cNvSpPr/>
            <p:nvPr/>
          </p:nvSpPr>
          <p:spPr>
            <a:xfrm>
              <a:off x="2134916" y="5940147"/>
              <a:ext cx="288676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-20000</a:t>
              </a:r>
            </a:p>
          </p:txBody>
        </p:sp>
        <p:sp>
          <p:nvSpPr>
            <p:cNvPr id="364" name="tx363"/>
            <p:cNvSpPr/>
            <p:nvPr/>
          </p:nvSpPr>
          <p:spPr>
            <a:xfrm>
              <a:off x="2878058" y="5940147"/>
              <a:ext cx="288676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-10000</a:t>
              </a:r>
            </a:p>
          </p:txBody>
        </p:sp>
        <p:sp>
          <p:nvSpPr>
            <p:cNvPr id="365" name="tx364"/>
            <p:cNvSpPr/>
            <p:nvPr/>
          </p:nvSpPr>
          <p:spPr>
            <a:xfrm>
              <a:off x="3739751" y="5940147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66" name="tx365"/>
            <p:cNvSpPr/>
            <p:nvPr/>
          </p:nvSpPr>
          <p:spPr>
            <a:xfrm>
              <a:off x="4379749" y="5940147"/>
              <a:ext cx="25786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10000</a:t>
              </a:r>
            </a:p>
          </p:txBody>
        </p:sp>
        <p:sp>
          <p:nvSpPr>
            <p:cNvPr id="367" name="pl366"/>
            <p:cNvSpPr/>
            <p:nvPr/>
          </p:nvSpPr>
          <p:spPr>
            <a:xfrm>
              <a:off x="5234416" y="5894029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7"/>
            <p:cNvSpPr/>
            <p:nvPr/>
          </p:nvSpPr>
          <p:spPr>
            <a:xfrm>
              <a:off x="5490417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8"/>
            <p:cNvSpPr/>
            <p:nvPr/>
          </p:nvSpPr>
          <p:spPr>
            <a:xfrm>
              <a:off x="6461059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69"/>
            <p:cNvSpPr/>
            <p:nvPr/>
          </p:nvSpPr>
          <p:spPr>
            <a:xfrm>
              <a:off x="7431702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0"/>
            <p:cNvSpPr/>
            <p:nvPr/>
          </p:nvSpPr>
          <p:spPr>
            <a:xfrm>
              <a:off x="8402344" y="5894029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tx371"/>
            <p:cNvSpPr/>
            <p:nvPr/>
          </p:nvSpPr>
          <p:spPr>
            <a:xfrm>
              <a:off x="5358972" y="5940147"/>
              <a:ext cx="26289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-0.010</a:t>
              </a:r>
            </a:p>
          </p:txBody>
        </p:sp>
        <p:sp>
          <p:nvSpPr>
            <p:cNvPr id="373" name="tx372"/>
            <p:cNvSpPr/>
            <p:nvPr/>
          </p:nvSpPr>
          <p:spPr>
            <a:xfrm>
              <a:off x="6329614" y="5940147"/>
              <a:ext cx="26289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-0.005</a:t>
              </a:r>
            </a:p>
          </p:txBody>
        </p:sp>
        <p:sp>
          <p:nvSpPr>
            <p:cNvPr id="374" name="tx373"/>
            <p:cNvSpPr/>
            <p:nvPr/>
          </p:nvSpPr>
          <p:spPr>
            <a:xfrm>
              <a:off x="7315664" y="5940147"/>
              <a:ext cx="232074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375" name="tx374"/>
            <p:cNvSpPr/>
            <p:nvPr/>
          </p:nvSpPr>
          <p:spPr>
            <a:xfrm>
              <a:off x="8286307" y="5940147"/>
              <a:ext cx="232074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376" name="pl375"/>
            <p:cNvSpPr/>
            <p:nvPr/>
          </p:nvSpPr>
          <p:spPr>
            <a:xfrm>
              <a:off x="1922805" y="4195371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6"/>
            <p:cNvSpPr/>
            <p:nvPr/>
          </p:nvSpPr>
          <p:spPr>
            <a:xfrm>
              <a:off x="2070855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7"/>
            <p:cNvSpPr/>
            <p:nvPr/>
          </p:nvSpPr>
          <p:spPr>
            <a:xfrm>
              <a:off x="3018871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8"/>
            <p:cNvSpPr/>
            <p:nvPr/>
          </p:nvSpPr>
          <p:spPr>
            <a:xfrm>
              <a:off x="3966888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79"/>
            <p:cNvSpPr/>
            <p:nvPr/>
          </p:nvSpPr>
          <p:spPr>
            <a:xfrm>
              <a:off x="4914904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tx380"/>
            <p:cNvSpPr/>
            <p:nvPr/>
          </p:nvSpPr>
          <p:spPr>
            <a:xfrm>
              <a:off x="1990982" y="4241489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-0.1</a:t>
              </a:r>
            </a:p>
          </p:txBody>
        </p:sp>
        <p:sp>
          <p:nvSpPr>
            <p:cNvPr id="382" name="tx381"/>
            <p:cNvSpPr/>
            <p:nvPr/>
          </p:nvSpPr>
          <p:spPr>
            <a:xfrm>
              <a:off x="2954406" y="4241489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83" name="tx382"/>
            <p:cNvSpPr/>
            <p:nvPr/>
          </p:nvSpPr>
          <p:spPr>
            <a:xfrm>
              <a:off x="3902423" y="4241489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384" name="tx383"/>
            <p:cNvSpPr/>
            <p:nvPr/>
          </p:nvSpPr>
          <p:spPr>
            <a:xfrm>
              <a:off x="4850439" y="4241489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385" name="pl384"/>
            <p:cNvSpPr/>
            <p:nvPr/>
          </p:nvSpPr>
          <p:spPr>
            <a:xfrm>
              <a:off x="5234416" y="4195371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5"/>
            <p:cNvSpPr/>
            <p:nvPr/>
          </p:nvSpPr>
          <p:spPr>
            <a:xfrm>
              <a:off x="5497915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6"/>
            <p:cNvSpPr/>
            <p:nvPr/>
          </p:nvSpPr>
          <p:spPr>
            <a:xfrm>
              <a:off x="6342978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7"/>
            <p:cNvSpPr/>
            <p:nvPr/>
          </p:nvSpPr>
          <p:spPr>
            <a:xfrm>
              <a:off x="7188041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8"/>
            <p:cNvSpPr/>
            <p:nvPr/>
          </p:nvSpPr>
          <p:spPr>
            <a:xfrm>
              <a:off x="8033103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tx389"/>
            <p:cNvSpPr/>
            <p:nvPr/>
          </p:nvSpPr>
          <p:spPr>
            <a:xfrm>
              <a:off x="5456721" y="4241489"/>
              <a:ext cx="8238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-4</a:t>
              </a:r>
            </a:p>
          </p:txBody>
        </p:sp>
        <p:sp>
          <p:nvSpPr>
            <p:cNvPr id="391" name="tx390"/>
            <p:cNvSpPr/>
            <p:nvPr/>
          </p:nvSpPr>
          <p:spPr>
            <a:xfrm>
              <a:off x="6301784" y="4241489"/>
              <a:ext cx="8238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392" name="tx391"/>
            <p:cNvSpPr/>
            <p:nvPr/>
          </p:nvSpPr>
          <p:spPr>
            <a:xfrm>
              <a:off x="7162255" y="4241489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3" name="tx392"/>
            <p:cNvSpPr/>
            <p:nvPr/>
          </p:nvSpPr>
          <p:spPr>
            <a:xfrm>
              <a:off x="8007317" y="4241489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4" name="pl393"/>
            <p:cNvSpPr/>
            <p:nvPr/>
          </p:nvSpPr>
          <p:spPr>
            <a:xfrm>
              <a:off x="8546026" y="4195371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4"/>
            <p:cNvSpPr/>
            <p:nvPr/>
          </p:nvSpPr>
          <p:spPr>
            <a:xfrm>
              <a:off x="8592927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5"/>
            <p:cNvSpPr/>
            <p:nvPr/>
          </p:nvSpPr>
          <p:spPr>
            <a:xfrm>
              <a:off x="9432363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6"/>
            <p:cNvSpPr/>
            <p:nvPr/>
          </p:nvSpPr>
          <p:spPr>
            <a:xfrm>
              <a:off x="10271800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7"/>
            <p:cNvSpPr/>
            <p:nvPr/>
          </p:nvSpPr>
          <p:spPr>
            <a:xfrm>
              <a:off x="11111237" y="4195371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tx398"/>
            <p:cNvSpPr/>
            <p:nvPr/>
          </p:nvSpPr>
          <p:spPr>
            <a:xfrm>
              <a:off x="8513054" y="4241489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-1.2</a:t>
              </a:r>
            </a:p>
          </p:txBody>
        </p:sp>
        <p:sp>
          <p:nvSpPr>
            <p:cNvPr id="400" name="tx399"/>
            <p:cNvSpPr/>
            <p:nvPr/>
          </p:nvSpPr>
          <p:spPr>
            <a:xfrm>
              <a:off x="9352490" y="4241489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-0.8</a:t>
              </a:r>
            </a:p>
          </p:txBody>
        </p:sp>
        <p:sp>
          <p:nvSpPr>
            <p:cNvPr id="401" name="tx400"/>
            <p:cNvSpPr/>
            <p:nvPr/>
          </p:nvSpPr>
          <p:spPr>
            <a:xfrm>
              <a:off x="10191927" y="4241489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-0.4</a:t>
              </a:r>
            </a:p>
          </p:txBody>
        </p:sp>
        <p:sp>
          <p:nvSpPr>
            <p:cNvPr id="402" name="tx401"/>
            <p:cNvSpPr/>
            <p:nvPr/>
          </p:nvSpPr>
          <p:spPr>
            <a:xfrm>
              <a:off x="11046772" y="4241489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403" name="pl402"/>
            <p:cNvSpPr/>
            <p:nvPr/>
          </p:nvSpPr>
          <p:spPr>
            <a:xfrm>
              <a:off x="1922805" y="2496713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3"/>
            <p:cNvSpPr/>
            <p:nvPr/>
          </p:nvSpPr>
          <p:spPr>
            <a:xfrm>
              <a:off x="247144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4"/>
            <p:cNvSpPr/>
            <p:nvPr/>
          </p:nvSpPr>
          <p:spPr>
            <a:xfrm>
              <a:off x="312267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5"/>
            <p:cNvSpPr/>
            <p:nvPr/>
          </p:nvSpPr>
          <p:spPr>
            <a:xfrm>
              <a:off x="377390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6"/>
            <p:cNvSpPr/>
            <p:nvPr/>
          </p:nvSpPr>
          <p:spPr>
            <a:xfrm>
              <a:off x="442513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7"/>
            <p:cNvSpPr/>
            <p:nvPr/>
          </p:nvSpPr>
          <p:spPr>
            <a:xfrm>
              <a:off x="507636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tx408"/>
            <p:cNvSpPr/>
            <p:nvPr/>
          </p:nvSpPr>
          <p:spPr>
            <a:xfrm>
              <a:off x="2430249" y="2542832"/>
              <a:ext cx="8238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-4</a:t>
              </a:r>
            </a:p>
          </p:txBody>
        </p:sp>
        <p:sp>
          <p:nvSpPr>
            <p:cNvPr id="410" name="tx409"/>
            <p:cNvSpPr/>
            <p:nvPr/>
          </p:nvSpPr>
          <p:spPr>
            <a:xfrm>
              <a:off x="3081479" y="2542832"/>
              <a:ext cx="8238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411" name="tx410"/>
            <p:cNvSpPr/>
            <p:nvPr/>
          </p:nvSpPr>
          <p:spPr>
            <a:xfrm>
              <a:off x="3748117" y="2542832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2" name="tx411"/>
            <p:cNvSpPr/>
            <p:nvPr/>
          </p:nvSpPr>
          <p:spPr>
            <a:xfrm>
              <a:off x="4399347" y="2542832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3" name="tx412"/>
            <p:cNvSpPr/>
            <p:nvPr/>
          </p:nvSpPr>
          <p:spPr>
            <a:xfrm>
              <a:off x="5050576" y="2542832"/>
              <a:ext cx="5157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4" name="pl413"/>
            <p:cNvSpPr/>
            <p:nvPr/>
          </p:nvSpPr>
          <p:spPr>
            <a:xfrm>
              <a:off x="5234416" y="2496713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4"/>
            <p:cNvSpPr/>
            <p:nvPr/>
          </p:nvSpPr>
          <p:spPr>
            <a:xfrm>
              <a:off x="5474900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5"/>
            <p:cNvSpPr/>
            <p:nvPr/>
          </p:nvSpPr>
          <p:spPr>
            <a:xfrm>
              <a:off x="6297681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6"/>
            <p:cNvSpPr/>
            <p:nvPr/>
          </p:nvSpPr>
          <p:spPr>
            <a:xfrm>
              <a:off x="7120463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7"/>
            <p:cNvSpPr/>
            <p:nvPr/>
          </p:nvSpPr>
          <p:spPr>
            <a:xfrm>
              <a:off x="7943244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tx418"/>
            <p:cNvSpPr/>
            <p:nvPr/>
          </p:nvSpPr>
          <p:spPr>
            <a:xfrm>
              <a:off x="5395027" y="2542832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-0.2</a:t>
              </a:r>
            </a:p>
          </p:txBody>
        </p:sp>
        <p:sp>
          <p:nvSpPr>
            <p:cNvPr id="420" name="tx419"/>
            <p:cNvSpPr/>
            <p:nvPr/>
          </p:nvSpPr>
          <p:spPr>
            <a:xfrm>
              <a:off x="6217808" y="2542832"/>
              <a:ext cx="159745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-0.1</a:t>
              </a:r>
            </a:p>
          </p:txBody>
        </p:sp>
        <p:sp>
          <p:nvSpPr>
            <p:cNvPr id="421" name="tx420"/>
            <p:cNvSpPr/>
            <p:nvPr/>
          </p:nvSpPr>
          <p:spPr>
            <a:xfrm>
              <a:off x="7055998" y="2542832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422" name="tx421"/>
            <p:cNvSpPr/>
            <p:nvPr/>
          </p:nvSpPr>
          <p:spPr>
            <a:xfrm>
              <a:off x="7878779" y="2542832"/>
              <a:ext cx="128930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423" name="pl422"/>
            <p:cNvSpPr/>
            <p:nvPr/>
          </p:nvSpPr>
          <p:spPr>
            <a:xfrm>
              <a:off x="8546026" y="2496713"/>
              <a:ext cx="3260367" cy="0"/>
            </a:xfrm>
            <a:custGeom>
              <a:avLst/>
              <a:pathLst>
                <a:path w="3260367" h="0">
                  <a:moveTo>
                    <a:pt x="0" y="0"/>
                  </a:moveTo>
                  <a:lnTo>
                    <a:pt x="32603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3"/>
            <p:cNvSpPr/>
            <p:nvPr/>
          </p:nvSpPr>
          <p:spPr>
            <a:xfrm>
              <a:off x="8738386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4"/>
            <p:cNvSpPr/>
            <p:nvPr/>
          </p:nvSpPr>
          <p:spPr>
            <a:xfrm>
              <a:off x="9350927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5"/>
            <p:cNvSpPr/>
            <p:nvPr/>
          </p:nvSpPr>
          <p:spPr>
            <a:xfrm>
              <a:off x="9963467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6"/>
            <p:cNvSpPr/>
            <p:nvPr/>
          </p:nvSpPr>
          <p:spPr>
            <a:xfrm>
              <a:off x="10576008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7"/>
            <p:cNvSpPr/>
            <p:nvPr/>
          </p:nvSpPr>
          <p:spPr>
            <a:xfrm>
              <a:off x="11188549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8"/>
            <p:cNvSpPr/>
            <p:nvPr/>
          </p:nvSpPr>
          <p:spPr>
            <a:xfrm>
              <a:off x="11801090" y="2496713"/>
              <a:ext cx="0" cy="25621"/>
            </a:xfrm>
            <a:custGeom>
              <a:avLst/>
              <a:pathLst>
                <a:path w="0" h="25621">
                  <a:moveTo>
                    <a:pt x="0" y="25621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tx429"/>
            <p:cNvSpPr/>
            <p:nvPr/>
          </p:nvSpPr>
          <p:spPr>
            <a:xfrm>
              <a:off x="8632727" y="2542832"/>
              <a:ext cx="21131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-0.06</a:t>
              </a:r>
            </a:p>
          </p:txBody>
        </p:sp>
        <p:sp>
          <p:nvSpPr>
            <p:cNvPr id="431" name="tx430"/>
            <p:cNvSpPr/>
            <p:nvPr/>
          </p:nvSpPr>
          <p:spPr>
            <a:xfrm>
              <a:off x="9245268" y="2542832"/>
              <a:ext cx="21131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-0.04</a:t>
              </a:r>
            </a:p>
          </p:txBody>
        </p:sp>
        <p:sp>
          <p:nvSpPr>
            <p:cNvPr id="432" name="tx431"/>
            <p:cNvSpPr/>
            <p:nvPr/>
          </p:nvSpPr>
          <p:spPr>
            <a:xfrm>
              <a:off x="9857808" y="2542832"/>
              <a:ext cx="21131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-0.02</a:t>
              </a:r>
            </a:p>
          </p:txBody>
        </p:sp>
        <p:sp>
          <p:nvSpPr>
            <p:cNvPr id="433" name="tx432"/>
            <p:cNvSpPr/>
            <p:nvPr/>
          </p:nvSpPr>
          <p:spPr>
            <a:xfrm>
              <a:off x="10485757" y="2542832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434" name="tx433"/>
            <p:cNvSpPr/>
            <p:nvPr/>
          </p:nvSpPr>
          <p:spPr>
            <a:xfrm>
              <a:off x="11098298" y="2542832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435" name="tx434"/>
            <p:cNvSpPr/>
            <p:nvPr/>
          </p:nvSpPr>
          <p:spPr>
            <a:xfrm>
              <a:off x="11710838" y="2542832"/>
              <a:ext cx="18050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436" name="pl435"/>
            <p:cNvSpPr/>
            <p:nvPr/>
          </p:nvSpPr>
          <p:spPr>
            <a:xfrm>
              <a:off x="1922805" y="1161108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tx436"/>
            <p:cNvSpPr/>
            <p:nvPr/>
          </p:nvSpPr>
          <p:spPr>
            <a:xfrm>
              <a:off x="1551983" y="2385367"/>
              <a:ext cx="32470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438" name="tx437"/>
            <p:cNvSpPr/>
            <p:nvPr/>
          </p:nvSpPr>
          <p:spPr>
            <a:xfrm>
              <a:off x="1475814" y="2254425"/>
              <a:ext cx="40087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439" name="tx438"/>
            <p:cNvSpPr/>
            <p:nvPr/>
          </p:nvSpPr>
          <p:spPr>
            <a:xfrm>
              <a:off x="1501234" y="2123483"/>
              <a:ext cx="37545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</a:t>
              </a:r>
            </a:p>
          </p:txBody>
        </p:sp>
        <p:sp>
          <p:nvSpPr>
            <p:cNvPr id="440" name="tx439"/>
            <p:cNvSpPr/>
            <p:nvPr/>
          </p:nvSpPr>
          <p:spPr>
            <a:xfrm>
              <a:off x="400845" y="1992542"/>
              <a:ext cx="1475841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of coldest quarter</a:t>
              </a:r>
            </a:p>
          </p:txBody>
        </p:sp>
        <p:sp>
          <p:nvSpPr>
            <p:cNvPr id="441" name="tx440"/>
            <p:cNvSpPr/>
            <p:nvPr/>
          </p:nvSpPr>
          <p:spPr>
            <a:xfrm>
              <a:off x="902759" y="1861600"/>
              <a:ext cx="97392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footprint change</a:t>
              </a:r>
            </a:p>
          </p:txBody>
        </p:sp>
        <p:sp>
          <p:nvSpPr>
            <p:cNvPr id="442" name="tx441"/>
            <p:cNvSpPr/>
            <p:nvPr/>
          </p:nvSpPr>
          <p:spPr>
            <a:xfrm>
              <a:off x="1359319" y="1730658"/>
              <a:ext cx="5173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natural</a:t>
              </a:r>
            </a:p>
          </p:txBody>
        </p:sp>
        <p:sp>
          <p:nvSpPr>
            <p:cNvPr id="443" name="tx442"/>
            <p:cNvSpPr/>
            <p:nvPr/>
          </p:nvSpPr>
          <p:spPr>
            <a:xfrm>
              <a:off x="1197013" y="1599717"/>
              <a:ext cx="67967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impervious</a:t>
              </a:r>
            </a:p>
          </p:txBody>
        </p:sp>
        <p:sp>
          <p:nvSpPr>
            <p:cNvPr id="444" name="tx443"/>
            <p:cNvSpPr/>
            <p:nvPr/>
          </p:nvSpPr>
          <p:spPr>
            <a:xfrm>
              <a:off x="1039919" y="1468775"/>
              <a:ext cx="8367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Forest-cover change</a:t>
              </a:r>
            </a:p>
          </p:txBody>
        </p:sp>
        <p:sp>
          <p:nvSpPr>
            <p:cNvPr id="445" name="tx444"/>
            <p:cNvSpPr/>
            <p:nvPr/>
          </p:nvSpPr>
          <p:spPr>
            <a:xfrm>
              <a:off x="857222" y="1337833"/>
              <a:ext cx="1019464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Thermal-extreme change</a:t>
              </a:r>
            </a:p>
          </p:txBody>
        </p:sp>
        <p:sp>
          <p:nvSpPr>
            <p:cNvPr id="446" name="tx445"/>
            <p:cNvSpPr/>
            <p:nvPr/>
          </p:nvSpPr>
          <p:spPr>
            <a:xfrm>
              <a:off x="806381" y="1206892"/>
              <a:ext cx="1070305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change</a:t>
              </a:r>
            </a:p>
          </p:txBody>
        </p:sp>
        <p:sp>
          <p:nvSpPr>
            <p:cNvPr id="447" name="pl446"/>
            <p:cNvSpPr/>
            <p:nvPr/>
          </p:nvSpPr>
          <p:spPr>
            <a:xfrm>
              <a:off x="1897184" y="2418148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7"/>
            <p:cNvSpPr/>
            <p:nvPr/>
          </p:nvSpPr>
          <p:spPr>
            <a:xfrm>
              <a:off x="1897184" y="228720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8"/>
            <p:cNvSpPr/>
            <p:nvPr/>
          </p:nvSpPr>
          <p:spPr>
            <a:xfrm>
              <a:off x="1897184" y="2156265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49"/>
            <p:cNvSpPr/>
            <p:nvPr/>
          </p:nvSpPr>
          <p:spPr>
            <a:xfrm>
              <a:off x="1897184" y="202532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0"/>
            <p:cNvSpPr/>
            <p:nvPr/>
          </p:nvSpPr>
          <p:spPr>
            <a:xfrm>
              <a:off x="1897184" y="189438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1"/>
            <p:cNvSpPr/>
            <p:nvPr/>
          </p:nvSpPr>
          <p:spPr>
            <a:xfrm>
              <a:off x="1897184" y="1763440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2"/>
            <p:cNvSpPr/>
            <p:nvPr/>
          </p:nvSpPr>
          <p:spPr>
            <a:xfrm>
              <a:off x="1897184" y="1632498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3"/>
            <p:cNvSpPr/>
            <p:nvPr/>
          </p:nvSpPr>
          <p:spPr>
            <a:xfrm>
              <a:off x="1897184" y="150155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4"/>
            <p:cNvSpPr/>
            <p:nvPr/>
          </p:nvSpPr>
          <p:spPr>
            <a:xfrm>
              <a:off x="1897184" y="1370615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5"/>
            <p:cNvSpPr/>
            <p:nvPr/>
          </p:nvSpPr>
          <p:spPr>
            <a:xfrm>
              <a:off x="1897184" y="123967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6"/>
            <p:cNvSpPr/>
            <p:nvPr/>
          </p:nvSpPr>
          <p:spPr>
            <a:xfrm>
              <a:off x="1922805" y="2859766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tx457"/>
            <p:cNvSpPr/>
            <p:nvPr/>
          </p:nvSpPr>
          <p:spPr>
            <a:xfrm>
              <a:off x="1551983" y="4084025"/>
              <a:ext cx="32470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459" name="tx458"/>
            <p:cNvSpPr/>
            <p:nvPr/>
          </p:nvSpPr>
          <p:spPr>
            <a:xfrm>
              <a:off x="1475814" y="3953083"/>
              <a:ext cx="40087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460" name="tx459"/>
            <p:cNvSpPr/>
            <p:nvPr/>
          </p:nvSpPr>
          <p:spPr>
            <a:xfrm>
              <a:off x="1501234" y="3822141"/>
              <a:ext cx="37545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</a:t>
              </a:r>
            </a:p>
          </p:txBody>
        </p:sp>
        <p:sp>
          <p:nvSpPr>
            <p:cNvPr id="461" name="tx460"/>
            <p:cNvSpPr/>
            <p:nvPr/>
          </p:nvSpPr>
          <p:spPr>
            <a:xfrm>
              <a:off x="400845" y="3691200"/>
              <a:ext cx="1475841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of coldest quarter</a:t>
              </a:r>
            </a:p>
          </p:txBody>
        </p:sp>
        <p:sp>
          <p:nvSpPr>
            <p:cNvPr id="462" name="tx461"/>
            <p:cNvSpPr/>
            <p:nvPr/>
          </p:nvSpPr>
          <p:spPr>
            <a:xfrm>
              <a:off x="902759" y="3560258"/>
              <a:ext cx="97392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footprint change</a:t>
              </a:r>
            </a:p>
          </p:txBody>
        </p:sp>
        <p:sp>
          <p:nvSpPr>
            <p:cNvPr id="463" name="tx462"/>
            <p:cNvSpPr/>
            <p:nvPr/>
          </p:nvSpPr>
          <p:spPr>
            <a:xfrm>
              <a:off x="1359319" y="3429316"/>
              <a:ext cx="5173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natural</a:t>
              </a:r>
            </a:p>
          </p:txBody>
        </p:sp>
        <p:sp>
          <p:nvSpPr>
            <p:cNvPr id="464" name="tx463"/>
            <p:cNvSpPr/>
            <p:nvPr/>
          </p:nvSpPr>
          <p:spPr>
            <a:xfrm>
              <a:off x="1197013" y="3298375"/>
              <a:ext cx="67967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impervious</a:t>
              </a:r>
            </a:p>
          </p:txBody>
        </p:sp>
        <p:sp>
          <p:nvSpPr>
            <p:cNvPr id="465" name="tx464"/>
            <p:cNvSpPr/>
            <p:nvPr/>
          </p:nvSpPr>
          <p:spPr>
            <a:xfrm>
              <a:off x="1039919" y="3167433"/>
              <a:ext cx="8367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Forest-cover change</a:t>
              </a:r>
            </a:p>
          </p:txBody>
        </p:sp>
        <p:sp>
          <p:nvSpPr>
            <p:cNvPr id="466" name="tx465"/>
            <p:cNvSpPr/>
            <p:nvPr/>
          </p:nvSpPr>
          <p:spPr>
            <a:xfrm>
              <a:off x="857222" y="3036491"/>
              <a:ext cx="1019464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Thermal-extreme change</a:t>
              </a:r>
            </a:p>
          </p:txBody>
        </p:sp>
        <p:sp>
          <p:nvSpPr>
            <p:cNvPr id="467" name="tx466"/>
            <p:cNvSpPr/>
            <p:nvPr/>
          </p:nvSpPr>
          <p:spPr>
            <a:xfrm>
              <a:off x="806381" y="2905550"/>
              <a:ext cx="1070305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change</a:t>
              </a:r>
            </a:p>
          </p:txBody>
        </p:sp>
        <p:sp>
          <p:nvSpPr>
            <p:cNvPr id="468" name="pl467"/>
            <p:cNvSpPr/>
            <p:nvPr/>
          </p:nvSpPr>
          <p:spPr>
            <a:xfrm>
              <a:off x="1897184" y="411680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8"/>
            <p:cNvSpPr/>
            <p:nvPr/>
          </p:nvSpPr>
          <p:spPr>
            <a:xfrm>
              <a:off x="1897184" y="398586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69"/>
            <p:cNvSpPr/>
            <p:nvPr/>
          </p:nvSpPr>
          <p:spPr>
            <a:xfrm>
              <a:off x="1897184" y="385492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0"/>
            <p:cNvSpPr/>
            <p:nvPr/>
          </p:nvSpPr>
          <p:spPr>
            <a:xfrm>
              <a:off x="1897184" y="372398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1"/>
            <p:cNvSpPr/>
            <p:nvPr/>
          </p:nvSpPr>
          <p:spPr>
            <a:xfrm>
              <a:off x="1897184" y="359303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2"/>
            <p:cNvSpPr/>
            <p:nvPr/>
          </p:nvSpPr>
          <p:spPr>
            <a:xfrm>
              <a:off x="1897184" y="3462098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3"/>
            <p:cNvSpPr/>
            <p:nvPr/>
          </p:nvSpPr>
          <p:spPr>
            <a:xfrm>
              <a:off x="1897184" y="3331156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4"/>
            <p:cNvSpPr/>
            <p:nvPr/>
          </p:nvSpPr>
          <p:spPr>
            <a:xfrm>
              <a:off x="1897184" y="320021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5"/>
            <p:cNvSpPr/>
            <p:nvPr/>
          </p:nvSpPr>
          <p:spPr>
            <a:xfrm>
              <a:off x="1897184" y="3069273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6"/>
            <p:cNvSpPr/>
            <p:nvPr/>
          </p:nvSpPr>
          <p:spPr>
            <a:xfrm>
              <a:off x="1897184" y="2938331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7"/>
            <p:cNvSpPr/>
            <p:nvPr/>
          </p:nvSpPr>
          <p:spPr>
            <a:xfrm>
              <a:off x="1922805" y="4558424"/>
              <a:ext cx="0" cy="1335604"/>
            </a:xfrm>
            <a:custGeom>
              <a:avLst/>
              <a:pathLst>
                <a:path w="0" h="1335604">
                  <a:moveTo>
                    <a:pt x="0" y="133560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8"/>
            <p:cNvSpPr/>
            <p:nvPr/>
          </p:nvSpPr>
          <p:spPr>
            <a:xfrm>
              <a:off x="1551983" y="5782683"/>
              <a:ext cx="32470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Latitude</a:t>
              </a:r>
            </a:p>
          </p:txBody>
        </p:sp>
        <p:sp>
          <p:nvSpPr>
            <p:cNvPr id="480" name="tx479"/>
            <p:cNvSpPr/>
            <p:nvPr/>
          </p:nvSpPr>
          <p:spPr>
            <a:xfrm>
              <a:off x="1475814" y="5651741"/>
              <a:ext cx="40087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Longitude</a:t>
              </a:r>
            </a:p>
          </p:txBody>
        </p:sp>
        <p:sp>
          <p:nvSpPr>
            <p:cNvPr id="481" name="tx480"/>
            <p:cNvSpPr/>
            <p:nvPr/>
          </p:nvSpPr>
          <p:spPr>
            <a:xfrm>
              <a:off x="1501234" y="5520799"/>
              <a:ext cx="375452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</a:t>
              </a:r>
            </a:p>
          </p:txBody>
        </p:sp>
        <p:sp>
          <p:nvSpPr>
            <p:cNvPr id="482" name="tx481"/>
            <p:cNvSpPr/>
            <p:nvPr/>
          </p:nvSpPr>
          <p:spPr>
            <a:xfrm>
              <a:off x="400845" y="5389858"/>
              <a:ext cx="1475841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of coldest quarter</a:t>
              </a:r>
            </a:p>
          </p:txBody>
        </p:sp>
        <p:sp>
          <p:nvSpPr>
            <p:cNvPr id="483" name="tx482"/>
            <p:cNvSpPr/>
            <p:nvPr/>
          </p:nvSpPr>
          <p:spPr>
            <a:xfrm>
              <a:off x="902759" y="5258916"/>
              <a:ext cx="97392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Human footprint change</a:t>
              </a:r>
            </a:p>
          </p:txBody>
        </p:sp>
        <p:sp>
          <p:nvSpPr>
            <p:cNvPr id="484" name="tx483"/>
            <p:cNvSpPr/>
            <p:nvPr/>
          </p:nvSpPr>
          <p:spPr>
            <a:xfrm>
              <a:off x="1359319" y="5127974"/>
              <a:ext cx="5173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natural</a:t>
              </a:r>
            </a:p>
          </p:txBody>
        </p:sp>
        <p:sp>
          <p:nvSpPr>
            <p:cNvPr id="485" name="tx484"/>
            <p:cNvSpPr/>
            <p:nvPr/>
          </p:nvSpPr>
          <p:spPr>
            <a:xfrm>
              <a:off x="1197013" y="4997033"/>
              <a:ext cx="679673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Delta impervious</a:t>
              </a:r>
            </a:p>
          </p:txBody>
        </p:sp>
        <p:sp>
          <p:nvSpPr>
            <p:cNvPr id="486" name="tx485"/>
            <p:cNvSpPr/>
            <p:nvPr/>
          </p:nvSpPr>
          <p:spPr>
            <a:xfrm>
              <a:off x="1039919" y="4866091"/>
              <a:ext cx="836767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Forest-cover change</a:t>
              </a:r>
            </a:p>
          </p:txBody>
        </p:sp>
        <p:sp>
          <p:nvSpPr>
            <p:cNvPr id="487" name="tx486"/>
            <p:cNvSpPr/>
            <p:nvPr/>
          </p:nvSpPr>
          <p:spPr>
            <a:xfrm>
              <a:off x="857222" y="4735149"/>
              <a:ext cx="1019464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Thermal-extreme change</a:t>
              </a:r>
            </a:p>
          </p:txBody>
        </p:sp>
        <p:sp>
          <p:nvSpPr>
            <p:cNvPr id="488" name="tx487"/>
            <p:cNvSpPr/>
            <p:nvPr/>
          </p:nvSpPr>
          <p:spPr>
            <a:xfrm>
              <a:off x="806381" y="4604208"/>
              <a:ext cx="1070305" cy="655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change</a:t>
              </a:r>
            </a:p>
          </p:txBody>
        </p:sp>
        <p:sp>
          <p:nvSpPr>
            <p:cNvPr id="489" name="pl488"/>
            <p:cNvSpPr/>
            <p:nvPr/>
          </p:nvSpPr>
          <p:spPr>
            <a:xfrm>
              <a:off x="1897184" y="581546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89"/>
            <p:cNvSpPr/>
            <p:nvPr/>
          </p:nvSpPr>
          <p:spPr>
            <a:xfrm>
              <a:off x="1897184" y="568452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0"/>
            <p:cNvSpPr/>
            <p:nvPr/>
          </p:nvSpPr>
          <p:spPr>
            <a:xfrm>
              <a:off x="1897184" y="5553580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1"/>
            <p:cNvSpPr/>
            <p:nvPr/>
          </p:nvSpPr>
          <p:spPr>
            <a:xfrm>
              <a:off x="1897184" y="542263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2"/>
            <p:cNvSpPr/>
            <p:nvPr/>
          </p:nvSpPr>
          <p:spPr>
            <a:xfrm>
              <a:off x="1897184" y="5291697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3"/>
            <p:cNvSpPr/>
            <p:nvPr/>
          </p:nvSpPr>
          <p:spPr>
            <a:xfrm>
              <a:off x="1897184" y="5160755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4"/>
            <p:cNvSpPr/>
            <p:nvPr/>
          </p:nvSpPr>
          <p:spPr>
            <a:xfrm>
              <a:off x="1897184" y="5029814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5"/>
            <p:cNvSpPr/>
            <p:nvPr/>
          </p:nvSpPr>
          <p:spPr>
            <a:xfrm>
              <a:off x="1897184" y="4898872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6"/>
            <p:cNvSpPr/>
            <p:nvPr/>
          </p:nvSpPr>
          <p:spPr>
            <a:xfrm>
              <a:off x="1897184" y="4767930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7"/>
            <p:cNvSpPr/>
            <p:nvPr/>
          </p:nvSpPr>
          <p:spPr>
            <a:xfrm>
              <a:off x="1897184" y="4636989"/>
              <a:ext cx="25621" cy="0"/>
            </a:xfrm>
            <a:custGeom>
              <a:avLst/>
              <a:pathLst>
                <a:path w="25621" h="0">
                  <a:moveTo>
                    <a:pt x="0" y="0"/>
                  </a:moveTo>
                  <a:lnTo>
                    <a:pt x="25621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tx498"/>
            <p:cNvSpPr/>
            <p:nvPr/>
          </p:nvSpPr>
          <p:spPr>
            <a:xfrm>
              <a:off x="6367806" y="6052820"/>
              <a:ext cx="993587" cy="739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Posterior coefficient</a:t>
              </a:r>
            </a:p>
          </p:txBody>
        </p:sp>
        <p:sp>
          <p:nvSpPr>
            <p:cNvPr id="500" name="rc499"/>
            <p:cNvSpPr/>
            <p:nvPr/>
          </p:nvSpPr>
          <p:spPr>
            <a:xfrm>
              <a:off x="5932186" y="6251957"/>
              <a:ext cx="1864826" cy="321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0"/>
            <p:cNvSpPr/>
            <p:nvPr/>
          </p:nvSpPr>
          <p:spPr>
            <a:xfrm>
              <a:off x="5983429" y="6303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pl501"/>
            <p:cNvSpPr/>
            <p:nvPr/>
          </p:nvSpPr>
          <p:spPr>
            <a:xfrm>
              <a:off x="6005375" y="641292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1653" cap="flat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6066807" y="6386579"/>
              <a:ext cx="52699" cy="52699"/>
            </a:xfrm>
            <a:prstGeom prst="ellipse">
              <a:avLst/>
            </a:prstGeom>
            <a:solidFill>
              <a:srgbClr val="61707A">
                <a:alpha val="100000"/>
              </a:srgbClr>
            </a:solidFill>
            <a:ln w="6627" cap="rnd">
              <a:solidFill>
                <a:srgbClr val="6170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rc503"/>
            <p:cNvSpPr/>
            <p:nvPr/>
          </p:nvSpPr>
          <p:spPr>
            <a:xfrm>
              <a:off x="6882449" y="630320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pl504"/>
            <p:cNvSpPr/>
            <p:nvPr/>
          </p:nvSpPr>
          <p:spPr>
            <a:xfrm>
              <a:off x="6904394" y="641292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1653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6965827" y="6386579"/>
              <a:ext cx="52699" cy="52699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627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tx506"/>
            <p:cNvSpPr/>
            <p:nvPr/>
          </p:nvSpPr>
          <p:spPr>
            <a:xfrm>
              <a:off x="6254128" y="6379644"/>
              <a:ext cx="577077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CrI overlaps 0</a:t>
              </a:r>
            </a:p>
          </p:txBody>
        </p:sp>
        <p:sp>
          <p:nvSpPr>
            <p:cNvPr id="508" name="tx507"/>
            <p:cNvSpPr/>
            <p:nvPr/>
          </p:nvSpPr>
          <p:spPr>
            <a:xfrm>
              <a:off x="7153147" y="6379644"/>
              <a:ext cx="592622" cy="665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3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CrI excludes 0</a:t>
              </a:r>
            </a:p>
          </p:txBody>
        </p:sp>
        <p:sp>
          <p:nvSpPr>
            <p:cNvPr id="509" name="tx508"/>
            <p:cNvSpPr/>
            <p:nvPr/>
          </p:nvSpPr>
          <p:spPr>
            <a:xfrm>
              <a:off x="1922805" y="784869"/>
              <a:ext cx="3381085" cy="737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Temporal-change covariates fitted to occupancy-corrected trend estimates</a:t>
              </a:r>
            </a:p>
          </p:txBody>
        </p:sp>
        <p:sp>
          <p:nvSpPr>
            <p:cNvPr id="510" name="tx509"/>
            <p:cNvSpPr/>
            <p:nvPr/>
          </p:nvSpPr>
          <p:spPr>
            <a:xfrm>
              <a:off x="1922805" y="604140"/>
              <a:ext cx="4481474" cy="995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Posterior driver coefficients across 500-species diversity responses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2026-07-14T22:16:15Z</dcterms:modified>
  <cp:category/>
</cp:coreProperties>
</file>