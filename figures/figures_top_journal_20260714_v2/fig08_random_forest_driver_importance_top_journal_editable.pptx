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20040" y="128016"/>
            <a:ext cx="11521440" cy="310896"/>
          </a:xfrm>
        </p:spPr>
        <p:txBody>
          <a:bodyPr/>
          <a:lstStyle/>
          <a:p>
            <a:r>
              <a:rPr/>
              <a:t>Fig08 random forest driver importance top journal editable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74320" y="502920"/>
            <a:ext cx="11658600" cy="6172200"/>
            <a:chOff x="274320" y="502920"/>
            <a:chExt cx="11658600" cy="6172200"/>
          </a:xfrm>
        </p:grpSpPr>
        <p:sp>
          <p:nvSpPr>
            <p:cNvPr id="4" name="rc3"/>
            <p:cNvSpPr/>
            <p:nvPr/>
          </p:nvSpPr>
          <p:spPr>
            <a:xfrm>
              <a:off x="274320" y="502920"/>
              <a:ext cx="11658600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74320" y="502920"/>
              <a:ext cx="11658600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400845" y="1004322"/>
              <a:ext cx="6903656" cy="55695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97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7304502" y="1004322"/>
              <a:ext cx="4501891" cy="55695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97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740538" y="1286271"/>
              <a:ext cx="5437438" cy="450653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6930820" y="155136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636601" y="1551362"/>
              <a:ext cx="3294218" cy="0"/>
            </a:xfrm>
            <a:custGeom>
              <a:avLst/>
              <a:pathLst>
                <a:path w="3294218" h="0">
                  <a:moveTo>
                    <a:pt x="3294218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3636601" y="155136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3247077" y="199317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350625" y="1993179"/>
              <a:ext cx="896452" cy="0"/>
            </a:xfrm>
            <a:custGeom>
              <a:avLst/>
              <a:pathLst>
                <a:path w="896452" h="0">
                  <a:moveTo>
                    <a:pt x="896452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350625" y="199317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3066745" y="24349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361535" y="2434996"/>
              <a:ext cx="705210" cy="0"/>
            </a:xfrm>
            <a:custGeom>
              <a:avLst/>
              <a:pathLst>
                <a:path w="705210" h="0">
                  <a:moveTo>
                    <a:pt x="70521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361535" y="24349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3401804" y="28768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2233743" y="2876814"/>
              <a:ext cx="1168061" cy="0"/>
            </a:xfrm>
            <a:custGeom>
              <a:avLst/>
              <a:pathLst>
                <a:path w="1168061" h="0">
                  <a:moveTo>
                    <a:pt x="1168061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233743" y="28768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2833574" y="33186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258772" y="3318631"/>
              <a:ext cx="574802" cy="0"/>
            </a:xfrm>
            <a:custGeom>
              <a:avLst/>
              <a:pathLst>
                <a:path w="574802" h="0">
                  <a:moveTo>
                    <a:pt x="574802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2258772" y="33186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866009" y="37604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2215761" y="3760449"/>
              <a:ext cx="650247" cy="0"/>
            </a:xfrm>
            <a:custGeom>
              <a:avLst/>
              <a:pathLst>
                <a:path w="650247" h="0">
                  <a:moveTo>
                    <a:pt x="650247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2215761" y="37604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2402093" y="420226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2059994" y="4202266"/>
              <a:ext cx="342099" cy="0"/>
            </a:xfrm>
            <a:custGeom>
              <a:avLst/>
              <a:pathLst>
                <a:path w="342099" h="0">
                  <a:moveTo>
                    <a:pt x="342099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2059994" y="420226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2300031" y="464408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2012825" y="4644083"/>
              <a:ext cx="287205" cy="0"/>
            </a:xfrm>
            <a:custGeom>
              <a:avLst/>
              <a:pathLst>
                <a:path w="287205" h="0">
                  <a:moveTo>
                    <a:pt x="287205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2012825" y="464408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2301416" y="508590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CC79A7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2005706" y="5085901"/>
              <a:ext cx="295709" cy="0"/>
            </a:xfrm>
            <a:custGeom>
              <a:avLst/>
              <a:pathLst>
                <a:path w="295709" h="0">
                  <a:moveTo>
                    <a:pt x="295709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CC79A7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2005706" y="508590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CC79A7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2258073" y="552771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1987694" y="5527718"/>
              <a:ext cx="270378" cy="0"/>
            </a:xfrm>
            <a:custGeom>
              <a:avLst/>
              <a:pathLst>
                <a:path w="270378" h="0">
                  <a:moveTo>
                    <a:pt x="270378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1987694" y="552771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5057789" y="1519592"/>
              <a:ext cx="63539" cy="63539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6627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2704590" y="1961409"/>
              <a:ext cx="63539" cy="63539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6627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2646950" y="2403227"/>
              <a:ext cx="63539" cy="63539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627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2593521" y="2845044"/>
              <a:ext cx="63539" cy="63539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6627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2484618" y="3286861"/>
              <a:ext cx="63539" cy="63539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6627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2460080" y="3728679"/>
              <a:ext cx="63539" cy="63539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6627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2180471" y="4170496"/>
              <a:ext cx="63539" cy="63539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627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2098071" y="4612313"/>
              <a:ext cx="63539" cy="63539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6627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2090157" y="5054131"/>
              <a:ext cx="63539" cy="63539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6627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2059510" y="5495948"/>
              <a:ext cx="63539" cy="63539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6627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1740538" y="1286271"/>
              <a:ext cx="0" cy="4506537"/>
            </a:xfrm>
            <a:custGeom>
              <a:avLst/>
              <a:pathLst>
                <a:path w="0" h="4506537">
                  <a:moveTo>
                    <a:pt x="0" y="4506537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49"/>
            <p:cNvSpPr/>
            <p:nvPr/>
          </p:nvSpPr>
          <p:spPr>
            <a:xfrm>
              <a:off x="872922" y="5495394"/>
              <a:ext cx="821496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Forest cover change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732562" y="5053577"/>
              <a:ext cx="961857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Human footprint change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642402" y="4611759"/>
              <a:ext cx="1052017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Natural land cover change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637464" y="4169942"/>
              <a:ext cx="1056954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Mean temperature change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612410" y="3728124"/>
              <a:ext cx="1082009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Impervious surface change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1373739" y="3286307"/>
              <a:ext cx="320680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Latitude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903006" y="2844490"/>
              <a:ext cx="79141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Elevation (baseline)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527371" y="2402672"/>
              <a:ext cx="1167048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Extreme temperature change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537429" y="1960855"/>
              <a:ext cx="1156990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Mean temperature (baseline)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1298576" y="1519038"/>
              <a:ext cx="39584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Longitude</a:t>
              </a:r>
            </a:p>
          </p:txBody>
        </p:sp>
        <p:sp>
          <p:nvSpPr>
            <p:cNvPr id="60" name="pl59"/>
            <p:cNvSpPr/>
            <p:nvPr/>
          </p:nvSpPr>
          <p:spPr>
            <a:xfrm>
              <a:off x="1714916" y="5527718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1714916" y="5085901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1714916" y="4644083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1714916" y="4202266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1714916" y="3760449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1714916" y="3318631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1714916" y="2876814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1714916" y="2434996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1714916" y="1993179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1714916" y="1551362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1740538" y="5792808"/>
              <a:ext cx="5437438" cy="0"/>
            </a:xfrm>
            <a:custGeom>
              <a:avLst/>
              <a:pathLst>
                <a:path w="5437438" h="0">
                  <a:moveTo>
                    <a:pt x="0" y="0"/>
                  </a:moveTo>
                  <a:lnTo>
                    <a:pt x="5437438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1789039" y="5792808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3274622" y="5792808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4760205" y="5792808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6245787" y="5792808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4"/>
            <p:cNvSpPr/>
            <p:nvPr/>
          </p:nvSpPr>
          <p:spPr>
            <a:xfrm>
              <a:off x="1698788" y="5838927"/>
              <a:ext cx="18050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3184371" y="5838927"/>
              <a:ext cx="18050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4669953" y="5838927"/>
              <a:ext cx="18050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6155536" y="5838927"/>
              <a:ext cx="18050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0.15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3868235" y="5951599"/>
              <a:ext cx="1182044" cy="739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Permutation importance</a:t>
              </a:r>
            </a:p>
          </p:txBody>
        </p:sp>
        <p:sp>
          <p:nvSpPr>
            <p:cNvPr id="80" name="rc79"/>
            <p:cNvSpPr/>
            <p:nvPr/>
          </p:nvSpPr>
          <p:spPr>
            <a:xfrm>
              <a:off x="2274409" y="6150737"/>
              <a:ext cx="4369696" cy="321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0"/>
            <p:cNvSpPr/>
            <p:nvPr/>
          </p:nvSpPr>
          <p:spPr>
            <a:xfrm>
              <a:off x="2325652" y="620198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2347597" y="631170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2195" cap="flat">
              <a:solidFill>
                <a:srgbClr val="0072B2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2403610" y="6279938"/>
              <a:ext cx="63539" cy="63539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627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rc83"/>
            <p:cNvSpPr/>
            <p:nvPr/>
          </p:nvSpPr>
          <p:spPr>
            <a:xfrm>
              <a:off x="3291788" y="620198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3313734" y="631170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2195" cap="flat">
              <a:solidFill>
                <a:srgbClr val="CC79A7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5"/>
            <p:cNvSpPr/>
            <p:nvPr/>
          </p:nvSpPr>
          <p:spPr>
            <a:xfrm>
              <a:off x="3369746" y="6279938"/>
              <a:ext cx="63539" cy="63539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6627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rc86"/>
            <p:cNvSpPr/>
            <p:nvPr/>
          </p:nvSpPr>
          <p:spPr>
            <a:xfrm>
              <a:off x="4628988" y="620198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4650934" y="631170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2195" cap="flat">
              <a:solidFill>
                <a:srgbClr val="E69F00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8"/>
            <p:cNvSpPr/>
            <p:nvPr/>
          </p:nvSpPr>
          <p:spPr>
            <a:xfrm>
              <a:off x="4706946" y="6279938"/>
              <a:ext cx="63539" cy="63539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6627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rc89"/>
            <p:cNvSpPr/>
            <p:nvPr/>
          </p:nvSpPr>
          <p:spPr>
            <a:xfrm>
              <a:off x="5667545" y="620198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5689491" y="631170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1"/>
            <p:cNvSpPr/>
            <p:nvPr/>
          </p:nvSpPr>
          <p:spPr>
            <a:xfrm>
              <a:off x="5745503" y="6279938"/>
              <a:ext cx="63539" cy="63539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6627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tx92"/>
            <p:cNvSpPr/>
            <p:nvPr/>
          </p:nvSpPr>
          <p:spPr>
            <a:xfrm>
              <a:off x="2596350" y="6278424"/>
              <a:ext cx="644194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Climate change</a:t>
              </a:r>
            </a:p>
          </p:txBody>
        </p:sp>
        <p:sp>
          <p:nvSpPr>
            <p:cNvPr id="94" name="tx93"/>
            <p:cNvSpPr/>
            <p:nvPr/>
          </p:nvSpPr>
          <p:spPr>
            <a:xfrm>
              <a:off x="3562487" y="6278424"/>
              <a:ext cx="1015258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Human pressure change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4899687" y="6278424"/>
              <a:ext cx="716615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Land-use change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5938244" y="6278424"/>
              <a:ext cx="654618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Spatial baseline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1740538" y="1105542"/>
              <a:ext cx="968258" cy="995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9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Top predictors</a:t>
              </a:r>
            </a:p>
          </p:txBody>
        </p:sp>
        <p:sp>
          <p:nvSpPr>
            <p:cNvPr id="98" name="rc97"/>
            <p:cNvSpPr/>
            <p:nvPr/>
          </p:nvSpPr>
          <p:spPr>
            <a:xfrm>
              <a:off x="8492404" y="1286271"/>
              <a:ext cx="3187464" cy="450653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8"/>
            <p:cNvSpPr/>
            <p:nvPr/>
          </p:nvSpPr>
          <p:spPr>
            <a:xfrm>
              <a:off x="8637289" y="4816392"/>
              <a:ext cx="112928" cy="665250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99"/>
            <p:cNvSpPr/>
            <p:nvPr/>
          </p:nvSpPr>
          <p:spPr>
            <a:xfrm>
              <a:off x="8637289" y="3743407"/>
              <a:ext cx="445382" cy="665250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0"/>
            <p:cNvSpPr/>
            <p:nvPr/>
          </p:nvSpPr>
          <p:spPr>
            <a:xfrm>
              <a:off x="8637289" y="2670422"/>
              <a:ext cx="456567" cy="665250"/>
            </a:xfrm>
            <a:prstGeom prst="rect">
              <a:avLst/>
            </a:prstGeom>
            <a:solidFill>
              <a:srgbClr val="7F8790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1"/>
            <p:cNvSpPr/>
            <p:nvPr/>
          </p:nvSpPr>
          <p:spPr>
            <a:xfrm>
              <a:off x="8637289" y="1597437"/>
              <a:ext cx="1971473" cy="665250"/>
            </a:xfrm>
            <a:prstGeom prst="rect">
              <a:avLst/>
            </a:prstGeom>
            <a:solidFill>
              <a:srgbClr val="4D4D4D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8811108" y="5052449"/>
              <a:ext cx="0" cy="193137"/>
            </a:xfrm>
            <a:custGeom>
              <a:avLst/>
              <a:pathLst>
                <a:path w="0" h="193137">
                  <a:moveTo>
                    <a:pt x="0" y="193137"/>
                  </a:moveTo>
                  <a:lnTo>
                    <a:pt x="0" y="0"/>
                  </a:lnTo>
                </a:path>
              </a:pathLst>
            </a:custGeom>
            <a:ln w="10298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8710791" y="5149017"/>
              <a:ext cx="100316" cy="0"/>
            </a:xfrm>
            <a:custGeom>
              <a:avLst/>
              <a:pathLst>
                <a:path w="100316" h="0">
                  <a:moveTo>
                    <a:pt x="100316" y="0"/>
                  </a:moveTo>
                  <a:lnTo>
                    <a:pt x="0" y="0"/>
                  </a:lnTo>
                </a:path>
              </a:pathLst>
            </a:custGeom>
            <a:ln w="10298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8710791" y="5052449"/>
              <a:ext cx="0" cy="193137"/>
            </a:xfrm>
            <a:custGeom>
              <a:avLst/>
              <a:pathLst>
                <a:path w="0" h="193137">
                  <a:moveTo>
                    <a:pt x="0" y="193137"/>
                  </a:moveTo>
                  <a:lnTo>
                    <a:pt x="0" y="0"/>
                  </a:lnTo>
                </a:path>
              </a:pathLst>
            </a:custGeom>
            <a:ln w="10298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9273671" y="3979464"/>
              <a:ext cx="0" cy="193137"/>
            </a:xfrm>
            <a:custGeom>
              <a:avLst/>
              <a:pathLst>
                <a:path w="0" h="193137">
                  <a:moveTo>
                    <a:pt x="0" y="193137"/>
                  </a:moveTo>
                  <a:lnTo>
                    <a:pt x="0" y="0"/>
                  </a:lnTo>
                </a:path>
              </a:pathLst>
            </a:custGeom>
            <a:ln w="10298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8927420" y="4076032"/>
              <a:ext cx="346251" cy="0"/>
            </a:xfrm>
            <a:custGeom>
              <a:avLst/>
              <a:pathLst>
                <a:path w="346251" h="0">
                  <a:moveTo>
                    <a:pt x="346251" y="0"/>
                  </a:moveTo>
                  <a:lnTo>
                    <a:pt x="0" y="0"/>
                  </a:lnTo>
                </a:path>
              </a:pathLst>
            </a:custGeom>
            <a:ln w="10298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8927420" y="3979464"/>
              <a:ext cx="0" cy="193137"/>
            </a:xfrm>
            <a:custGeom>
              <a:avLst/>
              <a:pathLst>
                <a:path w="0" h="193137">
                  <a:moveTo>
                    <a:pt x="0" y="193137"/>
                  </a:moveTo>
                  <a:lnTo>
                    <a:pt x="0" y="0"/>
                  </a:lnTo>
                </a:path>
              </a:pathLst>
            </a:custGeom>
            <a:ln w="10298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9318897" y="2906479"/>
              <a:ext cx="0" cy="193137"/>
            </a:xfrm>
            <a:custGeom>
              <a:avLst/>
              <a:pathLst>
                <a:path w="0" h="193137">
                  <a:moveTo>
                    <a:pt x="0" y="193137"/>
                  </a:moveTo>
                  <a:lnTo>
                    <a:pt x="0" y="0"/>
                  </a:lnTo>
                </a:path>
              </a:pathLst>
            </a:custGeom>
            <a:ln w="10298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8938322" y="3003047"/>
              <a:ext cx="380574" cy="0"/>
            </a:xfrm>
            <a:custGeom>
              <a:avLst/>
              <a:pathLst>
                <a:path w="380574" h="0">
                  <a:moveTo>
                    <a:pt x="380574" y="0"/>
                  </a:moveTo>
                  <a:lnTo>
                    <a:pt x="0" y="0"/>
                  </a:lnTo>
                </a:path>
              </a:pathLst>
            </a:custGeom>
            <a:ln w="10298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8938322" y="2906479"/>
              <a:ext cx="0" cy="193137"/>
            </a:xfrm>
            <a:custGeom>
              <a:avLst/>
              <a:pathLst>
                <a:path w="0" h="193137">
                  <a:moveTo>
                    <a:pt x="0" y="193137"/>
                  </a:moveTo>
                  <a:lnTo>
                    <a:pt x="0" y="0"/>
                  </a:lnTo>
                </a:path>
              </a:pathLst>
            </a:custGeom>
            <a:ln w="10298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1"/>
            <p:cNvSpPr/>
            <p:nvPr/>
          </p:nvSpPr>
          <p:spPr>
            <a:xfrm>
              <a:off x="11534984" y="1833494"/>
              <a:ext cx="0" cy="193137"/>
            </a:xfrm>
            <a:custGeom>
              <a:avLst/>
              <a:pathLst>
                <a:path w="0" h="193137">
                  <a:moveTo>
                    <a:pt x="0" y="193137"/>
                  </a:moveTo>
                  <a:lnTo>
                    <a:pt x="0" y="0"/>
                  </a:lnTo>
                </a:path>
              </a:pathLst>
            </a:custGeom>
            <a:ln w="10298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2"/>
            <p:cNvSpPr/>
            <p:nvPr/>
          </p:nvSpPr>
          <p:spPr>
            <a:xfrm>
              <a:off x="9938048" y="1930062"/>
              <a:ext cx="1596936" cy="0"/>
            </a:xfrm>
            <a:custGeom>
              <a:avLst/>
              <a:pathLst>
                <a:path w="1596936" h="0">
                  <a:moveTo>
                    <a:pt x="1596936" y="0"/>
                  </a:moveTo>
                  <a:lnTo>
                    <a:pt x="0" y="0"/>
                  </a:lnTo>
                </a:path>
              </a:pathLst>
            </a:custGeom>
            <a:ln w="10298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9938048" y="1833494"/>
              <a:ext cx="0" cy="193137"/>
            </a:xfrm>
            <a:custGeom>
              <a:avLst/>
              <a:pathLst>
                <a:path w="0" h="193137">
                  <a:moveTo>
                    <a:pt x="0" y="193137"/>
                  </a:moveTo>
                  <a:lnTo>
                    <a:pt x="0" y="0"/>
                  </a:lnTo>
                </a:path>
              </a:pathLst>
            </a:custGeom>
            <a:ln w="10298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8492404" y="1286271"/>
              <a:ext cx="0" cy="4506537"/>
            </a:xfrm>
            <a:custGeom>
              <a:avLst/>
              <a:pathLst>
                <a:path w="0" h="4506537">
                  <a:moveTo>
                    <a:pt x="0" y="4506537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tx115"/>
            <p:cNvSpPr/>
            <p:nvPr/>
          </p:nvSpPr>
          <p:spPr>
            <a:xfrm>
              <a:off x="7431028" y="5115733"/>
              <a:ext cx="1015258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Human pressure change</a:t>
              </a:r>
            </a:p>
          </p:txBody>
        </p:sp>
        <p:sp>
          <p:nvSpPr>
            <p:cNvPr id="117" name="tx116"/>
            <p:cNvSpPr/>
            <p:nvPr/>
          </p:nvSpPr>
          <p:spPr>
            <a:xfrm>
              <a:off x="7802091" y="4042748"/>
              <a:ext cx="644194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Climate change</a:t>
              </a:r>
            </a:p>
          </p:txBody>
        </p:sp>
        <p:sp>
          <p:nvSpPr>
            <p:cNvPr id="118" name="tx117"/>
            <p:cNvSpPr/>
            <p:nvPr/>
          </p:nvSpPr>
          <p:spPr>
            <a:xfrm>
              <a:off x="7734700" y="2969763"/>
              <a:ext cx="711586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Land use change</a:t>
              </a:r>
            </a:p>
          </p:txBody>
        </p:sp>
        <p:sp>
          <p:nvSpPr>
            <p:cNvPr id="119" name="tx118"/>
            <p:cNvSpPr/>
            <p:nvPr/>
          </p:nvSpPr>
          <p:spPr>
            <a:xfrm>
              <a:off x="7791667" y="1896778"/>
              <a:ext cx="654618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Spatial baseline</a:t>
              </a:r>
            </a:p>
          </p:txBody>
        </p:sp>
        <p:sp>
          <p:nvSpPr>
            <p:cNvPr id="120" name="pl119"/>
            <p:cNvSpPr/>
            <p:nvPr/>
          </p:nvSpPr>
          <p:spPr>
            <a:xfrm>
              <a:off x="8466783" y="5149017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0"/>
            <p:cNvSpPr/>
            <p:nvPr/>
          </p:nvSpPr>
          <p:spPr>
            <a:xfrm>
              <a:off x="8466783" y="4076032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1"/>
            <p:cNvSpPr/>
            <p:nvPr/>
          </p:nvSpPr>
          <p:spPr>
            <a:xfrm>
              <a:off x="8466783" y="3003047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2"/>
            <p:cNvSpPr/>
            <p:nvPr/>
          </p:nvSpPr>
          <p:spPr>
            <a:xfrm>
              <a:off x="8466783" y="1930062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3"/>
            <p:cNvSpPr/>
            <p:nvPr/>
          </p:nvSpPr>
          <p:spPr>
            <a:xfrm>
              <a:off x="8492404" y="5792808"/>
              <a:ext cx="3187464" cy="0"/>
            </a:xfrm>
            <a:custGeom>
              <a:avLst/>
              <a:pathLst>
                <a:path w="3187464" h="0">
                  <a:moveTo>
                    <a:pt x="0" y="0"/>
                  </a:moveTo>
                  <a:lnTo>
                    <a:pt x="3187464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4"/>
            <p:cNvSpPr/>
            <p:nvPr/>
          </p:nvSpPr>
          <p:spPr>
            <a:xfrm>
              <a:off x="8637289" y="5792808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5"/>
            <p:cNvSpPr/>
            <p:nvPr/>
          </p:nvSpPr>
          <p:spPr>
            <a:xfrm>
              <a:off x="9645227" y="5792808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6"/>
            <p:cNvSpPr/>
            <p:nvPr/>
          </p:nvSpPr>
          <p:spPr>
            <a:xfrm>
              <a:off x="10653166" y="5792808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7"/>
            <p:cNvSpPr/>
            <p:nvPr/>
          </p:nvSpPr>
          <p:spPr>
            <a:xfrm>
              <a:off x="11661104" y="5792808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tx128"/>
            <p:cNvSpPr/>
            <p:nvPr/>
          </p:nvSpPr>
          <p:spPr>
            <a:xfrm>
              <a:off x="8572824" y="5838927"/>
              <a:ext cx="12893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130" name="tx129"/>
            <p:cNvSpPr/>
            <p:nvPr/>
          </p:nvSpPr>
          <p:spPr>
            <a:xfrm>
              <a:off x="9580762" y="5838927"/>
              <a:ext cx="12893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131" name="tx130"/>
            <p:cNvSpPr/>
            <p:nvPr/>
          </p:nvSpPr>
          <p:spPr>
            <a:xfrm>
              <a:off x="10588701" y="5838927"/>
              <a:ext cx="12893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132" name="tx131"/>
            <p:cNvSpPr/>
            <p:nvPr/>
          </p:nvSpPr>
          <p:spPr>
            <a:xfrm>
              <a:off x="11596639" y="5838927"/>
              <a:ext cx="12893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133" name="tx132"/>
            <p:cNvSpPr/>
            <p:nvPr/>
          </p:nvSpPr>
          <p:spPr>
            <a:xfrm>
              <a:off x="9580748" y="5951599"/>
              <a:ext cx="1010777" cy="739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Grouped importance</a:t>
              </a:r>
            </a:p>
          </p:txBody>
        </p:sp>
        <p:sp>
          <p:nvSpPr>
            <p:cNvPr id="134" name="tx133"/>
            <p:cNvSpPr/>
            <p:nvPr/>
          </p:nvSpPr>
          <p:spPr>
            <a:xfrm>
              <a:off x="8492404" y="1105542"/>
              <a:ext cx="1114379" cy="995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9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Predictor groups</a:t>
              </a:r>
            </a:p>
          </p:txBody>
        </p:sp>
        <p:sp>
          <p:nvSpPr>
            <p:cNvPr id="135" name="tx134"/>
            <p:cNvSpPr/>
            <p:nvPr/>
          </p:nvSpPr>
          <p:spPr>
            <a:xfrm>
              <a:off x="527371" y="795751"/>
              <a:ext cx="335310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Random-forest importance from posterior draws of diversity trends</a:t>
              </a:r>
            </a:p>
          </p:txBody>
        </p:sp>
        <p:sp>
          <p:nvSpPr>
            <p:cNvPr id="136" name="tx135"/>
            <p:cNvSpPr/>
            <p:nvPr/>
          </p:nvSpPr>
          <p:spPr>
            <a:xfrm>
              <a:off x="527371" y="604140"/>
              <a:ext cx="3171139" cy="1078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8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Environmental drivers of community change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2026-07-14T22:16:11Z</dcterms:modified>
  <cp:category/>
</cp:coreProperties>
</file>