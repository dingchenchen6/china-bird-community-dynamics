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f86749cbc018cb6bc5215681c0ccf70d4b51c832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20040" y="128016"/>
            <a:ext cx="11521440" cy="310896"/>
          </a:xfrm>
        </p:spPr>
        <p:txBody>
          <a:bodyPr/>
          <a:lstStyle/>
          <a:p>
            <a:r>
              <a:rPr/>
              <a:t>Fig02b community trends 500sp temporal top journal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74320" y="502920"/>
            <a:ext cx="11658600" cy="61722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2026-07-14T22:16:08Z</dcterms:modified>
  <cp:category/>
</cp:coreProperties>
</file>