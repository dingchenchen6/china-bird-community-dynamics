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Fig04 global multidiversity trajectories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47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740664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40664" y="3073385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1145875" y="1278212"/>
              <a:ext cx="2701410" cy="1966655"/>
            </a:xfrm>
            <a:custGeom>
              <a:avLst/>
              <a:pathLst>
                <a:path w="2701410" h="1966655">
                  <a:moveTo>
                    <a:pt x="0" y="1623650"/>
                  </a:moveTo>
                  <a:lnTo>
                    <a:pt x="675352" y="1401518"/>
                  </a:lnTo>
                  <a:lnTo>
                    <a:pt x="1350705" y="1049309"/>
                  </a:lnTo>
                  <a:lnTo>
                    <a:pt x="2026057" y="786499"/>
                  </a:lnTo>
                  <a:lnTo>
                    <a:pt x="2701410" y="0"/>
                  </a:lnTo>
                  <a:lnTo>
                    <a:pt x="2701410" y="226426"/>
                  </a:lnTo>
                  <a:lnTo>
                    <a:pt x="2026057" y="1040638"/>
                  </a:lnTo>
                  <a:lnTo>
                    <a:pt x="1350705" y="1320925"/>
                  </a:lnTo>
                  <a:lnTo>
                    <a:pt x="675352" y="1705776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45875" y="1278212"/>
              <a:ext cx="2701410" cy="1623650"/>
            </a:xfrm>
            <a:custGeom>
              <a:avLst/>
              <a:pathLst>
                <a:path w="2701410" h="1623650">
                  <a:moveTo>
                    <a:pt x="0" y="1623650"/>
                  </a:moveTo>
                  <a:lnTo>
                    <a:pt x="675352" y="1401518"/>
                  </a:lnTo>
                  <a:lnTo>
                    <a:pt x="1350705" y="1049309"/>
                  </a:lnTo>
                  <a:lnTo>
                    <a:pt x="2026057" y="78649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45875" y="1504638"/>
              <a:ext cx="2701410" cy="1740229"/>
            </a:xfrm>
            <a:custGeom>
              <a:avLst/>
              <a:pathLst>
                <a:path w="2701410" h="1740229">
                  <a:moveTo>
                    <a:pt x="2701410" y="0"/>
                  </a:moveTo>
                  <a:lnTo>
                    <a:pt x="2026057" y="814211"/>
                  </a:lnTo>
                  <a:lnTo>
                    <a:pt x="1350705" y="1094498"/>
                  </a:lnTo>
                  <a:lnTo>
                    <a:pt x="675352" y="1479350"/>
                  </a:lnTo>
                  <a:lnTo>
                    <a:pt x="0" y="17402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145875" y="1361671"/>
              <a:ext cx="2701410" cy="1871510"/>
            </a:xfrm>
            <a:custGeom>
              <a:avLst/>
              <a:pathLst>
                <a:path w="2701410" h="1871510">
                  <a:moveTo>
                    <a:pt x="0" y="1548363"/>
                  </a:moveTo>
                  <a:lnTo>
                    <a:pt x="675352" y="1384669"/>
                  </a:lnTo>
                  <a:lnTo>
                    <a:pt x="1350705" y="1050779"/>
                  </a:lnTo>
                  <a:lnTo>
                    <a:pt x="2026057" y="825005"/>
                  </a:lnTo>
                  <a:lnTo>
                    <a:pt x="2701410" y="0"/>
                  </a:lnTo>
                  <a:lnTo>
                    <a:pt x="2701410" y="213975"/>
                  </a:lnTo>
                  <a:lnTo>
                    <a:pt x="2026057" y="1061933"/>
                  </a:lnTo>
                  <a:lnTo>
                    <a:pt x="1350705" y="1306945"/>
                  </a:lnTo>
                  <a:lnTo>
                    <a:pt x="675352" y="1657885"/>
                  </a:lnTo>
                  <a:lnTo>
                    <a:pt x="0" y="1871510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145875" y="1361671"/>
              <a:ext cx="2701410" cy="1548363"/>
            </a:xfrm>
            <a:custGeom>
              <a:avLst/>
              <a:pathLst>
                <a:path w="2701410" h="1548363">
                  <a:moveTo>
                    <a:pt x="0" y="1548363"/>
                  </a:moveTo>
                  <a:lnTo>
                    <a:pt x="675352" y="1384669"/>
                  </a:lnTo>
                  <a:lnTo>
                    <a:pt x="1350705" y="1050779"/>
                  </a:lnTo>
                  <a:lnTo>
                    <a:pt x="2026057" y="825005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145875" y="1575647"/>
              <a:ext cx="2701410" cy="1657534"/>
            </a:xfrm>
            <a:custGeom>
              <a:avLst/>
              <a:pathLst>
                <a:path w="2701410" h="1657534">
                  <a:moveTo>
                    <a:pt x="2701410" y="0"/>
                  </a:moveTo>
                  <a:lnTo>
                    <a:pt x="2026057" y="847958"/>
                  </a:lnTo>
                  <a:lnTo>
                    <a:pt x="1350705" y="1092969"/>
                  </a:lnTo>
                  <a:lnTo>
                    <a:pt x="675352" y="1443910"/>
                  </a:lnTo>
                  <a:lnTo>
                    <a:pt x="0" y="16575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145875" y="1392341"/>
              <a:ext cx="2701410" cy="1681044"/>
            </a:xfrm>
            <a:custGeom>
              <a:avLst/>
              <a:pathLst>
                <a:path w="2701410" h="1681044">
                  <a:moveTo>
                    <a:pt x="0" y="1681044"/>
                  </a:moveTo>
                  <a:lnTo>
                    <a:pt x="675352" y="1442137"/>
                  </a:lnTo>
                  <a:lnTo>
                    <a:pt x="1350705" y="1070387"/>
                  </a:lnTo>
                  <a:lnTo>
                    <a:pt x="2026057" y="798779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45875" y="1469407"/>
              <a:ext cx="2701410" cy="1603978"/>
            </a:xfrm>
            <a:custGeom>
              <a:avLst/>
              <a:pathLst>
                <a:path w="2701410" h="1603978">
                  <a:moveTo>
                    <a:pt x="0" y="1603978"/>
                  </a:moveTo>
                  <a:lnTo>
                    <a:pt x="675352" y="1414896"/>
                  </a:lnTo>
                  <a:lnTo>
                    <a:pt x="1350705" y="1072664"/>
                  </a:lnTo>
                  <a:lnTo>
                    <a:pt x="2026057" y="836753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119234" y="3046744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794587" y="280783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2469939" y="243608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3145292" y="216448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3820644" y="136570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119234" y="304674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794587" y="285766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469939" y="2515430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3145292" y="2279519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820644" y="144276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740664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40664" y="4619753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45875" y="4038420"/>
              <a:ext cx="2701410" cy="1567072"/>
            </a:xfrm>
            <a:custGeom>
              <a:avLst/>
              <a:pathLst>
                <a:path w="2701410" h="1567072">
                  <a:moveTo>
                    <a:pt x="0" y="0"/>
                  </a:moveTo>
                  <a:lnTo>
                    <a:pt x="675352" y="199907"/>
                  </a:lnTo>
                  <a:lnTo>
                    <a:pt x="1350705" y="318103"/>
                  </a:lnTo>
                  <a:lnTo>
                    <a:pt x="2026057" y="653758"/>
                  </a:lnTo>
                  <a:lnTo>
                    <a:pt x="2701410" y="824480"/>
                  </a:lnTo>
                  <a:lnTo>
                    <a:pt x="2701410" y="1567072"/>
                  </a:lnTo>
                  <a:lnTo>
                    <a:pt x="2026057" y="1516081"/>
                  </a:lnTo>
                  <a:lnTo>
                    <a:pt x="1350705" y="1258704"/>
                  </a:lnTo>
                  <a:lnTo>
                    <a:pt x="675352" y="1249062"/>
                  </a:lnTo>
                  <a:lnTo>
                    <a:pt x="0" y="1178686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145875" y="4038420"/>
              <a:ext cx="2701410" cy="824480"/>
            </a:xfrm>
            <a:custGeom>
              <a:avLst/>
              <a:pathLst>
                <a:path w="2701410" h="824480">
                  <a:moveTo>
                    <a:pt x="0" y="0"/>
                  </a:moveTo>
                  <a:lnTo>
                    <a:pt x="675352" y="199907"/>
                  </a:lnTo>
                  <a:lnTo>
                    <a:pt x="1350705" y="318103"/>
                  </a:lnTo>
                  <a:lnTo>
                    <a:pt x="2026057" y="653758"/>
                  </a:lnTo>
                  <a:lnTo>
                    <a:pt x="2701410" y="824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45875" y="5217106"/>
              <a:ext cx="2701410" cy="388386"/>
            </a:xfrm>
            <a:custGeom>
              <a:avLst/>
              <a:pathLst>
                <a:path w="2701410" h="388386">
                  <a:moveTo>
                    <a:pt x="2701410" y="388386"/>
                  </a:moveTo>
                  <a:lnTo>
                    <a:pt x="2026057" y="337395"/>
                  </a:lnTo>
                  <a:lnTo>
                    <a:pt x="1350705" y="80018"/>
                  </a:lnTo>
                  <a:lnTo>
                    <a:pt x="675352" y="703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145875" y="3682934"/>
              <a:ext cx="2701410" cy="1966655"/>
            </a:xfrm>
            <a:custGeom>
              <a:avLst/>
              <a:pathLst>
                <a:path w="2701410" h="1966655">
                  <a:moveTo>
                    <a:pt x="0" y="0"/>
                  </a:moveTo>
                  <a:lnTo>
                    <a:pt x="675352" y="219810"/>
                  </a:lnTo>
                  <a:lnTo>
                    <a:pt x="1350705" y="433738"/>
                  </a:lnTo>
                  <a:lnTo>
                    <a:pt x="2026057" y="525877"/>
                  </a:lnTo>
                  <a:lnTo>
                    <a:pt x="2701410" y="897251"/>
                  </a:lnTo>
                  <a:lnTo>
                    <a:pt x="2701410" y="1966655"/>
                  </a:lnTo>
                  <a:lnTo>
                    <a:pt x="2026057" y="1835628"/>
                  </a:lnTo>
                  <a:lnTo>
                    <a:pt x="1350705" y="1874171"/>
                  </a:lnTo>
                  <a:lnTo>
                    <a:pt x="675352" y="1925107"/>
                  </a:lnTo>
                  <a:lnTo>
                    <a:pt x="0" y="1867926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145875" y="3682934"/>
              <a:ext cx="2701410" cy="897251"/>
            </a:xfrm>
            <a:custGeom>
              <a:avLst/>
              <a:pathLst>
                <a:path w="2701410" h="897251">
                  <a:moveTo>
                    <a:pt x="0" y="0"/>
                  </a:moveTo>
                  <a:lnTo>
                    <a:pt x="675352" y="219810"/>
                  </a:lnTo>
                  <a:lnTo>
                    <a:pt x="1350705" y="433738"/>
                  </a:lnTo>
                  <a:lnTo>
                    <a:pt x="2026057" y="525877"/>
                  </a:lnTo>
                  <a:lnTo>
                    <a:pt x="2701410" y="8972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145875" y="5518562"/>
              <a:ext cx="2701410" cy="131026"/>
            </a:xfrm>
            <a:custGeom>
              <a:avLst/>
              <a:pathLst>
                <a:path w="2701410" h="131026">
                  <a:moveTo>
                    <a:pt x="2701410" y="131026"/>
                  </a:moveTo>
                  <a:lnTo>
                    <a:pt x="2026057" y="0"/>
                  </a:lnTo>
                  <a:lnTo>
                    <a:pt x="1350705" y="38542"/>
                  </a:lnTo>
                  <a:lnTo>
                    <a:pt x="675352" y="89478"/>
                  </a:lnTo>
                  <a:lnTo>
                    <a:pt x="0" y="322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145875" y="4619753"/>
              <a:ext cx="2701410" cy="615363"/>
            </a:xfrm>
            <a:custGeom>
              <a:avLst/>
              <a:pathLst>
                <a:path w="2701410" h="615363">
                  <a:moveTo>
                    <a:pt x="0" y="0"/>
                  </a:moveTo>
                  <a:lnTo>
                    <a:pt x="675352" y="143971"/>
                  </a:lnTo>
                  <a:lnTo>
                    <a:pt x="1350705" y="208059"/>
                  </a:lnTo>
                  <a:lnTo>
                    <a:pt x="2026057" y="505672"/>
                  </a:lnTo>
                  <a:lnTo>
                    <a:pt x="2701410" y="615363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145875" y="4619753"/>
              <a:ext cx="2701410" cy="498422"/>
            </a:xfrm>
            <a:custGeom>
              <a:avLst/>
              <a:pathLst>
                <a:path w="2701410" h="498422">
                  <a:moveTo>
                    <a:pt x="0" y="0"/>
                  </a:moveTo>
                  <a:lnTo>
                    <a:pt x="675352" y="154373"/>
                  </a:lnTo>
                  <a:lnTo>
                    <a:pt x="1350705" y="215782"/>
                  </a:lnTo>
                  <a:lnTo>
                    <a:pt x="2026057" y="240198"/>
                  </a:lnTo>
                  <a:lnTo>
                    <a:pt x="2701410" y="498422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119234" y="459311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794587" y="4737083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469939" y="480117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145292" y="509878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820644" y="520847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119234" y="459311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794587" y="474748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469939" y="480889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145292" y="483331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820644" y="509153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517612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517612" y="2756389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4922824" y="1278212"/>
              <a:ext cx="2701410" cy="1962679"/>
            </a:xfrm>
            <a:custGeom>
              <a:avLst/>
              <a:pathLst>
                <a:path w="2701410" h="1962679">
                  <a:moveTo>
                    <a:pt x="0" y="998531"/>
                  </a:moveTo>
                  <a:lnTo>
                    <a:pt x="675352" y="848092"/>
                  </a:lnTo>
                  <a:lnTo>
                    <a:pt x="1350705" y="822742"/>
                  </a:lnTo>
                  <a:lnTo>
                    <a:pt x="2026057" y="332206"/>
                  </a:lnTo>
                  <a:lnTo>
                    <a:pt x="2701410" y="0"/>
                  </a:lnTo>
                  <a:lnTo>
                    <a:pt x="2701410" y="464794"/>
                  </a:lnTo>
                  <a:lnTo>
                    <a:pt x="2026057" y="934320"/>
                  </a:lnTo>
                  <a:lnTo>
                    <a:pt x="1350705" y="1528272"/>
                  </a:lnTo>
                  <a:lnTo>
                    <a:pt x="675352" y="1667255"/>
                  </a:lnTo>
                  <a:lnTo>
                    <a:pt x="0" y="1962679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922824" y="1278212"/>
              <a:ext cx="2701410" cy="998531"/>
            </a:xfrm>
            <a:custGeom>
              <a:avLst/>
              <a:pathLst>
                <a:path w="2701410" h="998531">
                  <a:moveTo>
                    <a:pt x="0" y="998531"/>
                  </a:moveTo>
                  <a:lnTo>
                    <a:pt x="675352" y="848092"/>
                  </a:lnTo>
                  <a:lnTo>
                    <a:pt x="1350705" y="822742"/>
                  </a:lnTo>
                  <a:lnTo>
                    <a:pt x="2026057" y="332206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4922824" y="1743006"/>
              <a:ext cx="2701410" cy="1497885"/>
            </a:xfrm>
            <a:custGeom>
              <a:avLst/>
              <a:pathLst>
                <a:path w="2701410" h="1497885">
                  <a:moveTo>
                    <a:pt x="2701410" y="0"/>
                  </a:moveTo>
                  <a:lnTo>
                    <a:pt x="2026057" y="469525"/>
                  </a:lnTo>
                  <a:lnTo>
                    <a:pt x="1350705" y="1063478"/>
                  </a:lnTo>
                  <a:lnTo>
                    <a:pt x="675352" y="1202461"/>
                  </a:lnTo>
                  <a:lnTo>
                    <a:pt x="0" y="14978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4922824" y="1298048"/>
              <a:ext cx="2701410" cy="1946819"/>
            </a:xfrm>
            <a:custGeom>
              <a:avLst/>
              <a:pathLst>
                <a:path w="2701410" h="1946819">
                  <a:moveTo>
                    <a:pt x="0" y="975313"/>
                  </a:moveTo>
                  <a:lnTo>
                    <a:pt x="675352" y="830447"/>
                  </a:lnTo>
                  <a:lnTo>
                    <a:pt x="1350705" y="799030"/>
                  </a:lnTo>
                  <a:lnTo>
                    <a:pt x="2026057" y="331602"/>
                  </a:lnTo>
                  <a:lnTo>
                    <a:pt x="2701410" y="0"/>
                  </a:lnTo>
                  <a:lnTo>
                    <a:pt x="2701410" y="473671"/>
                  </a:lnTo>
                  <a:lnTo>
                    <a:pt x="2026057" y="940283"/>
                  </a:lnTo>
                  <a:lnTo>
                    <a:pt x="1350705" y="1514143"/>
                  </a:lnTo>
                  <a:lnTo>
                    <a:pt x="675352" y="1651373"/>
                  </a:lnTo>
                  <a:lnTo>
                    <a:pt x="0" y="1946819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4922824" y="1298048"/>
              <a:ext cx="2701410" cy="975313"/>
            </a:xfrm>
            <a:custGeom>
              <a:avLst/>
              <a:pathLst>
                <a:path w="2701410" h="975313">
                  <a:moveTo>
                    <a:pt x="0" y="975313"/>
                  </a:moveTo>
                  <a:lnTo>
                    <a:pt x="675352" y="830447"/>
                  </a:lnTo>
                  <a:lnTo>
                    <a:pt x="1350705" y="799030"/>
                  </a:lnTo>
                  <a:lnTo>
                    <a:pt x="2026057" y="331602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4922824" y="1771719"/>
              <a:ext cx="2701410" cy="1473148"/>
            </a:xfrm>
            <a:custGeom>
              <a:avLst/>
              <a:pathLst>
                <a:path w="2701410" h="1473148">
                  <a:moveTo>
                    <a:pt x="2701410" y="0"/>
                  </a:moveTo>
                  <a:lnTo>
                    <a:pt x="2026057" y="466612"/>
                  </a:lnTo>
                  <a:lnTo>
                    <a:pt x="1350705" y="1040472"/>
                  </a:lnTo>
                  <a:lnTo>
                    <a:pt x="675352" y="1177701"/>
                  </a:lnTo>
                  <a:lnTo>
                    <a:pt x="0" y="14731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4922824" y="1509212"/>
              <a:ext cx="2701410" cy="1247176"/>
            </a:xfrm>
            <a:custGeom>
              <a:avLst/>
              <a:pathLst>
                <a:path w="2701410" h="1247176">
                  <a:moveTo>
                    <a:pt x="0" y="1247176"/>
                  </a:moveTo>
                  <a:lnTo>
                    <a:pt x="675352" y="1023490"/>
                  </a:lnTo>
                  <a:lnTo>
                    <a:pt x="1350705" y="941161"/>
                  </a:lnTo>
                  <a:lnTo>
                    <a:pt x="2026057" y="400725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922824" y="1533597"/>
              <a:ext cx="2701410" cy="1222792"/>
            </a:xfrm>
            <a:custGeom>
              <a:avLst/>
              <a:pathLst>
                <a:path w="2701410" h="1222792">
                  <a:moveTo>
                    <a:pt x="0" y="1222792"/>
                  </a:moveTo>
                  <a:lnTo>
                    <a:pt x="675352" y="1004517"/>
                  </a:lnTo>
                  <a:lnTo>
                    <a:pt x="1350705" y="914140"/>
                  </a:lnTo>
                  <a:lnTo>
                    <a:pt x="2026057" y="395988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896183" y="272974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5571535" y="250606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6246888" y="242373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6922240" y="188329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7597593" y="148257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4896183" y="2729748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5571535" y="2511473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6246888" y="242109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6922240" y="190294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7597593" y="150695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4517612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4517612" y="5409575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4922824" y="3682934"/>
              <a:ext cx="2701410" cy="1966655"/>
            </a:xfrm>
            <a:custGeom>
              <a:avLst/>
              <a:pathLst>
                <a:path w="2701410" h="1966655">
                  <a:moveTo>
                    <a:pt x="0" y="1494365"/>
                  </a:moveTo>
                  <a:lnTo>
                    <a:pt x="675352" y="1212941"/>
                  </a:lnTo>
                  <a:lnTo>
                    <a:pt x="1350705" y="829705"/>
                  </a:lnTo>
                  <a:lnTo>
                    <a:pt x="2026057" y="602731"/>
                  </a:lnTo>
                  <a:lnTo>
                    <a:pt x="2701410" y="0"/>
                  </a:lnTo>
                  <a:lnTo>
                    <a:pt x="2701410" y="283370"/>
                  </a:lnTo>
                  <a:lnTo>
                    <a:pt x="2026057" y="928633"/>
                  </a:lnTo>
                  <a:lnTo>
                    <a:pt x="1350705" y="1189148"/>
                  </a:lnTo>
                  <a:lnTo>
                    <a:pt x="675352" y="1631649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4922824" y="3682934"/>
              <a:ext cx="2701410" cy="1494365"/>
            </a:xfrm>
            <a:custGeom>
              <a:avLst/>
              <a:pathLst>
                <a:path w="2701410" h="1494365">
                  <a:moveTo>
                    <a:pt x="0" y="1494365"/>
                  </a:moveTo>
                  <a:lnTo>
                    <a:pt x="675352" y="1212941"/>
                  </a:lnTo>
                  <a:lnTo>
                    <a:pt x="1350705" y="829705"/>
                  </a:lnTo>
                  <a:lnTo>
                    <a:pt x="2026057" y="602731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4922824" y="3966304"/>
              <a:ext cx="2701410" cy="1683285"/>
            </a:xfrm>
            <a:custGeom>
              <a:avLst/>
              <a:pathLst>
                <a:path w="2701410" h="1683285">
                  <a:moveTo>
                    <a:pt x="2701410" y="0"/>
                  </a:moveTo>
                  <a:lnTo>
                    <a:pt x="2026057" y="645263"/>
                  </a:lnTo>
                  <a:lnTo>
                    <a:pt x="1350705" y="905778"/>
                  </a:lnTo>
                  <a:lnTo>
                    <a:pt x="675352" y="1348278"/>
                  </a:lnTo>
                  <a:lnTo>
                    <a:pt x="0" y="1683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4922824" y="3972516"/>
              <a:ext cx="2701410" cy="1621556"/>
            </a:xfrm>
            <a:custGeom>
              <a:avLst/>
              <a:pathLst>
                <a:path w="2701410" h="1621556">
                  <a:moveTo>
                    <a:pt x="0" y="1255050"/>
                  </a:moveTo>
                  <a:lnTo>
                    <a:pt x="675352" y="1038451"/>
                  </a:lnTo>
                  <a:lnTo>
                    <a:pt x="1350705" y="713708"/>
                  </a:lnTo>
                  <a:lnTo>
                    <a:pt x="2026057" y="533089"/>
                  </a:lnTo>
                  <a:lnTo>
                    <a:pt x="2701410" y="0"/>
                  </a:lnTo>
                  <a:lnTo>
                    <a:pt x="2701410" y="225112"/>
                  </a:lnTo>
                  <a:lnTo>
                    <a:pt x="2026057" y="788306"/>
                  </a:lnTo>
                  <a:lnTo>
                    <a:pt x="1350705" y="996754"/>
                  </a:lnTo>
                  <a:lnTo>
                    <a:pt x="675352" y="1353649"/>
                  </a:lnTo>
                  <a:lnTo>
                    <a:pt x="0" y="1621556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4922824" y="3972516"/>
              <a:ext cx="2701410" cy="1255050"/>
            </a:xfrm>
            <a:custGeom>
              <a:avLst/>
              <a:pathLst>
                <a:path w="2701410" h="1255050">
                  <a:moveTo>
                    <a:pt x="0" y="1255050"/>
                  </a:moveTo>
                  <a:lnTo>
                    <a:pt x="675352" y="1038451"/>
                  </a:lnTo>
                  <a:lnTo>
                    <a:pt x="1350705" y="713708"/>
                  </a:lnTo>
                  <a:lnTo>
                    <a:pt x="2026057" y="53308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922824" y="4197628"/>
              <a:ext cx="2701410" cy="1396444"/>
            </a:xfrm>
            <a:custGeom>
              <a:avLst/>
              <a:pathLst>
                <a:path w="2701410" h="1396444">
                  <a:moveTo>
                    <a:pt x="2701410" y="0"/>
                  </a:moveTo>
                  <a:lnTo>
                    <a:pt x="2026057" y="563194"/>
                  </a:lnTo>
                  <a:lnTo>
                    <a:pt x="1350705" y="771642"/>
                  </a:lnTo>
                  <a:lnTo>
                    <a:pt x="675352" y="1128536"/>
                  </a:lnTo>
                  <a:lnTo>
                    <a:pt x="0" y="13964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4922824" y="3822748"/>
              <a:ext cx="2701410" cy="1586827"/>
            </a:xfrm>
            <a:custGeom>
              <a:avLst/>
              <a:pathLst>
                <a:path w="2701410" h="1586827">
                  <a:moveTo>
                    <a:pt x="0" y="1586827"/>
                  </a:moveTo>
                  <a:lnTo>
                    <a:pt x="675352" y="1281631"/>
                  </a:lnTo>
                  <a:lnTo>
                    <a:pt x="1350705" y="867348"/>
                  </a:lnTo>
                  <a:lnTo>
                    <a:pt x="2026057" y="623483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4922824" y="4085120"/>
              <a:ext cx="2701410" cy="1324454"/>
            </a:xfrm>
            <a:custGeom>
              <a:avLst/>
              <a:pathLst>
                <a:path w="2701410" h="1324454">
                  <a:moveTo>
                    <a:pt x="0" y="1324454"/>
                  </a:moveTo>
                  <a:lnTo>
                    <a:pt x="675352" y="1083851"/>
                  </a:lnTo>
                  <a:lnTo>
                    <a:pt x="1350705" y="741950"/>
                  </a:lnTo>
                  <a:lnTo>
                    <a:pt x="2026057" y="547196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896183" y="5382934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5571535" y="5077739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6246888" y="466345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6922240" y="441959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7597593" y="379610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896183" y="538293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5571535" y="514233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6246888" y="4800430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6922240" y="460567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7597593" y="4058479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8294561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8294561" y="3073259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8699772" y="1278212"/>
              <a:ext cx="2701410" cy="1966655"/>
            </a:xfrm>
            <a:custGeom>
              <a:avLst/>
              <a:pathLst>
                <a:path w="2701410" h="1966655">
                  <a:moveTo>
                    <a:pt x="0" y="1623344"/>
                  </a:moveTo>
                  <a:lnTo>
                    <a:pt x="675352" y="1401281"/>
                  </a:lnTo>
                  <a:lnTo>
                    <a:pt x="1350705" y="1049070"/>
                  </a:lnTo>
                  <a:lnTo>
                    <a:pt x="2026057" y="786339"/>
                  </a:lnTo>
                  <a:lnTo>
                    <a:pt x="2701410" y="0"/>
                  </a:lnTo>
                  <a:lnTo>
                    <a:pt x="2701410" y="226615"/>
                  </a:lnTo>
                  <a:lnTo>
                    <a:pt x="2026057" y="1040582"/>
                  </a:lnTo>
                  <a:lnTo>
                    <a:pt x="1350705" y="1320944"/>
                  </a:lnTo>
                  <a:lnTo>
                    <a:pt x="675352" y="1705918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8699772" y="1278212"/>
              <a:ext cx="2701410" cy="1623344"/>
            </a:xfrm>
            <a:custGeom>
              <a:avLst/>
              <a:pathLst>
                <a:path w="2701410" h="1623344">
                  <a:moveTo>
                    <a:pt x="0" y="1623344"/>
                  </a:moveTo>
                  <a:lnTo>
                    <a:pt x="675352" y="1401281"/>
                  </a:lnTo>
                  <a:lnTo>
                    <a:pt x="1350705" y="1049070"/>
                  </a:lnTo>
                  <a:lnTo>
                    <a:pt x="2026057" y="78633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8699772" y="1504827"/>
              <a:ext cx="2701410" cy="1740040"/>
            </a:xfrm>
            <a:custGeom>
              <a:avLst/>
              <a:pathLst>
                <a:path w="2701410" h="1740040">
                  <a:moveTo>
                    <a:pt x="2701410" y="0"/>
                  </a:moveTo>
                  <a:lnTo>
                    <a:pt x="2026057" y="813967"/>
                  </a:lnTo>
                  <a:lnTo>
                    <a:pt x="1350705" y="1094328"/>
                  </a:lnTo>
                  <a:lnTo>
                    <a:pt x="675352" y="1479303"/>
                  </a:lnTo>
                  <a:lnTo>
                    <a:pt x="0" y="1740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8699772" y="1358574"/>
              <a:ext cx="2701410" cy="1875387"/>
            </a:xfrm>
            <a:custGeom>
              <a:avLst/>
              <a:pathLst>
                <a:path w="2701410" h="1875387">
                  <a:moveTo>
                    <a:pt x="0" y="1550566"/>
                  </a:moveTo>
                  <a:lnTo>
                    <a:pt x="675352" y="1386399"/>
                  </a:lnTo>
                  <a:lnTo>
                    <a:pt x="1350705" y="1051744"/>
                  </a:lnTo>
                  <a:lnTo>
                    <a:pt x="2026057" y="825907"/>
                  </a:lnTo>
                  <a:lnTo>
                    <a:pt x="2701410" y="0"/>
                  </a:lnTo>
                  <a:lnTo>
                    <a:pt x="2701410" y="216090"/>
                  </a:lnTo>
                  <a:lnTo>
                    <a:pt x="2026057" y="1064630"/>
                  </a:lnTo>
                  <a:lnTo>
                    <a:pt x="1350705" y="1309643"/>
                  </a:lnTo>
                  <a:lnTo>
                    <a:pt x="675352" y="1661327"/>
                  </a:lnTo>
                  <a:lnTo>
                    <a:pt x="0" y="1875387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8699772" y="1358574"/>
              <a:ext cx="2701410" cy="1550566"/>
            </a:xfrm>
            <a:custGeom>
              <a:avLst/>
              <a:pathLst>
                <a:path w="2701410" h="1550566">
                  <a:moveTo>
                    <a:pt x="0" y="1550566"/>
                  </a:moveTo>
                  <a:lnTo>
                    <a:pt x="675352" y="1386399"/>
                  </a:lnTo>
                  <a:lnTo>
                    <a:pt x="1350705" y="1051744"/>
                  </a:lnTo>
                  <a:lnTo>
                    <a:pt x="2026057" y="825907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699772" y="1574665"/>
              <a:ext cx="2701410" cy="1659296"/>
            </a:xfrm>
            <a:custGeom>
              <a:avLst/>
              <a:pathLst>
                <a:path w="2701410" h="1659296">
                  <a:moveTo>
                    <a:pt x="2701410" y="0"/>
                  </a:moveTo>
                  <a:lnTo>
                    <a:pt x="2026057" y="848540"/>
                  </a:lnTo>
                  <a:lnTo>
                    <a:pt x="1350705" y="1093553"/>
                  </a:lnTo>
                  <a:lnTo>
                    <a:pt x="675352" y="1445237"/>
                  </a:lnTo>
                  <a:lnTo>
                    <a:pt x="0" y="16592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8699772" y="1392433"/>
              <a:ext cx="2701410" cy="1680826"/>
            </a:xfrm>
            <a:custGeom>
              <a:avLst/>
              <a:pathLst>
                <a:path w="2701410" h="1680826">
                  <a:moveTo>
                    <a:pt x="0" y="1680826"/>
                  </a:moveTo>
                  <a:lnTo>
                    <a:pt x="675352" y="1441934"/>
                  </a:lnTo>
                  <a:lnTo>
                    <a:pt x="1350705" y="1070190"/>
                  </a:lnTo>
                  <a:lnTo>
                    <a:pt x="2026057" y="798599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8699772" y="1467296"/>
              <a:ext cx="2701410" cy="1605963"/>
            </a:xfrm>
            <a:custGeom>
              <a:avLst/>
              <a:pathLst>
                <a:path w="2701410" h="1605963">
                  <a:moveTo>
                    <a:pt x="0" y="1605963"/>
                  </a:moveTo>
                  <a:lnTo>
                    <a:pt x="675352" y="1416606"/>
                  </a:lnTo>
                  <a:lnTo>
                    <a:pt x="1350705" y="1073768"/>
                  </a:lnTo>
                  <a:lnTo>
                    <a:pt x="2026057" y="837560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8673131" y="304661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9348484" y="280772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0023836" y="2435983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0699189" y="216439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1374541" y="136579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8673131" y="3046618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9348484" y="285726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0023836" y="2514423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0699189" y="227821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1374541" y="144065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8294561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294561" y="4537516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8699772" y="3872741"/>
              <a:ext cx="2701410" cy="1776848"/>
            </a:xfrm>
            <a:custGeom>
              <a:avLst/>
              <a:pathLst>
                <a:path w="2701410" h="1776848">
                  <a:moveTo>
                    <a:pt x="0" y="0"/>
                  </a:moveTo>
                  <a:lnTo>
                    <a:pt x="675352" y="261717"/>
                  </a:lnTo>
                  <a:lnTo>
                    <a:pt x="1350705" y="401297"/>
                  </a:lnTo>
                  <a:lnTo>
                    <a:pt x="2026057" y="756436"/>
                  </a:lnTo>
                  <a:lnTo>
                    <a:pt x="2701410" y="931079"/>
                  </a:lnTo>
                  <a:lnTo>
                    <a:pt x="2701410" y="1776848"/>
                  </a:lnTo>
                  <a:lnTo>
                    <a:pt x="2026057" y="1737092"/>
                  </a:lnTo>
                  <a:lnTo>
                    <a:pt x="1350705" y="1468774"/>
                  </a:lnTo>
                  <a:lnTo>
                    <a:pt x="675352" y="1458072"/>
                  </a:lnTo>
                  <a:lnTo>
                    <a:pt x="0" y="1343662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8699772" y="3872741"/>
              <a:ext cx="2701410" cy="931079"/>
            </a:xfrm>
            <a:custGeom>
              <a:avLst/>
              <a:pathLst>
                <a:path w="2701410" h="931079">
                  <a:moveTo>
                    <a:pt x="0" y="0"/>
                  </a:moveTo>
                  <a:lnTo>
                    <a:pt x="675352" y="261717"/>
                  </a:lnTo>
                  <a:lnTo>
                    <a:pt x="1350705" y="401297"/>
                  </a:lnTo>
                  <a:lnTo>
                    <a:pt x="2026057" y="756436"/>
                  </a:lnTo>
                  <a:lnTo>
                    <a:pt x="2701410" y="9310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699772" y="5216403"/>
              <a:ext cx="2701410" cy="433186"/>
            </a:xfrm>
            <a:custGeom>
              <a:avLst/>
              <a:pathLst>
                <a:path w="2701410" h="433186">
                  <a:moveTo>
                    <a:pt x="2701410" y="433186"/>
                  </a:moveTo>
                  <a:lnTo>
                    <a:pt x="2026057" y="393430"/>
                  </a:lnTo>
                  <a:lnTo>
                    <a:pt x="1350705" y="125112"/>
                  </a:lnTo>
                  <a:lnTo>
                    <a:pt x="675352" y="1144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8699772" y="3682934"/>
              <a:ext cx="2701410" cy="1853151"/>
            </a:xfrm>
            <a:custGeom>
              <a:avLst/>
              <a:pathLst>
                <a:path w="2701410" h="1853151">
                  <a:moveTo>
                    <a:pt x="0" y="0"/>
                  </a:moveTo>
                  <a:lnTo>
                    <a:pt x="675352" y="225408"/>
                  </a:lnTo>
                  <a:lnTo>
                    <a:pt x="1350705" y="388780"/>
                  </a:lnTo>
                  <a:lnTo>
                    <a:pt x="2026057" y="554863"/>
                  </a:lnTo>
                  <a:lnTo>
                    <a:pt x="2701410" y="871946"/>
                  </a:lnTo>
                  <a:lnTo>
                    <a:pt x="2701410" y="1853151"/>
                  </a:lnTo>
                  <a:lnTo>
                    <a:pt x="2026057" y="1755307"/>
                  </a:lnTo>
                  <a:lnTo>
                    <a:pt x="1350705" y="1698946"/>
                  </a:lnTo>
                  <a:lnTo>
                    <a:pt x="675352" y="1770319"/>
                  </a:lnTo>
                  <a:lnTo>
                    <a:pt x="0" y="1703131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8699772" y="3682934"/>
              <a:ext cx="2701410" cy="871946"/>
            </a:xfrm>
            <a:custGeom>
              <a:avLst/>
              <a:pathLst>
                <a:path w="2701410" h="871946">
                  <a:moveTo>
                    <a:pt x="0" y="0"/>
                  </a:moveTo>
                  <a:lnTo>
                    <a:pt x="675352" y="225408"/>
                  </a:lnTo>
                  <a:lnTo>
                    <a:pt x="1350705" y="388780"/>
                  </a:lnTo>
                  <a:lnTo>
                    <a:pt x="2026057" y="554863"/>
                  </a:lnTo>
                  <a:lnTo>
                    <a:pt x="2701410" y="8719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8699772" y="5381880"/>
              <a:ext cx="2701410" cy="154205"/>
            </a:xfrm>
            <a:custGeom>
              <a:avLst/>
              <a:pathLst>
                <a:path w="2701410" h="154205">
                  <a:moveTo>
                    <a:pt x="2701410" y="154205"/>
                  </a:moveTo>
                  <a:lnTo>
                    <a:pt x="2026057" y="56361"/>
                  </a:lnTo>
                  <a:lnTo>
                    <a:pt x="1350705" y="0"/>
                  </a:lnTo>
                  <a:lnTo>
                    <a:pt x="675352" y="71373"/>
                  </a:lnTo>
                  <a:lnTo>
                    <a:pt x="0" y="41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8699772" y="4537516"/>
              <a:ext cx="2701410" cy="692311"/>
            </a:xfrm>
            <a:custGeom>
              <a:avLst/>
              <a:pathLst>
                <a:path w="2701410" h="692311">
                  <a:moveTo>
                    <a:pt x="0" y="0"/>
                  </a:moveTo>
                  <a:lnTo>
                    <a:pt x="675352" y="198531"/>
                  </a:lnTo>
                  <a:lnTo>
                    <a:pt x="1350705" y="272950"/>
                  </a:lnTo>
                  <a:lnTo>
                    <a:pt x="2026057" y="586444"/>
                  </a:lnTo>
                  <a:lnTo>
                    <a:pt x="2701410" y="692311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699772" y="4537516"/>
              <a:ext cx="2701410" cy="511926"/>
            </a:xfrm>
            <a:custGeom>
              <a:avLst/>
              <a:pathLst>
                <a:path w="2701410" h="511926">
                  <a:moveTo>
                    <a:pt x="0" y="0"/>
                  </a:moveTo>
                  <a:lnTo>
                    <a:pt x="675352" y="161060"/>
                  </a:lnTo>
                  <a:lnTo>
                    <a:pt x="1350705" y="188397"/>
                  </a:lnTo>
                  <a:lnTo>
                    <a:pt x="2026057" y="299351"/>
                  </a:lnTo>
                  <a:lnTo>
                    <a:pt x="2701410" y="511926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8673131" y="451087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9348484" y="470940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0023836" y="478382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0699189" y="509732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1374541" y="520318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8673131" y="451087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9348484" y="467193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0023836" y="469927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0699189" y="481022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11374541" y="502280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740664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6"/>
            <p:cNvSpPr/>
            <p:nvPr/>
          </p:nvSpPr>
          <p:spPr>
            <a:xfrm>
              <a:off x="2294681" y="3451925"/>
              <a:ext cx="40379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Rao's Q</a:t>
              </a:r>
            </a:p>
          </p:txBody>
        </p:sp>
        <p:sp>
          <p:nvSpPr>
            <p:cNvPr id="128" name="rc127"/>
            <p:cNvSpPr/>
            <p:nvPr/>
          </p:nvSpPr>
          <p:spPr>
            <a:xfrm>
              <a:off x="4517612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tx128"/>
            <p:cNvSpPr/>
            <p:nvPr/>
          </p:nvSpPr>
          <p:spPr>
            <a:xfrm>
              <a:off x="5805539" y="3451925"/>
              <a:ext cx="93597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Shannon diversity</a:t>
              </a:r>
            </a:p>
          </p:txBody>
        </p:sp>
        <p:sp>
          <p:nvSpPr>
            <p:cNvPr id="130" name="rc129"/>
            <p:cNvSpPr/>
            <p:nvPr/>
          </p:nvSpPr>
          <p:spPr>
            <a:xfrm>
              <a:off x="8294561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tx130"/>
            <p:cNvSpPr/>
            <p:nvPr/>
          </p:nvSpPr>
          <p:spPr>
            <a:xfrm>
              <a:off x="9573618" y="3451925"/>
              <a:ext cx="95371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volume</a:t>
              </a:r>
            </a:p>
          </p:txBody>
        </p:sp>
        <p:sp>
          <p:nvSpPr>
            <p:cNvPr id="132" name="rc131"/>
            <p:cNvSpPr/>
            <p:nvPr/>
          </p:nvSpPr>
          <p:spPr>
            <a:xfrm>
              <a:off x="740664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tx132"/>
            <p:cNvSpPr/>
            <p:nvPr/>
          </p:nvSpPr>
          <p:spPr>
            <a:xfrm>
              <a:off x="1704298" y="1047203"/>
              <a:ext cx="1584563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Occupancy-corrected richness</a:t>
              </a:r>
            </a:p>
          </p:txBody>
        </p:sp>
        <p:sp>
          <p:nvSpPr>
            <p:cNvPr id="134" name="rc133"/>
            <p:cNvSpPr/>
            <p:nvPr/>
          </p:nvSpPr>
          <p:spPr>
            <a:xfrm>
              <a:off x="4517612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4"/>
            <p:cNvSpPr/>
            <p:nvPr/>
          </p:nvSpPr>
          <p:spPr>
            <a:xfrm>
              <a:off x="5553530" y="1047203"/>
              <a:ext cx="143999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Mean phylogenetic distance</a:t>
              </a:r>
            </a:p>
          </p:txBody>
        </p:sp>
        <p:sp>
          <p:nvSpPr>
            <p:cNvPr id="136" name="rc135"/>
            <p:cNvSpPr/>
            <p:nvPr/>
          </p:nvSpPr>
          <p:spPr>
            <a:xfrm>
              <a:off x="8294561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6"/>
            <p:cNvSpPr/>
            <p:nvPr/>
          </p:nvSpPr>
          <p:spPr>
            <a:xfrm>
              <a:off x="9477377" y="1047203"/>
              <a:ext cx="1146200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Phylogenetic diversity</a:t>
              </a:r>
            </a:p>
          </p:txBody>
        </p:sp>
        <p:sp>
          <p:nvSpPr>
            <p:cNvPr id="138" name="pl137"/>
            <p:cNvSpPr/>
            <p:nvPr/>
          </p:nvSpPr>
          <p:spPr>
            <a:xfrm>
              <a:off x="740664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14587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821228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2496580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171933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384728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 rot="-2100000">
              <a:off x="74112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45" name="tx144"/>
            <p:cNvSpPr/>
            <p:nvPr/>
          </p:nvSpPr>
          <p:spPr>
            <a:xfrm rot="-2100000">
              <a:off x="1416475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46" name="tx145"/>
            <p:cNvSpPr/>
            <p:nvPr/>
          </p:nvSpPr>
          <p:spPr>
            <a:xfrm rot="-2100000">
              <a:off x="2091827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47" name="tx146"/>
            <p:cNvSpPr/>
            <p:nvPr/>
          </p:nvSpPr>
          <p:spPr>
            <a:xfrm rot="-2100000">
              <a:off x="2767180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48" name="tx147"/>
            <p:cNvSpPr/>
            <p:nvPr/>
          </p:nvSpPr>
          <p:spPr>
            <a:xfrm rot="-2100000">
              <a:off x="344253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49" name="pl148"/>
            <p:cNvSpPr/>
            <p:nvPr/>
          </p:nvSpPr>
          <p:spPr>
            <a:xfrm>
              <a:off x="4517612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4922824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5598176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273529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948881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624234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4"/>
            <p:cNvSpPr/>
            <p:nvPr/>
          </p:nvSpPr>
          <p:spPr>
            <a:xfrm rot="-2100000">
              <a:off x="4518071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56" name="tx155"/>
            <p:cNvSpPr/>
            <p:nvPr/>
          </p:nvSpPr>
          <p:spPr>
            <a:xfrm rot="-2100000">
              <a:off x="5193423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57" name="tx156"/>
            <p:cNvSpPr/>
            <p:nvPr/>
          </p:nvSpPr>
          <p:spPr>
            <a:xfrm rot="-2100000">
              <a:off x="5868776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58" name="tx157"/>
            <p:cNvSpPr/>
            <p:nvPr/>
          </p:nvSpPr>
          <p:spPr>
            <a:xfrm rot="-2100000">
              <a:off x="6544128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59" name="tx158"/>
            <p:cNvSpPr/>
            <p:nvPr/>
          </p:nvSpPr>
          <p:spPr>
            <a:xfrm rot="-2100000">
              <a:off x="7219481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60" name="pl159"/>
            <p:cNvSpPr/>
            <p:nvPr/>
          </p:nvSpPr>
          <p:spPr>
            <a:xfrm>
              <a:off x="8294561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8699772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937512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10050477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0725830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11401182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 rot="-2100000">
              <a:off x="8295019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67" name="tx166"/>
            <p:cNvSpPr/>
            <p:nvPr/>
          </p:nvSpPr>
          <p:spPr>
            <a:xfrm rot="-2100000">
              <a:off x="897037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68" name="tx167"/>
            <p:cNvSpPr/>
            <p:nvPr/>
          </p:nvSpPr>
          <p:spPr>
            <a:xfrm rot="-2100000">
              <a:off x="9645724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69" name="tx168"/>
            <p:cNvSpPr/>
            <p:nvPr/>
          </p:nvSpPr>
          <p:spPr>
            <a:xfrm rot="-2100000">
              <a:off x="10321077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70" name="tx169"/>
            <p:cNvSpPr/>
            <p:nvPr/>
          </p:nvSpPr>
          <p:spPr>
            <a:xfrm rot="-2100000">
              <a:off x="10996429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71" name="pl170"/>
            <p:cNvSpPr/>
            <p:nvPr/>
          </p:nvSpPr>
          <p:spPr>
            <a:xfrm>
              <a:off x="8294561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1"/>
            <p:cNvSpPr/>
            <p:nvPr/>
          </p:nvSpPr>
          <p:spPr>
            <a:xfrm>
              <a:off x="8083219" y="303823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8083219" y="242482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110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8083219" y="181140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8083219" y="119799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130</a:t>
              </a:r>
            </a:p>
          </p:txBody>
        </p:sp>
        <p:sp>
          <p:nvSpPr>
            <p:cNvPr id="176" name="pl175"/>
            <p:cNvSpPr/>
            <p:nvPr/>
          </p:nvSpPr>
          <p:spPr>
            <a:xfrm>
              <a:off x="8267674" y="307325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8267674" y="2459844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8267674" y="1846430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8267674" y="123301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8294561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0"/>
            <p:cNvSpPr/>
            <p:nvPr/>
          </p:nvSpPr>
          <p:spPr>
            <a:xfrm>
              <a:off x="8137534" y="555495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98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8137534" y="502872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8083219" y="450249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8083219" y="397626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185" name="pl184"/>
            <p:cNvSpPr/>
            <p:nvPr/>
          </p:nvSpPr>
          <p:spPr>
            <a:xfrm>
              <a:off x="8267674" y="558997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8267674" y="506374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8267674" y="453751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8267674" y="401128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4517612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89"/>
            <p:cNvSpPr/>
            <p:nvPr/>
          </p:nvSpPr>
          <p:spPr>
            <a:xfrm>
              <a:off x="4360585" y="3101030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4306270" y="2721367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4306270" y="234170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4306270" y="196204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4306270" y="1582381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103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4306270" y="120271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104</a:t>
              </a:r>
            </a:p>
          </p:txBody>
        </p:sp>
        <p:sp>
          <p:nvSpPr>
            <p:cNvPr id="196" name="pl195"/>
            <p:cNvSpPr/>
            <p:nvPr/>
          </p:nvSpPr>
          <p:spPr>
            <a:xfrm>
              <a:off x="4490726" y="313605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4490726" y="275638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4490726" y="237672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4490726" y="199706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4490726" y="1617402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4490726" y="1237740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4517612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2"/>
            <p:cNvSpPr/>
            <p:nvPr/>
          </p:nvSpPr>
          <p:spPr>
            <a:xfrm>
              <a:off x="4306270" y="5374554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04" name="tx203"/>
            <p:cNvSpPr/>
            <p:nvPr/>
          </p:nvSpPr>
          <p:spPr>
            <a:xfrm>
              <a:off x="4306270" y="4843796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205" name="tx204"/>
            <p:cNvSpPr/>
            <p:nvPr/>
          </p:nvSpPr>
          <p:spPr>
            <a:xfrm>
              <a:off x="4306270" y="431303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206" name="tx205"/>
            <p:cNvSpPr/>
            <p:nvPr/>
          </p:nvSpPr>
          <p:spPr>
            <a:xfrm>
              <a:off x="4306270" y="3782280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103</a:t>
              </a:r>
            </a:p>
          </p:txBody>
        </p:sp>
        <p:sp>
          <p:nvSpPr>
            <p:cNvPr id="207" name="pl206"/>
            <p:cNvSpPr/>
            <p:nvPr/>
          </p:nvSpPr>
          <p:spPr>
            <a:xfrm>
              <a:off x="4490726" y="540957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490726" y="487881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4490726" y="434805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4490726" y="381730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740664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529322" y="3038364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3" name="tx212"/>
            <p:cNvSpPr/>
            <p:nvPr/>
          </p:nvSpPr>
          <p:spPr>
            <a:xfrm>
              <a:off x="529322" y="2424546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110</a:t>
              </a:r>
            </a:p>
          </p:txBody>
        </p:sp>
        <p:sp>
          <p:nvSpPr>
            <p:cNvPr id="214" name="tx213"/>
            <p:cNvSpPr/>
            <p:nvPr/>
          </p:nvSpPr>
          <p:spPr>
            <a:xfrm>
              <a:off x="529322" y="181072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215" name="tx214"/>
            <p:cNvSpPr/>
            <p:nvPr/>
          </p:nvSpPr>
          <p:spPr>
            <a:xfrm>
              <a:off x="529322" y="119690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130</a:t>
              </a:r>
            </a:p>
          </p:txBody>
        </p:sp>
        <p:sp>
          <p:nvSpPr>
            <p:cNvPr id="216" name="pl215"/>
            <p:cNvSpPr/>
            <p:nvPr/>
          </p:nvSpPr>
          <p:spPr>
            <a:xfrm>
              <a:off x="713777" y="307338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713777" y="245956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713777" y="184574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713777" y="123193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740664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0"/>
            <p:cNvSpPr/>
            <p:nvPr/>
          </p:nvSpPr>
          <p:spPr>
            <a:xfrm>
              <a:off x="583637" y="540241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583637" y="4993573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529322" y="4584731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529322" y="4175890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529322" y="376704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226" name="pl225"/>
            <p:cNvSpPr/>
            <p:nvPr/>
          </p:nvSpPr>
          <p:spPr>
            <a:xfrm>
              <a:off x="713777" y="543743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713777" y="5028594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713777" y="4619753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713777" y="4210912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13777" y="380207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tx230"/>
            <p:cNvSpPr/>
            <p:nvPr/>
          </p:nvSpPr>
          <p:spPr>
            <a:xfrm rot="-5400000">
              <a:off x="-162150" y="3425038"/>
              <a:ext cx="1203716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Index (2000-2004 = 100)</a:t>
              </a:r>
            </a:p>
          </p:txBody>
        </p:sp>
        <p:sp>
          <p:nvSpPr>
            <p:cNvPr id="232" name="rc231"/>
            <p:cNvSpPr/>
            <p:nvPr/>
          </p:nvSpPr>
          <p:spPr>
            <a:xfrm>
              <a:off x="5040170" y="6246896"/>
              <a:ext cx="2466718" cy="32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5093943" y="63006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5100897" y="6307624"/>
              <a:ext cx="205546" cy="205546"/>
            </a:xfrm>
            <a:prstGeom prst="rect">
              <a:avLst/>
            </a:pr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5115888" y="6410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5177030" y="638375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6251587" y="63006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6258541" y="6307624"/>
              <a:ext cx="205546" cy="205546"/>
            </a:xfrm>
            <a:prstGeom prst="rect">
              <a:avLst/>
            </a:pr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6273532" y="6410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6334673" y="6383757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0"/>
            <p:cNvSpPr/>
            <p:nvPr/>
          </p:nvSpPr>
          <p:spPr>
            <a:xfrm>
              <a:off x="5367172" y="6375376"/>
              <a:ext cx="83064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242" name="tx241"/>
            <p:cNvSpPr/>
            <p:nvPr/>
          </p:nvSpPr>
          <p:spPr>
            <a:xfrm>
              <a:off x="6524816" y="6375376"/>
              <a:ext cx="928298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243" name="tx242"/>
            <p:cNvSpPr/>
            <p:nvPr/>
          </p:nvSpPr>
          <p:spPr>
            <a:xfrm>
              <a:off x="740664" y="789716"/>
              <a:ext cx="4351446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Each dimension is indexed to 100 at 2000-2004 to compare rates of change across metrics</a:t>
              </a:r>
            </a:p>
          </p:txBody>
        </p:sp>
        <p:sp>
          <p:nvSpPr>
            <p:cNvPr id="244" name="tx243"/>
            <p:cNvSpPr/>
            <p:nvPr/>
          </p:nvSpPr>
          <p:spPr>
            <a:xfrm>
              <a:off x="740664" y="604140"/>
              <a:ext cx="2352202" cy="103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National multidiversity trajectories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2026-07-14T22:16:09Z</dcterms:modified>
  <cp:category/>
</cp:coreProperties>
</file>