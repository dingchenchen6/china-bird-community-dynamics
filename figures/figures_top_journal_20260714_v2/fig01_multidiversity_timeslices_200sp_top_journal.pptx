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f741dac21e93b3badac464854067e07c2c6913a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Fig01 multidiversity timeslices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2026-07-14T22:16:08Z</dcterms:modified>
  <cp:category/>
</cp:coreProperties>
</file>