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20040" y="128016"/>
            <a:ext cx="11521440" cy="310896"/>
          </a:xfrm>
        </p:spPr>
        <p:txBody>
          <a:bodyPr/>
          <a:lstStyle/>
          <a:p>
            <a:r>
              <a:rPr/>
              <a:t>Fig10 driver coefficients 500sp top journal editable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274320" y="502920"/>
            <a:ext cx="11658600" cy="6172200"/>
            <a:chOff x="274320" y="502920"/>
            <a:chExt cx="11658600" cy="6172200"/>
          </a:xfrm>
        </p:grpSpPr>
        <p:sp>
          <p:nvSpPr>
            <p:cNvPr id="4" name="rc3"/>
            <p:cNvSpPr/>
            <p:nvPr/>
          </p:nvSpPr>
          <p:spPr>
            <a:xfrm>
              <a:off x="274320" y="502920"/>
              <a:ext cx="11658600" cy="6172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74320" y="502920"/>
              <a:ext cx="11658600" cy="6172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97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922805" y="1161108"/>
              <a:ext cx="3260367" cy="13356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3773903" y="1161108"/>
              <a:ext cx="0" cy="1335604"/>
            </a:xfrm>
            <a:custGeom>
              <a:avLst/>
              <a:pathLst>
                <a:path w="0" h="1335604">
                  <a:moveTo>
                    <a:pt x="0" y="13356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9EA8B1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3831563" y="123967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3740932" y="1239673"/>
              <a:ext cx="90630" cy="0"/>
            </a:xfrm>
            <a:custGeom>
              <a:avLst/>
              <a:pathLst>
                <a:path w="90630" h="0">
                  <a:moveTo>
                    <a:pt x="9063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740932" y="123967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3852656" y="137061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3758070" y="1370615"/>
              <a:ext cx="94586" cy="0"/>
            </a:xfrm>
            <a:custGeom>
              <a:avLst/>
              <a:pathLst>
                <a:path w="94586" h="0">
                  <a:moveTo>
                    <a:pt x="94586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3758070" y="137061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3837040" y="150155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3777439" y="1501556"/>
              <a:ext cx="59601" cy="0"/>
            </a:xfrm>
            <a:custGeom>
              <a:avLst/>
              <a:pathLst>
                <a:path w="59601" h="0">
                  <a:moveTo>
                    <a:pt x="59601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3777439" y="150155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3819528" y="16324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3734852" y="1632498"/>
              <a:ext cx="84675" cy="0"/>
            </a:xfrm>
            <a:custGeom>
              <a:avLst/>
              <a:pathLst>
                <a:path w="84675" h="0">
                  <a:moveTo>
                    <a:pt x="84675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734852" y="16324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784354" y="176344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3745271" y="1763440"/>
              <a:ext cx="39083" cy="0"/>
            </a:xfrm>
            <a:custGeom>
              <a:avLst/>
              <a:pathLst>
                <a:path w="39083" h="0">
                  <a:moveTo>
                    <a:pt x="39083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3745271" y="176344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3828948" y="18943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3740892" y="1894381"/>
              <a:ext cx="88055" cy="0"/>
            </a:xfrm>
            <a:custGeom>
              <a:avLst/>
              <a:pathLst>
                <a:path w="88055" h="0">
                  <a:moveTo>
                    <a:pt x="88055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3740892" y="18943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3700659" y="20253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3651068" y="2025323"/>
              <a:ext cx="49591" cy="0"/>
            </a:xfrm>
            <a:custGeom>
              <a:avLst/>
              <a:pathLst>
                <a:path w="49591" h="0">
                  <a:moveTo>
                    <a:pt x="49591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3651068" y="20253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3769333" y="215626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3727013" y="2156265"/>
              <a:ext cx="42320" cy="0"/>
            </a:xfrm>
            <a:custGeom>
              <a:avLst/>
              <a:pathLst>
                <a:path w="42320" h="0">
                  <a:moveTo>
                    <a:pt x="4232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3727013" y="215626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5034974" y="228720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3910313" y="2287206"/>
              <a:ext cx="1124661" cy="0"/>
            </a:xfrm>
            <a:custGeom>
              <a:avLst/>
              <a:pathLst>
                <a:path w="1124661" h="0">
                  <a:moveTo>
                    <a:pt x="1124661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3910313" y="228720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704523" y="241814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2071004" y="2418148"/>
              <a:ext cx="1633518" cy="0"/>
            </a:xfrm>
            <a:custGeom>
              <a:avLst/>
              <a:pathLst>
                <a:path w="1633518" h="0">
                  <a:moveTo>
                    <a:pt x="1633518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2071004" y="241814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7"/>
            <p:cNvSpPr/>
            <p:nvPr/>
          </p:nvSpPr>
          <p:spPr>
            <a:xfrm>
              <a:off x="3758783" y="1213323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3779209" y="1344265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3780855" y="1475207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3751253" y="1606148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3738513" y="1737090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3758747" y="1868032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3"/>
            <p:cNvSpPr/>
            <p:nvPr/>
          </p:nvSpPr>
          <p:spPr>
            <a:xfrm>
              <a:off x="3649196" y="1998973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4"/>
            <p:cNvSpPr/>
            <p:nvPr/>
          </p:nvSpPr>
          <p:spPr>
            <a:xfrm>
              <a:off x="3721999" y="2129915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5"/>
            <p:cNvSpPr/>
            <p:nvPr/>
          </p:nvSpPr>
          <p:spPr>
            <a:xfrm>
              <a:off x="4426279" y="2260857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6"/>
            <p:cNvSpPr/>
            <p:nvPr/>
          </p:nvSpPr>
          <p:spPr>
            <a:xfrm>
              <a:off x="2923462" y="2391798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rc47"/>
            <p:cNvSpPr/>
            <p:nvPr/>
          </p:nvSpPr>
          <p:spPr>
            <a:xfrm>
              <a:off x="1922805" y="2859766"/>
              <a:ext cx="3260367" cy="13356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3018871" y="2859766"/>
              <a:ext cx="0" cy="1335604"/>
            </a:xfrm>
            <a:custGeom>
              <a:avLst/>
              <a:pathLst>
                <a:path w="0" h="1335604">
                  <a:moveTo>
                    <a:pt x="0" y="13356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9EA8B1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3220253" y="29383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2786243" y="2938331"/>
              <a:ext cx="434009" cy="0"/>
            </a:xfrm>
            <a:custGeom>
              <a:avLst/>
              <a:pathLst>
                <a:path w="434009" h="0">
                  <a:moveTo>
                    <a:pt x="434009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2786243" y="29383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3508572" y="306927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3045585" y="3069273"/>
              <a:ext cx="462986" cy="0"/>
            </a:xfrm>
            <a:custGeom>
              <a:avLst/>
              <a:pathLst>
                <a:path w="462986" h="0">
                  <a:moveTo>
                    <a:pt x="462986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3045585" y="306927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3117792" y="32002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2821094" y="3200214"/>
              <a:ext cx="296698" cy="0"/>
            </a:xfrm>
            <a:custGeom>
              <a:avLst/>
              <a:pathLst>
                <a:path w="296698" h="0">
                  <a:moveTo>
                    <a:pt x="296698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2821094" y="32002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3324859" y="333115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2903102" y="3331156"/>
              <a:ext cx="421756" cy="0"/>
            </a:xfrm>
            <a:custGeom>
              <a:avLst/>
              <a:pathLst>
                <a:path w="421756" h="0">
                  <a:moveTo>
                    <a:pt x="421756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2903102" y="333115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3194180" y="34620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2993253" y="3462098"/>
              <a:ext cx="200926" cy="0"/>
            </a:xfrm>
            <a:custGeom>
              <a:avLst/>
              <a:pathLst>
                <a:path w="200926" h="0">
                  <a:moveTo>
                    <a:pt x="200926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2993253" y="34620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3232015" y="359303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2780336" y="3593039"/>
              <a:ext cx="451678" cy="0"/>
            </a:xfrm>
            <a:custGeom>
              <a:avLst/>
              <a:pathLst>
                <a:path w="451678" h="0">
                  <a:moveTo>
                    <a:pt x="451678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2780336" y="359303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3290632" y="37239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3025724" y="3723981"/>
              <a:ext cx="264908" cy="0"/>
            </a:xfrm>
            <a:custGeom>
              <a:avLst/>
              <a:pathLst>
                <a:path w="264908" h="0">
                  <a:moveTo>
                    <a:pt x="264908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3025724" y="37239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3610032" y="38549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3387903" y="3854923"/>
              <a:ext cx="222129" cy="0"/>
            </a:xfrm>
            <a:custGeom>
              <a:avLst/>
              <a:pathLst>
                <a:path w="222129" h="0">
                  <a:moveTo>
                    <a:pt x="222129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3387903" y="38549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3643063" y="398586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4"/>
            <p:cNvSpPr/>
            <p:nvPr/>
          </p:nvSpPr>
          <p:spPr>
            <a:xfrm>
              <a:off x="2071004" y="3985864"/>
              <a:ext cx="1572059" cy="0"/>
            </a:xfrm>
            <a:custGeom>
              <a:avLst/>
              <a:pathLst>
                <a:path w="1572059" h="0">
                  <a:moveTo>
                    <a:pt x="1572059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2071004" y="398586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5034974" y="411680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2510936" y="4116806"/>
              <a:ext cx="2524038" cy="0"/>
            </a:xfrm>
            <a:custGeom>
              <a:avLst/>
              <a:pathLst>
                <a:path w="2524038" h="0">
                  <a:moveTo>
                    <a:pt x="2524038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2510936" y="411680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79"/>
            <p:cNvSpPr/>
            <p:nvPr/>
          </p:nvSpPr>
          <p:spPr>
            <a:xfrm>
              <a:off x="2974028" y="2911981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0"/>
            <p:cNvSpPr/>
            <p:nvPr/>
          </p:nvSpPr>
          <p:spPr>
            <a:xfrm>
              <a:off x="3246886" y="3042923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1"/>
            <p:cNvSpPr/>
            <p:nvPr/>
          </p:nvSpPr>
          <p:spPr>
            <a:xfrm>
              <a:off x="2941627" y="3173865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2"/>
            <p:cNvSpPr/>
            <p:nvPr/>
          </p:nvSpPr>
          <p:spPr>
            <a:xfrm>
              <a:off x="3090729" y="3304806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3"/>
            <p:cNvSpPr/>
            <p:nvPr/>
          </p:nvSpPr>
          <p:spPr>
            <a:xfrm>
              <a:off x="3065670" y="3435748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4"/>
            <p:cNvSpPr/>
            <p:nvPr/>
          </p:nvSpPr>
          <p:spPr>
            <a:xfrm>
              <a:off x="2977231" y="3566690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5"/>
            <p:cNvSpPr/>
            <p:nvPr/>
          </p:nvSpPr>
          <p:spPr>
            <a:xfrm>
              <a:off x="3130680" y="3697631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6"/>
            <p:cNvSpPr/>
            <p:nvPr/>
          </p:nvSpPr>
          <p:spPr>
            <a:xfrm>
              <a:off x="3472285" y="3828573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7"/>
            <p:cNvSpPr/>
            <p:nvPr/>
          </p:nvSpPr>
          <p:spPr>
            <a:xfrm>
              <a:off x="2755393" y="3959515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8"/>
            <p:cNvSpPr/>
            <p:nvPr/>
          </p:nvSpPr>
          <p:spPr>
            <a:xfrm>
              <a:off x="3865609" y="4090456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rc89"/>
            <p:cNvSpPr/>
            <p:nvPr/>
          </p:nvSpPr>
          <p:spPr>
            <a:xfrm>
              <a:off x="1922805" y="4558424"/>
              <a:ext cx="3260367" cy="13356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l90"/>
            <p:cNvSpPr/>
            <p:nvPr/>
          </p:nvSpPr>
          <p:spPr>
            <a:xfrm>
              <a:off x="3765537" y="4558424"/>
              <a:ext cx="0" cy="1335604"/>
            </a:xfrm>
            <a:custGeom>
              <a:avLst/>
              <a:pathLst>
                <a:path w="0" h="1335604">
                  <a:moveTo>
                    <a:pt x="0" y="13356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9EA8B1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3822353" y="463698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2"/>
            <p:cNvSpPr/>
            <p:nvPr/>
          </p:nvSpPr>
          <p:spPr>
            <a:xfrm>
              <a:off x="3730647" y="4636989"/>
              <a:ext cx="91705" cy="0"/>
            </a:xfrm>
            <a:custGeom>
              <a:avLst/>
              <a:pathLst>
                <a:path w="91705" h="0">
                  <a:moveTo>
                    <a:pt x="91705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3"/>
            <p:cNvSpPr/>
            <p:nvPr/>
          </p:nvSpPr>
          <p:spPr>
            <a:xfrm>
              <a:off x="3730647" y="463698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4"/>
            <p:cNvSpPr/>
            <p:nvPr/>
          </p:nvSpPr>
          <p:spPr>
            <a:xfrm>
              <a:off x="3846936" y="476793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5"/>
            <p:cNvSpPr/>
            <p:nvPr/>
          </p:nvSpPr>
          <p:spPr>
            <a:xfrm>
              <a:off x="3751556" y="4767930"/>
              <a:ext cx="95380" cy="0"/>
            </a:xfrm>
            <a:custGeom>
              <a:avLst/>
              <a:pathLst>
                <a:path w="95380" h="0">
                  <a:moveTo>
                    <a:pt x="9538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6"/>
            <p:cNvSpPr/>
            <p:nvPr/>
          </p:nvSpPr>
          <p:spPr>
            <a:xfrm>
              <a:off x="3751556" y="476793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7"/>
            <p:cNvSpPr/>
            <p:nvPr/>
          </p:nvSpPr>
          <p:spPr>
            <a:xfrm>
              <a:off x="3829397" y="489887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8"/>
            <p:cNvSpPr/>
            <p:nvPr/>
          </p:nvSpPr>
          <p:spPr>
            <a:xfrm>
              <a:off x="3769991" y="4898872"/>
              <a:ext cx="59406" cy="0"/>
            </a:xfrm>
            <a:custGeom>
              <a:avLst/>
              <a:pathLst>
                <a:path w="59406" h="0">
                  <a:moveTo>
                    <a:pt x="59406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99"/>
            <p:cNvSpPr/>
            <p:nvPr/>
          </p:nvSpPr>
          <p:spPr>
            <a:xfrm>
              <a:off x="3769991" y="489887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0"/>
            <p:cNvSpPr/>
            <p:nvPr/>
          </p:nvSpPr>
          <p:spPr>
            <a:xfrm>
              <a:off x="3814172" y="50298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1"/>
            <p:cNvSpPr/>
            <p:nvPr/>
          </p:nvSpPr>
          <p:spPr>
            <a:xfrm>
              <a:off x="3728029" y="5029814"/>
              <a:ext cx="86143" cy="0"/>
            </a:xfrm>
            <a:custGeom>
              <a:avLst/>
              <a:pathLst>
                <a:path w="86143" h="0">
                  <a:moveTo>
                    <a:pt x="86143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2"/>
            <p:cNvSpPr/>
            <p:nvPr/>
          </p:nvSpPr>
          <p:spPr>
            <a:xfrm>
              <a:off x="3728029" y="50298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3"/>
            <p:cNvSpPr/>
            <p:nvPr/>
          </p:nvSpPr>
          <p:spPr>
            <a:xfrm>
              <a:off x="3777073" y="516075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4"/>
            <p:cNvSpPr/>
            <p:nvPr/>
          </p:nvSpPr>
          <p:spPr>
            <a:xfrm>
              <a:off x="3736842" y="5160755"/>
              <a:ext cx="40230" cy="0"/>
            </a:xfrm>
            <a:custGeom>
              <a:avLst/>
              <a:pathLst>
                <a:path w="40230" h="0">
                  <a:moveTo>
                    <a:pt x="4023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5"/>
            <p:cNvSpPr/>
            <p:nvPr/>
          </p:nvSpPr>
          <p:spPr>
            <a:xfrm>
              <a:off x="3736842" y="516075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6"/>
            <p:cNvSpPr/>
            <p:nvPr/>
          </p:nvSpPr>
          <p:spPr>
            <a:xfrm>
              <a:off x="3821026" y="529169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7"/>
            <p:cNvSpPr/>
            <p:nvPr/>
          </p:nvSpPr>
          <p:spPr>
            <a:xfrm>
              <a:off x="3730802" y="5291697"/>
              <a:ext cx="90223" cy="0"/>
            </a:xfrm>
            <a:custGeom>
              <a:avLst/>
              <a:pathLst>
                <a:path w="90223" h="0">
                  <a:moveTo>
                    <a:pt x="90223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8"/>
            <p:cNvSpPr/>
            <p:nvPr/>
          </p:nvSpPr>
          <p:spPr>
            <a:xfrm>
              <a:off x="3730802" y="529169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09"/>
            <p:cNvSpPr/>
            <p:nvPr/>
          </p:nvSpPr>
          <p:spPr>
            <a:xfrm>
              <a:off x="3692662" y="542263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0"/>
            <p:cNvSpPr/>
            <p:nvPr/>
          </p:nvSpPr>
          <p:spPr>
            <a:xfrm>
              <a:off x="3638422" y="5422639"/>
              <a:ext cx="54239" cy="0"/>
            </a:xfrm>
            <a:custGeom>
              <a:avLst/>
              <a:pathLst>
                <a:path w="54239" h="0">
                  <a:moveTo>
                    <a:pt x="54239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1"/>
            <p:cNvSpPr/>
            <p:nvPr/>
          </p:nvSpPr>
          <p:spPr>
            <a:xfrm>
              <a:off x="3638422" y="542263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2"/>
            <p:cNvSpPr/>
            <p:nvPr/>
          </p:nvSpPr>
          <p:spPr>
            <a:xfrm>
              <a:off x="3764641" y="555358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3"/>
            <p:cNvSpPr/>
            <p:nvPr/>
          </p:nvSpPr>
          <p:spPr>
            <a:xfrm>
              <a:off x="3718670" y="5553580"/>
              <a:ext cx="45971" cy="0"/>
            </a:xfrm>
            <a:custGeom>
              <a:avLst/>
              <a:pathLst>
                <a:path w="45971" h="0">
                  <a:moveTo>
                    <a:pt x="45971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3718670" y="555358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5"/>
            <p:cNvSpPr/>
            <p:nvPr/>
          </p:nvSpPr>
          <p:spPr>
            <a:xfrm>
              <a:off x="5034974" y="568452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6"/>
            <p:cNvSpPr/>
            <p:nvPr/>
          </p:nvSpPr>
          <p:spPr>
            <a:xfrm>
              <a:off x="3918407" y="5684522"/>
              <a:ext cx="1116567" cy="0"/>
            </a:xfrm>
            <a:custGeom>
              <a:avLst/>
              <a:pathLst>
                <a:path w="1116567" h="0">
                  <a:moveTo>
                    <a:pt x="1116567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7"/>
            <p:cNvSpPr/>
            <p:nvPr/>
          </p:nvSpPr>
          <p:spPr>
            <a:xfrm>
              <a:off x="3918407" y="568452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8"/>
            <p:cNvSpPr/>
            <p:nvPr/>
          </p:nvSpPr>
          <p:spPr>
            <a:xfrm>
              <a:off x="3701292" y="581546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19"/>
            <p:cNvSpPr/>
            <p:nvPr/>
          </p:nvSpPr>
          <p:spPr>
            <a:xfrm>
              <a:off x="2071004" y="5815464"/>
              <a:ext cx="1630288" cy="0"/>
            </a:xfrm>
            <a:custGeom>
              <a:avLst/>
              <a:pathLst>
                <a:path w="1630288" h="0">
                  <a:moveTo>
                    <a:pt x="1630288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0"/>
            <p:cNvSpPr/>
            <p:nvPr/>
          </p:nvSpPr>
          <p:spPr>
            <a:xfrm>
              <a:off x="2071004" y="581546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1"/>
            <p:cNvSpPr/>
            <p:nvPr/>
          </p:nvSpPr>
          <p:spPr>
            <a:xfrm>
              <a:off x="3750238" y="4610639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2"/>
            <p:cNvSpPr/>
            <p:nvPr/>
          </p:nvSpPr>
          <p:spPr>
            <a:xfrm>
              <a:off x="3772596" y="4741581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3"/>
            <p:cNvSpPr/>
            <p:nvPr/>
          </p:nvSpPr>
          <p:spPr>
            <a:xfrm>
              <a:off x="3773555" y="4872522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4"/>
            <p:cNvSpPr/>
            <p:nvPr/>
          </p:nvSpPr>
          <p:spPr>
            <a:xfrm>
              <a:off x="3744240" y="5003464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5"/>
            <p:cNvSpPr/>
            <p:nvPr/>
          </p:nvSpPr>
          <p:spPr>
            <a:xfrm>
              <a:off x="3730494" y="5134406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6"/>
            <p:cNvSpPr/>
            <p:nvPr/>
          </p:nvSpPr>
          <p:spPr>
            <a:xfrm>
              <a:off x="3749337" y="5265347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7"/>
            <p:cNvSpPr/>
            <p:nvPr/>
          </p:nvSpPr>
          <p:spPr>
            <a:xfrm>
              <a:off x="3639320" y="5396289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8"/>
            <p:cNvSpPr/>
            <p:nvPr/>
          </p:nvSpPr>
          <p:spPr>
            <a:xfrm>
              <a:off x="3715150" y="5527231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29"/>
            <p:cNvSpPr/>
            <p:nvPr/>
          </p:nvSpPr>
          <p:spPr>
            <a:xfrm>
              <a:off x="4430872" y="5658172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0"/>
            <p:cNvSpPr/>
            <p:nvPr/>
          </p:nvSpPr>
          <p:spPr>
            <a:xfrm>
              <a:off x="2919204" y="5789114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rc131"/>
            <p:cNvSpPr/>
            <p:nvPr/>
          </p:nvSpPr>
          <p:spPr>
            <a:xfrm>
              <a:off x="5234416" y="1161108"/>
              <a:ext cx="3260367" cy="13356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pl132"/>
            <p:cNvSpPr/>
            <p:nvPr/>
          </p:nvSpPr>
          <p:spPr>
            <a:xfrm>
              <a:off x="7120463" y="1161108"/>
              <a:ext cx="0" cy="1335604"/>
            </a:xfrm>
            <a:custGeom>
              <a:avLst/>
              <a:pathLst>
                <a:path w="0" h="1335604">
                  <a:moveTo>
                    <a:pt x="0" y="13356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9EA8B1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4" name="pl133"/>
            <p:cNvSpPr/>
            <p:nvPr/>
          </p:nvSpPr>
          <p:spPr>
            <a:xfrm>
              <a:off x="7122940" y="123967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4"/>
            <p:cNvSpPr/>
            <p:nvPr/>
          </p:nvSpPr>
          <p:spPr>
            <a:xfrm>
              <a:off x="7107128" y="1239673"/>
              <a:ext cx="15812" cy="0"/>
            </a:xfrm>
            <a:custGeom>
              <a:avLst/>
              <a:pathLst>
                <a:path w="15812" h="0">
                  <a:moveTo>
                    <a:pt x="15812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5"/>
            <p:cNvSpPr/>
            <p:nvPr/>
          </p:nvSpPr>
          <p:spPr>
            <a:xfrm>
              <a:off x="7107128" y="123967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6"/>
            <p:cNvSpPr/>
            <p:nvPr/>
          </p:nvSpPr>
          <p:spPr>
            <a:xfrm>
              <a:off x="7131513" y="137061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7"/>
            <p:cNvSpPr/>
            <p:nvPr/>
          </p:nvSpPr>
          <p:spPr>
            <a:xfrm>
              <a:off x="7115305" y="1370615"/>
              <a:ext cx="16208" cy="0"/>
            </a:xfrm>
            <a:custGeom>
              <a:avLst/>
              <a:pathLst>
                <a:path w="16208" h="0">
                  <a:moveTo>
                    <a:pt x="16208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8"/>
            <p:cNvSpPr/>
            <p:nvPr/>
          </p:nvSpPr>
          <p:spPr>
            <a:xfrm>
              <a:off x="7115305" y="137061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39"/>
            <p:cNvSpPr/>
            <p:nvPr/>
          </p:nvSpPr>
          <p:spPr>
            <a:xfrm>
              <a:off x="7125934" y="150155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0"/>
            <p:cNvSpPr/>
            <p:nvPr/>
          </p:nvSpPr>
          <p:spPr>
            <a:xfrm>
              <a:off x="7117110" y="1501556"/>
              <a:ext cx="8824" cy="0"/>
            </a:xfrm>
            <a:custGeom>
              <a:avLst/>
              <a:pathLst>
                <a:path w="8824" h="0">
                  <a:moveTo>
                    <a:pt x="8824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1"/>
            <p:cNvSpPr/>
            <p:nvPr/>
          </p:nvSpPr>
          <p:spPr>
            <a:xfrm>
              <a:off x="7117110" y="150155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7125988" y="16324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3"/>
            <p:cNvSpPr/>
            <p:nvPr/>
          </p:nvSpPr>
          <p:spPr>
            <a:xfrm>
              <a:off x="7113022" y="1632498"/>
              <a:ext cx="12965" cy="0"/>
            </a:xfrm>
            <a:custGeom>
              <a:avLst/>
              <a:pathLst>
                <a:path w="12965" h="0">
                  <a:moveTo>
                    <a:pt x="12965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4"/>
            <p:cNvSpPr/>
            <p:nvPr/>
          </p:nvSpPr>
          <p:spPr>
            <a:xfrm>
              <a:off x="7113022" y="16324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5"/>
            <p:cNvSpPr/>
            <p:nvPr/>
          </p:nvSpPr>
          <p:spPr>
            <a:xfrm>
              <a:off x="7120176" y="176344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6"/>
            <p:cNvSpPr/>
            <p:nvPr/>
          </p:nvSpPr>
          <p:spPr>
            <a:xfrm>
              <a:off x="7114289" y="1763440"/>
              <a:ext cx="5887" cy="0"/>
            </a:xfrm>
            <a:custGeom>
              <a:avLst/>
              <a:pathLst>
                <a:path w="5887" h="0">
                  <a:moveTo>
                    <a:pt x="5887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7"/>
            <p:cNvSpPr/>
            <p:nvPr/>
          </p:nvSpPr>
          <p:spPr>
            <a:xfrm>
              <a:off x="7114289" y="176344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8"/>
            <p:cNvSpPr/>
            <p:nvPr/>
          </p:nvSpPr>
          <p:spPr>
            <a:xfrm>
              <a:off x="7128003" y="18943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49"/>
            <p:cNvSpPr/>
            <p:nvPr/>
          </p:nvSpPr>
          <p:spPr>
            <a:xfrm>
              <a:off x="7114598" y="1894381"/>
              <a:ext cx="13405" cy="0"/>
            </a:xfrm>
            <a:custGeom>
              <a:avLst/>
              <a:pathLst>
                <a:path w="13405" h="0">
                  <a:moveTo>
                    <a:pt x="13405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7114598" y="18943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7119709" y="20253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7111103" y="2025323"/>
              <a:ext cx="8605" cy="0"/>
            </a:xfrm>
            <a:custGeom>
              <a:avLst/>
              <a:pathLst>
                <a:path w="8605" h="0">
                  <a:moveTo>
                    <a:pt x="8605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3"/>
            <p:cNvSpPr/>
            <p:nvPr/>
          </p:nvSpPr>
          <p:spPr>
            <a:xfrm>
              <a:off x="7111103" y="20253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4"/>
            <p:cNvSpPr/>
            <p:nvPr/>
          </p:nvSpPr>
          <p:spPr>
            <a:xfrm>
              <a:off x="7119065" y="215626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5"/>
            <p:cNvSpPr/>
            <p:nvPr/>
          </p:nvSpPr>
          <p:spPr>
            <a:xfrm>
              <a:off x="7112363" y="2156265"/>
              <a:ext cx="6701" cy="0"/>
            </a:xfrm>
            <a:custGeom>
              <a:avLst/>
              <a:pathLst>
                <a:path w="6701" h="0">
                  <a:moveTo>
                    <a:pt x="6701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6"/>
            <p:cNvSpPr/>
            <p:nvPr/>
          </p:nvSpPr>
          <p:spPr>
            <a:xfrm>
              <a:off x="7112363" y="215626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7"/>
            <p:cNvSpPr/>
            <p:nvPr/>
          </p:nvSpPr>
          <p:spPr>
            <a:xfrm>
              <a:off x="8346585" y="228720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8"/>
            <p:cNvSpPr/>
            <p:nvPr/>
          </p:nvSpPr>
          <p:spPr>
            <a:xfrm>
              <a:off x="6986244" y="2287206"/>
              <a:ext cx="1360340" cy="0"/>
            </a:xfrm>
            <a:custGeom>
              <a:avLst/>
              <a:pathLst>
                <a:path w="1360340" h="0">
                  <a:moveTo>
                    <a:pt x="136034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59"/>
            <p:cNvSpPr/>
            <p:nvPr/>
          </p:nvSpPr>
          <p:spPr>
            <a:xfrm>
              <a:off x="6986244" y="228720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0"/>
            <p:cNvSpPr/>
            <p:nvPr/>
          </p:nvSpPr>
          <p:spPr>
            <a:xfrm>
              <a:off x="7020446" y="241814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1"/>
            <p:cNvSpPr/>
            <p:nvPr/>
          </p:nvSpPr>
          <p:spPr>
            <a:xfrm>
              <a:off x="5382614" y="2418148"/>
              <a:ext cx="1637832" cy="0"/>
            </a:xfrm>
            <a:custGeom>
              <a:avLst/>
              <a:pathLst>
                <a:path w="1637832" h="0">
                  <a:moveTo>
                    <a:pt x="1637832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2"/>
            <p:cNvSpPr/>
            <p:nvPr/>
          </p:nvSpPr>
          <p:spPr>
            <a:xfrm>
              <a:off x="5382614" y="241814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3"/>
            <p:cNvSpPr/>
            <p:nvPr/>
          </p:nvSpPr>
          <p:spPr>
            <a:xfrm>
              <a:off x="7088591" y="1213323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4"/>
            <p:cNvSpPr/>
            <p:nvPr/>
          </p:nvSpPr>
          <p:spPr>
            <a:xfrm>
              <a:off x="7097114" y="1344265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5"/>
            <p:cNvSpPr/>
            <p:nvPr/>
          </p:nvSpPr>
          <p:spPr>
            <a:xfrm>
              <a:off x="7095165" y="1475207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6"/>
            <p:cNvSpPr/>
            <p:nvPr/>
          </p:nvSpPr>
          <p:spPr>
            <a:xfrm>
              <a:off x="7093122" y="1606148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7"/>
            <p:cNvSpPr/>
            <p:nvPr/>
          </p:nvSpPr>
          <p:spPr>
            <a:xfrm>
              <a:off x="7090907" y="1737090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8"/>
            <p:cNvSpPr/>
            <p:nvPr/>
          </p:nvSpPr>
          <p:spPr>
            <a:xfrm>
              <a:off x="7095057" y="1868032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69"/>
            <p:cNvSpPr/>
            <p:nvPr/>
          </p:nvSpPr>
          <p:spPr>
            <a:xfrm>
              <a:off x="7089117" y="1998973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0"/>
            <p:cNvSpPr/>
            <p:nvPr/>
          </p:nvSpPr>
          <p:spPr>
            <a:xfrm>
              <a:off x="7089323" y="2129915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1"/>
            <p:cNvSpPr/>
            <p:nvPr/>
          </p:nvSpPr>
          <p:spPr>
            <a:xfrm>
              <a:off x="7498697" y="2260857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2"/>
            <p:cNvSpPr/>
            <p:nvPr/>
          </p:nvSpPr>
          <p:spPr>
            <a:xfrm>
              <a:off x="6303699" y="2391798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rc173"/>
            <p:cNvSpPr/>
            <p:nvPr/>
          </p:nvSpPr>
          <p:spPr>
            <a:xfrm>
              <a:off x="5234416" y="2859766"/>
              <a:ext cx="3260367" cy="13356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" name="pl174"/>
            <p:cNvSpPr/>
            <p:nvPr/>
          </p:nvSpPr>
          <p:spPr>
            <a:xfrm>
              <a:off x="7188041" y="2859766"/>
              <a:ext cx="0" cy="1335604"/>
            </a:xfrm>
            <a:custGeom>
              <a:avLst/>
              <a:pathLst>
                <a:path w="0" h="1335604">
                  <a:moveTo>
                    <a:pt x="0" y="13356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9EA8B1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6" name="pl175"/>
            <p:cNvSpPr/>
            <p:nvPr/>
          </p:nvSpPr>
          <p:spPr>
            <a:xfrm>
              <a:off x="7266025" y="29383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6"/>
            <p:cNvSpPr/>
            <p:nvPr/>
          </p:nvSpPr>
          <p:spPr>
            <a:xfrm>
              <a:off x="7170173" y="2938331"/>
              <a:ext cx="95851" cy="0"/>
            </a:xfrm>
            <a:custGeom>
              <a:avLst/>
              <a:pathLst>
                <a:path w="95851" h="0">
                  <a:moveTo>
                    <a:pt x="95851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7"/>
            <p:cNvSpPr/>
            <p:nvPr/>
          </p:nvSpPr>
          <p:spPr>
            <a:xfrm>
              <a:off x="7170173" y="29383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8"/>
            <p:cNvSpPr/>
            <p:nvPr/>
          </p:nvSpPr>
          <p:spPr>
            <a:xfrm>
              <a:off x="7235154" y="306927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79"/>
            <p:cNvSpPr/>
            <p:nvPr/>
          </p:nvSpPr>
          <p:spPr>
            <a:xfrm>
              <a:off x="7135819" y="3069273"/>
              <a:ext cx="99335" cy="0"/>
            </a:xfrm>
            <a:custGeom>
              <a:avLst/>
              <a:pathLst>
                <a:path w="99335" h="0">
                  <a:moveTo>
                    <a:pt x="99335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0"/>
            <p:cNvSpPr/>
            <p:nvPr/>
          </p:nvSpPr>
          <p:spPr>
            <a:xfrm>
              <a:off x="7135819" y="306927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1"/>
            <p:cNvSpPr/>
            <p:nvPr/>
          </p:nvSpPr>
          <p:spPr>
            <a:xfrm>
              <a:off x="7274707" y="32002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2"/>
            <p:cNvSpPr/>
            <p:nvPr/>
          </p:nvSpPr>
          <p:spPr>
            <a:xfrm>
              <a:off x="7212323" y="3200214"/>
              <a:ext cx="62383" cy="0"/>
            </a:xfrm>
            <a:custGeom>
              <a:avLst/>
              <a:pathLst>
                <a:path w="62383" h="0">
                  <a:moveTo>
                    <a:pt x="62383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3"/>
            <p:cNvSpPr/>
            <p:nvPr/>
          </p:nvSpPr>
          <p:spPr>
            <a:xfrm>
              <a:off x="7212323" y="32002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4"/>
            <p:cNvSpPr/>
            <p:nvPr/>
          </p:nvSpPr>
          <p:spPr>
            <a:xfrm>
              <a:off x="7205478" y="333115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5"/>
            <p:cNvSpPr/>
            <p:nvPr/>
          </p:nvSpPr>
          <p:spPr>
            <a:xfrm>
              <a:off x="7117181" y="3331156"/>
              <a:ext cx="88297" cy="0"/>
            </a:xfrm>
            <a:custGeom>
              <a:avLst/>
              <a:pathLst>
                <a:path w="88297" h="0">
                  <a:moveTo>
                    <a:pt x="88297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6"/>
            <p:cNvSpPr/>
            <p:nvPr/>
          </p:nvSpPr>
          <p:spPr>
            <a:xfrm>
              <a:off x="7117181" y="333115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7"/>
            <p:cNvSpPr/>
            <p:nvPr/>
          </p:nvSpPr>
          <p:spPr>
            <a:xfrm>
              <a:off x="7192680" y="34620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8"/>
            <p:cNvSpPr/>
            <p:nvPr/>
          </p:nvSpPr>
          <p:spPr>
            <a:xfrm>
              <a:off x="7151571" y="3462098"/>
              <a:ext cx="41109" cy="0"/>
            </a:xfrm>
            <a:custGeom>
              <a:avLst/>
              <a:pathLst>
                <a:path w="41109" h="0">
                  <a:moveTo>
                    <a:pt x="41109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89"/>
            <p:cNvSpPr/>
            <p:nvPr/>
          </p:nvSpPr>
          <p:spPr>
            <a:xfrm>
              <a:off x="7151571" y="34620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0"/>
            <p:cNvSpPr/>
            <p:nvPr/>
          </p:nvSpPr>
          <p:spPr>
            <a:xfrm>
              <a:off x="7250715" y="359303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1"/>
            <p:cNvSpPr/>
            <p:nvPr/>
          </p:nvSpPr>
          <p:spPr>
            <a:xfrm>
              <a:off x="7155748" y="3593039"/>
              <a:ext cx="94966" cy="0"/>
            </a:xfrm>
            <a:custGeom>
              <a:avLst/>
              <a:pathLst>
                <a:path w="94966" h="0">
                  <a:moveTo>
                    <a:pt x="94966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2"/>
            <p:cNvSpPr/>
            <p:nvPr/>
          </p:nvSpPr>
          <p:spPr>
            <a:xfrm>
              <a:off x="7155748" y="359303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3"/>
            <p:cNvSpPr/>
            <p:nvPr/>
          </p:nvSpPr>
          <p:spPr>
            <a:xfrm>
              <a:off x="7079016" y="37239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4"/>
            <p:cNvSpPr/>
            <p:nvPr/>
          </p:nvSpPr>
          <p:spPr>
            <a:xfrm>
              <a:off x="7025078" y="3723981"/>
              <a:ext cx="53938" cy="0"/>
            </a:xfrm>
            <a:custGeom>
              <a:avLst/>
              <a:pathLst>
                <a:path w="53938" h="0">
                  <a:moveTo>
                    <a:pt x="53938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5"/>
            <p:cNvSpPr/>
            <p:nvPr/>
          </p:nvSpPr>
          <p:spPr>
            <a:xfrm>
              <a:off x="7025078" y="37239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6"/>
            <p:cNvSpPr/>
            <p:nvPr/>
          </p:nvSpPr>
          <p:spPr>
            <a:xfrm>
              <a:off x="7119316" y="38549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7"/>
            <p:cNvSpPr/>
            <p:nvPr/>
          </p:nvSpPr>
          <p:spPr>
            <a:xfrm>
              <a:off x="7072519" y="3854923"/>
              <a:ext cx="46797" cy="0"/>
            </a:xfrm>
            <a:custGeom>
              <a:avLst/>
              <a:pathLst>
                <a:path w="46797" h="0">
                  <a:moveTo>
                    <a:pt x="46797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8"/>
            <p:cNvSpPr/>
            <p:nvPr/>
          </p:nvSpPr>
          <p:spPr>
            <a:xfrm>
              <a:off x="7072519" y="38549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199"/>
            <p:cNvSpPr/>
            <p:nvPr/>
          </p:nvSpPr>
          <p:spPr>
            <a:xfrm>
              <a:off x="8346585" y="398586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0"/>
            <p:cNvSpPr/>
            <p:nvPr/>
          </p:nvSpPr>
          <p:spPr>
            <a:xfrm>
              <a:off x="7262972" y="3985864"/>
              <a:ext cx="1083613" cy="0"/>
            </a:xfrm>
            <a:custGeom>
              <a:avLst/>
              <a:pathLst>
                <a:path w="1083613" h="0">
                  <a:moveTo>
                    <a:pt x="1083613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1"/>
            <p:cNvSpPr/>
            <p:nvPr/>
          </p:nvSpPr>
          <p:spPr>
            <a:xfrm>
              <a:off x="7262972" y="398586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2"/>
            <p:cNvSpPr/>
            <p:nvPr/>
          </p:nvSpPr>
          <p:spPr>
            <a:xfrm>
              <a:off x="6936907" y="411680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3"/>
            <p:cNvSpPr/>
            <p:nvPr/>
          </p:nvSpPr>
          <p:spPr>
            <a:xfrm>
              <a:off x="5382614" y="4116806"/>
              <a:ext cx="1554292" cy="0"/>
            </a:xfrm>
            <a:custGeom>
              <a:avLst/>
              <a:pathLst>
                <a:path w="1554292" h="0">
                  <a:moveTo>
                    <a:pt x="1554292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4"/>
            <p:cNvSpPr/>
            <p:nvPr/>
          </p:nvSpPr>
          <p:spPr>
            <a:xfrm>
              <a:off x="5382614" y="411680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5"/>
            <p:cNvSpPr/>
            <p:nvPr/>
          </p:nvSpPr>
          <p:spPr>
            <a:xfrm>
              <a:off x="7191418" y="2911981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6"/>
            <p:cNvSpPr/>
            <p:nvPr/>
          </p:nvSpPr>
          <p:spPr>
            <a:xfrm>
              <a:off x="7158947" y="3042923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7"/>
            <p:cNvSpPr/>
            <p:nvPr/>
          </p:nvSpPr>
          <p:spPr>
            <a:xfrm>
              <a:off x="7217241" y="3173865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8"/>
            <p:cNvSpPr/>
            <p:nvPr/>
          </p:nvSpPr>
          <p:spPr>
            <a:xfrm>
              <a:off x="7135035" y="3304806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09"/>
            <p:cNvSpPr/>
            <p:nvPr/>
          </p:nvSpPr>
          <p:spPr>
            <a:xfrm>
              <a:off x="7145690" y="3435748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0"/>
            <p:cNvSpPr/>
            <p:nvPr/>
          </p:nvSpPr>
          <p:spPr>
            <a:xfrm>
              <a:off x="7176648" y="3566690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1"/>
            <p:cNvSpPr/>
            <p:nvPr/>
          </p:nvSpPr>
          <p:spPr>
            <a:xfrm>
              <a:off x="7025594" y="3697631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2"/>
            <p:cNvSpPr/>
            <p:nvPr/>
          </p:nvSpPr>
          <p:spPr>
            <a:xfrm>
              <a:off x="7069548" y="3828573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3"/>
            <p:cNvSpPr/>
            <p:nvPr/>
          </p:nvSpPr>
          <p:spPr>
            <a:xfrm>
              <a:off x="7745077" y="3959515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4"/>
            <p:cNvSpPr/>
            <p:nvPr/>
          </p:nvSpPr>
          <p:spPr>
            <a:xfrm>
              <a:off x="6190487" y="4090456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rc215"/>
            <p:cNvSpPr/>
            <p:nvPr/>
          </p:nvSpPr>
          <p:spPr>
            <a:xfrm>
              <a:off x="5234416" y="4558424"/>
              <a:ext cx="3260367" cy="13356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" name="pl216"/>
            <p:cNvSpPr/>
            <p:nvPr/>
          </p:nvSpPr>
          <p:spPr>
            <a:xfrm>
              <a:off x="7431702" y="4558424"/>
              <a:ext cx="0" cy="1335604"/>
            </a:xfrm>
            <a:custGeom>
              <a:avLst/>
              <a:pathLst>
                <a:path w="0" h="1335604">
                  <a:moveTo>
                    <a:pt x="0" y="13356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9EA8B1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8" name="pl217"/>
            <p:cNvSpPr/>
            <p:nvPr/>
          </p:nvSpPr>
          <p:spPr>
            <a:xfrm>
              <a:off x="7544270" y="463698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8"/>
            <p:cNvSpPr/>
            <p:nvPr/>
          </p:nvSpPr>
          <p:spPr>
            <a:xfrm>
              <a:off x="7366073" y="4636989"/>
              <a:ext cx="178197" cy="0"/>
            </a:xfrm>
            <a:custGeom>
              <a:avLst/>
              <a:pathLst>
                <a:path w="178197" h="0">
                  <a:moveTo>
                    <a:pt x="178197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19"/>
            <p:cNvSpPr/>
            <p:nvPr/>
          </p:nvSpPr>
          <p:spPr>
            <a:xfrm>
              <a:off x="7366073" y="463698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0"/>
            <p:cNvSpPr/>
            <p:nvPr/>
          </p:nvSpPr>
          <p:spPr>
            <a:xfrm>
              <a:off x="7539817" y="476793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1"/>
            <p:cNvSpPr/>
            <p:nvPr/>
          </p:nvSpPr>
          <p:spPr>
            <a:xfrm>
              <a:off x="7345546" y="4767930"/>
              <a:ext cx="194270" cy="0"/>
            </a:xfrm>
            <a:custGeom>
              <a:avLst/>
              <a:pathLst>
                <a:path w="194270" h="0">
                  <a:moveTo>
                    <a:pt x="19427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2"/>
            <p:cNvSpPr/>
            <p:nvPr/>
          </p:nvSpPr>
          <p:spPr>
            <a:xfrm>
              <a:off x="7345546" y="476793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3"/>
            <p:cNvSpPr/>
            <p:nvPr/>
          </p:nvSpPr>
          <p:spPr>
            <a:xfrm>
              <a:off x="7552794" y="489887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4"/>
            <p:cNvSpPr/>
            <p:nvPr/>
          </p:nvSpPr>
          <p:spPr>
            <a:xfrm>
              <a:off x="7432224" y="4898872"/>
              <a:ext cx="120569" cy="0"/>
            </a:xfrm>
            <a:custGeom>
              <a:avLst/>
              <a:pathLst>
                <a:path w="120569" h="0">
                  <a:moveTo>
                    <a:pt x="120569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5"/>
            <p:cNvSpPr/>
            <p:nvPr/>
          </p:nvSpPr>
          <p:spPr>
            <a:xfrm>
              <a:off x="7432224" y="489887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6"/>
            <p:cNvSpPr/>
            <p:nvPr/>
          </p:nvSpPr>
          <p:spPr>
            <a:xfrm>
              <a:off x="7370807" y="50298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7"/>
            <p:cNvSpPr/>
            <p:nvPr/>
          </p:nvSpPr>
          <p:spPr>
            <a:xfrm>
              <a:off x="7205604" y="5029814"/>
              <a:ext cx="165202" cy="0"/>
            </a:xfrm>
            <a:custGeom>
              <a:avLst/>
              <a:pathLst>
                <a:path w="165202" h="0">
                  <a:moveTo>
                    <a:pt x="165202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8"/>
            <p:cNvSpPr/>
            <p:nvPr/>
          </p:nvSpPr>
          <p:spPr>
            <a:xfrm>
              <a:off x="7205604" y="50298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29"/>
            <p:cNvSpPr/>
            <p:nvPr/>
          </p:nvSpPr>
          <p:spPr>
            <a:xfrm>
              <a:off x="7452709" y="516075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0"/>
            <p:cNvSpPr/>
            <p:nvPr/>
          </p:nvSpPr>
          <p:spPr>
            <a:xfrm>
              <a:off x="7375628" y="5160755"/>
              <a:ext cx="77081" cy="0"/>
            </a:xfrm>
            <a:custGeom>
              <a:avLst/>
              <a:pathLst>
                <a:path w="77081" h="0">
                  <a:moveTo>
                    <a:pt x="77081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1"/>
            <p:cNvSpPr/>
            <p:nvPr/>
          </p:nvSpPr>
          <p:spPr>
            <a:xfrm>
              <a:off x="7375628" y="516075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2"/>
            <p:cNvSpPr/>
            <p:nvPr/>
          </p:nvSpPr>
          <p:spPr>
            <a:xfrm>
              <a:off x="7545075" y="529169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3"/>
            <p:cNvSpPr/>
            <p:nvPr/>
          </p:nvSpPr>
          <p:spPr>
            <a:xfrm>
              <a:off x="7369869" y="5291697"/>
              <a:ext cx="175206" cy="0"/>
            </a:xfrm>
            <a:custGeom>
              <a:avLst/>
              <a:pathLst>
                <a:path w="175206" h="0">
                  <a:moveTo>
                    <a:pt x="175206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4"/>
            <p:cNvSpPr/>
            <p:nvPr/>
          </p:nvSpPr>
          <p:spPr>
            <a:xfrm>
              <a:off x="7369869" y="529169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5"/>
            <p:cNvSpPr/>
            <p:nvPr/>
          </p:nvSpPr>
          <p:spPr>
            <a:xfrm>
              <a:off x="7466829" y="542263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6"/>
            <p:cNvSpPr/>
            <p:nvPr/>
          </p:nvSpPr>
          <p:spPr>
            <a:xfrm>
              <a:off x="7365993" y="5422639"/>
              <a:ext cx="100835" cy="0"/>
            </a:xfrm>
            <a:custGeom>
              <a:avLst/>
              <a:pathLst>
                <a:path w="100835" h="0">
                  <a:moveTo>
                    <a:pt x="100835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7"/>
            <p:cNvSpPr/>
            <p:nvPr/>
          </p:nvSpPr>
          <p:spPr>
            <a:xfrm>
              <a:off x="7365993" y="542263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8"/>
            <p:cNvSpPr/>
            <p:nvPr/>
          </p:nvSpPr>
          <p:spPr>
            <a:xfrm>
              <a:off x="7483113" y="555358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39"/>
            <p:cNvSpPr/>
            <p:nvPr/>
          </p:nvSpPr>
          <p:spPr>
            <a:xfrm>
              <a:off x="7396058" y="5553580"/>
              <a:ext cx="87055" cy="0"/>
            </a:xfrm>
            <a:custGeom>
              <a:avLst/>
              <a:pathLst>
                <a:path w="87055" h="0">
                  <a:moveTo>
                    <a:pt x="87055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0"/>
            <p:cNvSpPr/>
            <p:nvPr/>
          </p:nvSpPr>
          <p:spPr>
            <a:xfrm>
              <a:off x="7396058" y="555358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1"/>
            <p:cNvSpPr/>
            <p:nvPr/>
          </p:nvSpPr>
          <p:spPr>
            <a:xfrm>
              <a:off x="8346585" y="568452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2"/>
            <p:cNvSpPr/>
            <p:nvPr/>
          </p:nvSpPr>
          <p:spPr>
            <a:xfrm>
              <a:off x="6766567" y="5684522"/>
              <a:ext cx="1580018" cy="0"/>
            </a:xfrm>
            <a:custGeom>
              <a:avLst/>
              <a:pathLst>
                <a:path w="1580018" h="0">
                  <a:moveTo>
                    <a:pt x="1580018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3"/>
            <p:cNvSpPr/>
            <p:nvPr/>
          </p:nvSpPr>
          <p:spPr>
            <a:xfrm>
              <a:off x="6766567" y="568452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4"/>
            <p:cNvSpPr/>
            <p:nvPr/>
          </p:nvSpPr>
          <p:spPr>
            <a:xfrm>
              <a:off x="7642670" y="581546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5"/>
            <p:cNvSpPr/>
            <p:nvPr/>
          </p:nvSpPr>
          <p:spPr>
            <a:xfrm>
              <a:off x="5382614" y="5815464"/>
              <a:ext cx="2260055" cy="0"/>
            </a:xfrm>
            <a:custGeom>
              <a:avLst/>
              <a:pathLst>
                <a:path w="2260055" h="0">
                  <a:moveTo>
                    <a:pt x="2260055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6"/>
            <p:cNvSpPr/>
            <p:nvPr/>
          </p:nvSpPr>
          <p:spPr>
            <a:xfrm>
              <a:off x="5382614" y="581546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7"/>
            <p:cNvSpPr/>
            <p:nvPr/>
          </p:nvSpPr>
          <p:spPr>
            <a:xfrm>
              <a:off x="7427604" y="4610639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8"/>
            <p:cNvSpPr/>
            <p:nvPr/>
          </p:nvSpPr>
          <p:spPr>
            <a:xfrm>
              <a:off x="7415447" y="4741581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49"/>
            <p:cNvSpPr/>
            <p:nvPr/>
          </p:nvSpPr>
          <p:spPr>
            <a:xfrm>
              <a:off x="7467081" y="4872522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0"/>
            <p:cNvSpPr/>
            <p:nvPr/>
          </p:nvSpPr>
          <p:spPr>
            <a:xfrm>
              <a:off x="7261478" y="5003464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1"/>
            <p:cNvSpPr/>
            <p:nvPr/>
          </p:nvSpPr>
          <p:spPr>
            <a:xfrm>
              <a:off x="7387504" y="5134406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2"/>
            <p:cNvSpPr/>
            <p:nvPr/>
          </p:nvSpPr>
          <p:spPr>
            <a:xfrm>
              <a:off x="7430767" y="5265347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3"/>
            <p:cNvSpPr/>
            <p:nvPr/>
          </p:nvSpPr>
          <p:spPr>
            <a:xfrm>
              <a:off x="7390784" y="5396289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4"/>
            <p:cNvSpPr/>
            <p:nvPr/>
          </p:nvSpPr>
          <p:spPr>
            <a:xfrm>
              <a:off x="7412789" y="5527231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5"/>
            <p:cNvSpPr/>
            <p:nvPr/>
          </p:nvSpPr>
          <p:spPr>
            <a:xfrm>
              <a:off x="7439886" y="5658172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6"/>
            <p:cNvSpPr/>
            <p:nvPr/>
          </p:nvSpPr>
          <p:spPr>
            <a:xfrm>
              <a:off x="6547397" y="5789114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rc257"/>
            <p:cNvSpPr/>
            <p:nvPr/>
          </p:nvSpPr>
          <p:spPr>
            <a:xfrm>
              <a:off x="8546026" y="1161108"/>
              <a:ext cx="3260367" cy="13356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" name="pl258"/>
            <p:cNvSpPr/>
            <p:nvPr/>
          </p:nvSpPr>
          <p:spPr>
            <a:xfrm>
              <a:off x="10576008" y="1161108"/>
              <a:ext cx="0" cy="1335604"/>
            </a:xfrm>
            <a:custGeom>
              <a:avLst/>
              <a:pathLst>
                <a:path w="0" h="1335604">
                  <a:moveTo>
                    <a:pt x="0" y="13356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9EA8B1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60" name="pl259"/>
            <p:cNvSpPr/>
            <p:nvPr/>
          </p:nvSpPr>
          <p:spPr>
            <a:xfrm>
              <a:off x="10571928" y="123967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0"/>
            <p:cNvSpPr/>
            <p:nvPr/>
          </p:nvSpPr>
          <p:spPr>
            <a:xfrm>
              <a:off x="10557331" y="1239673"/>
              <a:ext cx="14597" cy="0"/>
            </a:xfrm>
            <a:custGeom>
              <a:avLst/>
              <a:pathLst>
                <a:path w="14597" h="0">
                  <a:moveTo>
                    <a:pt x="14597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1"/>
            <p:cNvSpPr/>
            <p:nvPr/>
          </p:nvSpPr>
          <p:spPr>
            <a:xfrm>
              <a:off x="10557331" y="123967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2"/>
            <p:cNvSpPr/>
            <p:nvPr/>
          </p:nvSpPr>
          <p:spPr>
            <a:xfrm>
              <a:off x="10586400" y="137061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3"/>
            <p:cNvSpPr/>
            <p:nvPr/>
          </p:nvSpPr>
          <p:spPr>
            <a:xfrm>
              <a:off x="10571432" y="1370615"/>
              <a:ext cx="14967" cy="0"/>
            </a:xfrm>
            <a:custGeom>
              <a:avLst/>
              <a:pathLst>
                <a:path w="14967" h="0">
                  <a:moveTo>
                    <a:pt x="14967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4"/>
            <p:cNvSpPr/>
            <p:nvPr/>
          </p:nvSpPr>
          <p:spPr>
            <a:xfrm>
              <a:off x="10571432" y="137061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5"/>
            <p:cNvSpPr/>
            <p:nvPr/>
          </p:nvSpPr>
          <p:spPr>
            <a:xfrm>
              <a:off x="10576871" y="150155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l266"/>
            <p:cNvSpPr/>
            <p:nvPr/>
          </p:nvSpPr>
          <p:spPr>
            <a:xfrm>
              <a:off x="10568017" y="1501556"/>
              <a:ext cx="8854" cy="0"/>
            </a:xfrm>
            <a:custGeom>
              <a:avLst/>
              <a:pathLst>
                <a:path w="8854" h="0">
                  <a:moveTo>
                    <a:pt x="8854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7"/>
            <p:cNvSpPr/>
            <p:nvPr/>
          </p:nvSpPr>
          <p:spPr>
            <a:xfrm>
              <a:off x="10568017" y="150155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8"/>
            <p:cNvSpPr/>
            <p:nvPr/>
          </p:nvSpPr>
          <p:spPr>
            <a:xfrm>
              <a:off x="10587691" y="16324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69"/>
            <p:cNvSpPr/>
            <p:nvPr/>
          </p:nvSpPr>
          <p:spPr>
            <a:xfrm>
              <a:off x="10575094" y="1632498"/>
              <a:ext cx="12596" cy="0"/>
            </a:xfrm>
            <a:custGeom>
              <a:avLst/>
              <a:pathLst>
                <a:path w="12596" h="0">
                  <a:moveTo>
                    <a:pt x="12596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0"/>
            <p:cNvSpPr/>
            <p:nvPr/>
          </p:nvSpPr>
          <p:spPr>
            <a:xfrm>
              <a:off x="10575094" y="16324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1"/>
            <p:cNvSpPr/>
            <p:nvPr/>
          </p:nvSpPr>
          <p:spPr>
            <a:xfrm>
              <a:off x="10580162" y="176344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2"/>
            <p:cNvSpPr/>
            <p:nvPr/>
          </p:nvSpPr>
          <p:spPr>
            <a:xfrm>
              <a:off x="10574443" y="1763440"/>
              <a:ext cx="5719" cy="0"/>
            </a:xfrm>
            <a:custGeom>
              <a:avLst/>
              <a:pathLst>
                <a:path w="5719" h="0">
                  <a:moveTo>
                    <a:pt x="5719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3"/>
            <p:cNvSpPr/>
            <p:nvPr/>
          </p:nvSpPr>
          <p:spPr>
            <a:xfrm>
              <a:off x="10574443" y="176344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4"/>
            <p:cNvSpPr/>
            <p:nvPr/>
          </p:nvSpPr>
          <p:spPr>
            <a:xfrm>
              <a:off x="10577245" y="18943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5"/>
            <p:cNvSpPr/>
            <p:nvPr/>
          </p:nvSpPr>
          <p:spPr>
            <a:xfrm>
              <a:off x="10564026" y="1894381"/>
              <a:ext cx="13218" cy="0"/>
            </a:xfrm>
            <a:custGeom>
              <a:avLst/>
              <a:pathLst>
                <a:path w="13218" h="0">
                  <a:moveTo>
                    <a:pt x="13218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6"/>
            <p:cNvSpPr/>
            <p:nvPr/>
          </p:nvSpPr>
          <p:spPr>
            <a:xfrm>
              <a:off x="10564026" y="18943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7"/>
            <p:cNvSpPr/>
            <p:nvPr/>
          </p:nvSpPr>
          <p:spPr>
            <a:xfrm>
              <a:off x="10587613" y="20253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8"/>
            <p:cNvSpPr/>
            <p:nvPr/>
          </p:nvSpPr>
          <p:spPr>
            <a:xfrm>
              <a:off x="10579965" y="2025323"/>
              <a:ext cx="7648" cy="0"/>
            </a:xfrm>
            <a:custGeom>
              <a:avLst/>
              <a:pathLst>
                <a:path w="7648" h="0">
                  <a:moveTo>
                    <a:pt x="7648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79"/>
            <p:cNvSpPr/>
            <p:nvPr/>
          </p:nvSpPr>
          <p:spPr>
            <a:xfrm>
              <a:off x="10579965" y="20253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0"/>
            <p:cNvSpPr/>
            <p:nvPr/>
          </p:nvSpPr>
          <p:spPr>
            <a:xfrm>
              <a:off x="10586388" y="215626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1"/>
            <p:cNvSpPr/>
            <p:nvPr/>
          </p:nvSpPr>
          <p:spPr>
            <a:xfrm>
              <a:off x="10579950" y="2156265"/>
              <a:ext cx="6438" cy="0"/>
            </a:xfrm>
            <a:custGeom>
              <a:avLst/>
              <a:pathLst>
                <a:path w="6438" h="0">
                  <a:moveTo>
                    <a:pt x="6438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2"/>
            <p:cNvSpPr/>
            <p:nvPr/>
          </p:nvSpPr>
          <p:spPr>
            <a:xfrm>
              <a:off x="10579950" y="215626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3"/>
            <p:cNvSpPr/>
            <p:nvPr/>
          </p:nvSpPr>
          <p:spPr>
            <a:xfrm>
              <a:off x="11658195" y="228720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4"/>
            <p:cNvSpPr/>
            <p:nvPr/>
          </p:nvSpPr>
          <p:spPr>
            <a:xfrm>
              <a:off x="9842039" y="2287206"/>
              <a:ext cx="1816156" cy="0"/>
            </a:xfrm>
            <a:custGeom>
              <a:avLst/>
              <a:pathLst>
                <a:path w="1816156" h="0">
                  <a:moveTo>
                    <a:pt x="1816156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5"/>
            <p:cNvSpPr/>
            <p:nvPr/>
          </p:nvSpPr>
          <p:spPr>
            <a:xfrm>
              <a:off x="9842039" y="228720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6"/>
            <p:cNvSpPr/>
            <p:nvPr/>
          </p:nvSpPr>
          <p:spPr>
            <a:xfrm>
              <a:off x="10730105" y="241814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7"/>
            <p:cNvSpPr/>
            <p:nvPr/>
          </p:nvSpPr>
          <p:spPr>
            <a:xfrm>
              <a:off x="8694225" y="2418148"/>
              <a:ext cx="2035879" cy="0"/>
            </a:xfrm>
            <a:custGeom>
              <a:avLst/>
              <a:pathLst>
                <a:path w="2035879" h="0">
                  <a:moveTo>
                    <a:pt x="2035879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8"/>
            <p:cNvSpPr/>
            <p:nvPr/>
          </p:nvSpPr>
          <p:spPr>
            <a:xfrm>
              <a:off x="8694225" y="241814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89"/>
            <p:cNvSpPr/>
            <p:nvPr/>
          </p:nvSpPr>
          <p:spPr>
            <a:xfrm>
              <a:off x="10538351" y="1213323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0"/>
            <p:cNvSpPr/>
            <p:nvPr/>
          </p:nvSpPr>
          <p:spPr>
            <a:xfrm>
              <a:off x="10552566" y="1344265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1"/>
            <p:cNvSpPr/>
            <p:nvPr/>
          </p:nvSpPr>
          <p:spPr>
            <a:xfrm>
              <a:off x="10546040" y="1475207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2"/>
            <p:cNvSpPr/>
            <p:nvPr/>
          </p:nvSpPr>
          <p:spPr>
            <a:xfrm>
              <a:off x="10555101" y="1606148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3"/>
            <p:cNvSpPr/>
            <p:nvPr/>
          </p:nvSpPr>
          <p:spPr>
            <a:xfrm>
              <a:off x="10550955" y="1737090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4"/>
            <p:cNvSpPr/>
            <p:nvPr/>
          </p:nvSpPr>
          <p:spPr>
            <a:xfrm>
              <a:off x="10544218" y="1868032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5"/>
            <p:cNvSpPr/>
            <p:nvPr/>
          </p:nvSpPr>
          <p:spPr>
            <a:xfrm>
              <a:off x="10557448" y="1998973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6"/>
            <p:cNvSpPr/>
            <p:nvPr/>
          </p:nvSpPr>
          <p:spPr>
            <a:xfrm>
              <a:off x="10556804" y="2129915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7"/>
            <p:cNvSpPr/>
            <p:nvPr/>
          </p:nvSpPr>
          <p:spPr>
            <a:xfrm>
              <a:off x="10632986" y="2260857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8"/>
            <p:cNvSpPr/>
            <p:nvPr/>
          </p:nvSpPr>
          <p:spPr>
            <a:xfrm>
              <a:off x="10048271" y="2391798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rc299"/>
            <p:cNvSpPr/>
            <p:nvPr/>
          </p:nvSpPr>
          <p:spPr>
            <a:xfrm>
              <a:off x="8546026" y="2859766"/>
              <a:ext cx="3260367" cy="13356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" name="pl300"/>
            <p:cNvSpPr/>
            <p:nvPr/>
          </p:nvSpPr>
          <p:spPr>
            <a:xfrm>
              <a:off x="11111237" y="2859766"/>
              <a:ext cx="0" cy="1335604"/>
            </a:xfrm>
            <a:custGeom>
              <a:avLst/>
              <a:pathLst>
                <a:path w="0" h="1335604">
                  <a:moveTo>
                    <a:pt x="0" y="13356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9EA8B1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02" name="pl301"/>
            <p:cNvSpPr/>
            <p:nvPr/>
          </p:nvSpPr>
          <p:spPr>
            <a:xfrm>
              <a:off x="11099541" y="29383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2"/>
            <p:cNvSpPr/>
            <p:nvPr/>
          </p:nvSpPr>
          <p:spPr>
            <a:xfrm>
              <a:off x="10993667" y="2938331"/>
              <a:ext cx="105873" cy="0"/>
            </a:xfrm>
            <a:custGeom>
              <a:avLst/>
              <a:pathLst>
                <a:path w="105873" h="0">
                  <a:moveTo>
                    <a:pt x="105873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3"/>
            <p:cNvSpPr/>
            <p:nvPr/>
          </p:nvSpPr>
          <p:spPr>
            <a:xfrm>
              <a:off x="10993667" y="29383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4"/>
            <p:cNvSpPr/>
            <p:nvPr/>
          </p:nvSpPr>
          <p:spPr>
            <a:xfrm>
              <a:off x="11199819" y="306927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5"/>
            <p:cNvSpPr/>
            <p:nvPr/>
          </p:nvSpPr>
          <p:spPr>
            <a:xfrm>
              <a:off x="11091456" y="3069273"/>
              <a:ext cx="108362" cy="0"/>
            </a:xfrm>
            <a:custGeom>
              <a:avLst/>
              <a:pathLst>
                <a:path w="108362" h="0">
                  <a:moveTo>
                    <a:pt x="108362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6"/>
            <p:cNvSpPr/>
            <p:nvPr/>
          </p:nvSpPr>
          <p:spPr>
            <a:xfrm>
              <a:off x="11091456" y="306927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7"/>
            <p:cNvSpPr/>
            <p:nvPr/>
          </p:nvSpPr>
          <p:spPr>
            <a:xfrm>
              <a:off x="11154387" y="32002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8"/>
            <p:cNvSpPr/>
            <p:nvPr/>
          </p:nvSpPr>
          <p:spPr>
            <a:xfrm>
              <a:off x="11084960" y="3200214"/>
              <a:ext cx="69427" cy="0"/>
            </a:xfrm>
            <a:custGeom>
              <a:avLst/>
              <a:pathLst>
                <a:path w="69427" h="0">
                  <a:moveTo>
                    <a:pt x="69427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09"/>
            <p:cNvSpPr/>
            <p:nvPr/>
          </p:nvSpPr>
          <p:spPr>
            <a:xfrm>
              <a:off x="11084960" y="32002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0"/>
            <p:cNvSpPr/>
            <p:nvPr/>
          </p:nvSpPr>
          <p:spPr>
            <a:xfrm>
              <a:off x="11167065" y="333115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1"/>
            <p:cNvSpPr/>
            <p:nvPr/>
          </p:nvSpPr>
          <p:spPr>
            <a:xfrm>
              <a:off x="11066580" y="3331156"/>
              <a:ext cx="100485" cy="0"/>
            </a:xfrm>
            <a:custGeom>
              <a:avLst/>
              <a:pathLst>
                <a:path w="100485" h="0">
                  <a:moveTo>
                    <a:pt x="100485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2"/>
            <p:cNvSpPr/>
            <p:nvPr/>
          </p:nvSpPr>
          <p:spPr>
            <a:xfrm>
              <a:off x="11066580" y="333115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3"/>
            <p:cNvSpPr/>
            <p:nvPr/>
          </p:nvSpPr>
          <p:spPr>
            <a:xfrm>
              <a:off x="11108444" y="34620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4"/>
            <p:cNvSpPr/>
            <p:nvPr/>
          </p:nvSpPr>
          <p:spPr>
            <a:xfrm>
              <a:off x="11061371" y="3462098"/>
              <a:ext cx="47072" cy="0"/>
            </a:xfrm>
            <a:custGeom>
              <a:avLst/>
              <a:pathLst>
                <a:path w="47072" h="0">
                  <a:moveTo>
                    <a:pt x="47072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5"/>
            <p:cNvSpPr/>
            <p:nvPr/>
          </p:nvSpPr>
          <p:spPr>
            <a:xfrm>
              <a:off x="11061371" y="34620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6"/>
            <p:cNvSpPr/>
            <p:nvPr/>
          </p:nvSpPr>
          <p:spPr>
            <a:xfrm>
              <a:off x="11156584" y="359303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7"/>
            <p:cNvSpPr/>
            <p:nvPr/>
          </p:nvSpPr>
          <p:spPr>
            <a:xfrm>
              <a:off x="11053137" y="3593039"/>
              <a:ext cx="103447" cy="0"/>
            </a:xfrm>
            <a:custGeom>
              <a:avLst/>
              <a:pathLst>
                <a:path w="103447" h="0">
                  <a:moveTo>
                    <a:pt x="103447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8"/>
            <p:cNvSpPr/>
            <p:nvPr/>
          </p:nvSpPr>
          <p:spPr>
            <a:xfrm>
              <a:off x="11053137" y="359303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19"/>
            <p:cNvSpPr/>
            <p:nvPr/>
          </p:nvSpPr>
          <p:spPr>
            <a:xfrm>
              <a:off x="10841479" y="37239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0"/>
            <p:cNvSpPr/>
            <p:nvPr/>
          </p:nvSpPr>
          <p:spPr>
            <a:xfrm>
              <a:off x="10781882" y="3723981"/>
              <a:ext cx="59596" cy="0"/>
            </a:xfrm>
            <a:custGeom>
              <a:avLst/>
              <a:pathLst>
                <a:path w="59596" h="0">
                  <a:moveTo>
                    <a:pt x="59596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l321"/>
            <p:cNvSpPr/>
            <p:nvPr/>
          </p:nvSpPr>
          <p:spPr>
            <a:xfrm>
              <a:off x="10781882" y="37239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2"/>
            <p:cNvSpPr/>
            <p:nvPr/>
          </p:nvSpPr>
          <p:spPr>
            <a:xfrm>
              <a:off x="10974631" y="38549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3"/>
            <p:cNvSpPr/>
            <p:nvPr/>
          </p:nvSpPr>
          <p:spPr>
            <a:xfrm>
              <a:off x="10923216" y="3854923"/>
              <a:ext cx="51414" cy="0"/>
            </a:xfrm>
            <a:custGeom>
              <a:avLst/>
              <a:pathLst>
                <a:path w="51414" h="0">
                  <a:moveTo>
                    <a:pt x="51414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l324"/>
            <p:cNvSpPr/>
            <p:nvPr/>
          </p:nvSpPr>
          <p:spPr>
            <a:xfrm>
              <a:off x="10923216" y="38549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l325"/>
            <p:cNvSpPr/>
            <p:nvPr/>
          </p:nvSpPr>
          <p:spPr>
            <a:xfrm>
              <a:off x="11658195" y="398586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l326"/>
            <p:cNvSpPr/>
            <p:nvPr/>
          </p:nvSpPr>
          <p:spPr>
            <a:xfrm>
              <a:off x="10602234" y="3985864"/>
              <a:ext cx="1055961" cy="0"/>
            </a:xfrm>
            <a:custGeom>
              <a:avLst/>
              <a:pathLst>
                <a:path w="1055961" h="0">
                  <a:moveTo>
                    <a:pt x="1055961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7"/>
            <p:cNvSpPr/>
            <p:nvPr/>
          </p:nvSpPr>
          <p:spPr>
            <a:xfrm>
              <a:off x="10602234" y="398586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8"/>
            <p:cNvSpPr/>
            <p:nvPr/>
          </p:nvSpPr>
          <p:spPr>
            <a:xfrm>
              <a:off x="10562099" y="411680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29"/>
            <p:cNvSpPr/>
            <p:nvPr/>
          </p:nvSpPr>
          <p:spPr>
            <a:xfrm>
              <a:off x="8694225" y="4116806"/>
              <a:ext cx="1867873" cy="0"/>
            </a:xfrm>
            <a:custGeom>
              <a:avLst/>
              <a:pathLst>
                <a:path w="1867873" h="0">
                  <a:moveTo>
                    <a:pt x="1867873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0"/>
            <p:cNvSpPr/>
            <p:nvPr/>
          </p:nvSpPr>
          <p:spPr>
            <a:xfrm>
              <a:off x="8694225" y="411680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1"/>
            <p:cNvSpPr/>
            <p:nvPr/>
          </p:nvSpPr>
          <p:spPr>
            <a:xfrm>
              <a:off x="11019919" y="2911981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2"/>
            <p:cNvSpPr/>
            <p:nvPr/>
          </p:nvSpPr>
          <p:spPr>
            <a:xfrm>
              <a:off x="11118621" y="3042923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3"/>
            <p:cNvSpPr/>
            <p:nvPr/>
          </p:nvSpPr>
          <p:spPr>
            <a:xfrm>
              <a:off x="11093462" y="3173865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4"/>
            <p:cNvSpPr/>
            <p:nvPr/>
          </p:nvSpPr>
          <p:spPr>
            <a:xfrm>
              <a:off x="11090330" y="3304806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5"/>
            <p:cNvSpPr/>
            <p:nvPr/>
          </p:nvSpPr>
          <p:spPr>
            <a:xfrm>
              <a:off x="11058526" y="3435748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6"/>
            <p:cNvSpPr/>
            <p:nvPr/>
          </p:nvSpPr>
          <p:spPr>
            <a:xfrm>
              <a:off x="11078667" y="3566690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7"/>
            <p:cNvSpPr/>
            <p:nvPr/>
          </p:nvSpPr>
          <p:spPr>
            <a:xfrm>
              <a:off x="10785357" y="3697631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8"/>
            <p:cNvSpPr/>
            <p:nvPr/>
          </p:nvSpPr>
          <p:spPr>
            <a:xfrm>
              <a:off x="10922571" y="3828573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39"/>
            <p:cNvSpPr/>
            <p:nvPr/>
          </p:nvSpPr>
          <p:spPr>
            <a:xfrm>
              <a:off x="11023953" y="3959515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0"/>
            <p:cNvSpPr/>
            <p:nvPr/>
          </p:nvSpPr>
          <p:spPr>
            <a:xfrm>
              <a:off x="9777276" y="4090456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rc341"/>
            <p:cNvSpPr/>
            <p:nvPr/>
          </p:nvSpPr>
          <p:spPr>
            <a:xfrm>
              <a:off x="1922805" y="4379783"/>
              <a:ext cx="3260367" cy="178640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3" name="tx342"/>
            <p:cNvSpPr/>
            <p:nvPr/>
          </p:nvSpPr>
          <p:spPr>
            <a:xfrm>
              <a:off x="2864812" y="4432116"/>
              <a:ext cx="1376354" cy="739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Phylogenetic diversity trend</a:t>
              </a:r>
            </a:p>
          </p:txBody>
        </p:sp>
        <p:sp>
          <p:nvSpPr>
            <p:cNvPr id="344" name="rc343"/>
            <p:cNvSpPr/>
            <p:nvPr/>
          </p:nvSpPr>
          <p:spPr>
            <a:xfrm>
              <a:off x="5234416" y="4379783"/>
              <a:ext cx="3260367" cy="178640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5" name="tx344"/>
            <p:cNvSpPr/>
            <p:nvPr/>
          </p:nvSpPr>
          <p:spPr>
            <a:xfrm>
              <a:off x="6501949" y="4432116"/>
              <a:ext cx="725302" cy="739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Shannon trend</a:t>
              </a:r>
            </a:p>
          </p:txBody>
        </p:sp>
        <p:sp>
          <p:nvSpPr>
            <p:cNvPr id="346" name="rc345"/>
            <p:cNvSpPr/>
            <p:nvPr/>
          </p:nvSpPr>
          <p:spPr>
            <a:xfrm>
              <a:off x="1922805" y="2681125"/>
              <a:ext cx="3260367" cy="178640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7" name="tx346"/>
            <p:cNvSpPr/>
            <p:nvPr/>
          </p:nvSpPr>
          <p:spPr>
            <a:xfrm>
              <a:off x="2924796" y="2733458"/>
              <a:ext cx="1256385" cy="739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Functional richness trend</a:t>
              </a:r>
            </a:p>
          </p:txBody>
        </p:sp>
        <p:sp>
          <p:nvSpPr>
            <p:cNvPr id="348" name="rc347"/>
            <p:cNvSpPr/>
            <p:nvPr/>
          </p:nvSpPr>
          <p:spPr>
            <a:xfrm>
              <a:off x="5234416" y="2681125"/>
              <a:ext cx="3260367" cy="178640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9" name="tx348"/>
            <p:cNvSpPr/>
            <p:nvPr/>
          </p:nvSpPr>
          <p:spPr>
            <a:xfrm>
              <a:off x="6310610" y="2733458"/>
              <a:ext cx="1107978" cy="739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Inverse Simpson trend</a:t>
              </a:r>
            </a:p>
          </p:txBody>
        </p:sp>
        <p:sp>
          <p:nvSpPr>
            <p:cNvPr id="350" name="rc349"/>
            <p:cNvSpPr/>
            <p:nvPr/>
          </p:nvSpPr>
          <p:spPr>
            <a:xfrm>
              <a:off x="8546026" y="2681125"/>
              <a:ext cx="3260367" cy="178640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1" name="tx350"/>
            <p:cNvSpPr/>
            <p:nvPr/>
          </p:nvSpPr>
          <p:spPr>
            <a:xfrm>
              <a:off x="9348129" y="2733458"/>
              <a:ext cx="1656161" cy="739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Mean phylogenetic distance trend</a:t>
              </a:r>
            </a:p>
          </p:txBody>
        </p:sp>
        <p:sp>
          <p:nvSpPr>
            <p:cNvPr id="352" name="rc351"/>
            <p:cNvSpPr/>
            <p:nvPr/>
          </p:nvSpPr>
          <p:spPr>
            <a:xfrm>
              <a:off x="1922805" y="982467"/>
              <a:ext cx="3260367" cy="178640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3" name="tx352"/>
            <p:cNvSpPr/>
            <p:nvPr/>
          </p:nvSpPr>
          <p:spPr>
            <a:xfrm>
              <a:off x="3181743" y="1034800"/>
              <a:ext cx="742492" cy="739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Richness trend</a:t>
              </a:r>
            </a:p>
          </p:txBody>
        </p:sp>
        <p:sp>
          <p:nvSpPr>
            <p:cNvPr id="354" name="rc353"/>
            <p:cNvSpPr/>
            <p:nvPr/>
          </p:nvSpPr>
          <p:spPr>
            <a:xfrm>
              <a:off x="5234416" y="982467"/>
              <a:ext cx="3260367" cy="178640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5" name="tx354"/>
            <p:cNvSpPr/>
            <p:nvPr/>
          </p:nvSpPr>
          <p:spPr>
            <a:xfrm>
              <a:off x="6187898" y="1034800"/>
              <a:ext cx="1353403" cy="739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Functional dispersion trend</a:t>
              </a:r>
            </a:p>
          </p:txBody>
        </p:sp>
        <p:sp>
          <p:nvSpPr>
            <p:cNvPr id="356" name="rc355"/>
            <p:cNvSpPr/>
            <p:nvPr/>
          </p:nvSpPr>
          <p:spPr>
            <a:xfrm>
              <a:off x="8546026" y="982467"/>
              <a:ext cx="3260367" cy="178640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7" name="tx356"/>
            <p:cNvSpPr/>
            <p:nvPr/>
          </p:nvSpPr>
          <p:spPr>
            <a:xfrm>
              <a:off x="9525112" y="1034800"/>
              <a:ext cx="1302197" cy="739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Functional evenness trend</a:t>
              </a:r>
            </a:p>
          </p:txBody>
        </p:sp>
        <p:sp>
          <p:nvSpPr>
            <p:cNvPr id="358" name="pl357"/>
            <p:cNvSpPr/>
            <p:nvPr/>
          </p:nvSpPr>
          <p:spPr>
            <a:xfrm>
              <a:off x="1922805" y="5894029"/>
              <a:ext cx="3260367" cy="0"/>
            </a:xfrm>
            <a:custGeom>
              <a:avLst/>
              <a:pathLst>
                <a:path w="3260367" h="0">
                  <a:moveTo>
                    <a:pt x="0" y="0"/>
                  </a:moveTo>
                  <a:lnTo>
                    <a:pt x="3260367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8"/>
            <p:cNvSpPr/>
            <p:nvPr/>
          </p:nvSpPr>
          <p:spPr>
            <a:xfrm>
              <a:off x="2279254" y="5894029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59"/>
            <p:cNvSpPr/>
            <p:nvPr/>
          </p:nvSpPr>
          <p:spPr>
            <a:xfrm>
              <a:off x="3022396" y="5894029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0"/>
            <p:cNvSpPr/>
            <p:nvPr/>
          </p:nvSpPr>
          <p:spPr>
            <a:xfrm>
              <a:off x="3765537" y="5894029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1"/>
            <p:cNvSpPr/>
            <p:nvPr/>
          </p:nvSpPr>
          <p:spPr>
            <a:xfrm>
              <a:off x="4508679" y="5894029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tx362"/>
            <p:cNvSpPr/>
            <p:nvPr/>
          </p:nvSpPr>
          <p:spPr>
            <a:xfrm>
              <a:off x="2134916" y="5940147"/>
              <a:ext cx="288676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-20000</a:t>
              </a:r>
            </a:p>
          </p:txBody>
        </p:sp>
        <p:sp>
          <p:nvSpPr>
            <p:cNvPr id="364" name="tx363"/>
            <p:cNvSpPr/>
            <p:nvPr/>
          </p:nvSpPr>
          <p:spPr>
            <a:xfrm>
              <a:off x="2878058" y="5940147"/>
              <a:ext cx="288676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-10000</a:t>
              </a:r>
            </a:p>
          </p:txBody>
        </p:sp>
        <p:sp>
          <p:nvSpPr>
            <p:cNvPr id="365" name="tx364"/>
            <p:cNvSpPr/>
            <p:nvPr/>
          </p:nvSpPr>
          <p:spPr>
            <a:xfrm>
              <a:off x="3739751" y="5940147"/>
              <a:ext cx="51572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66" name="tx365"/>
            <p:cNvSpPr/>
            <p:nvPr/>
          </p:nvSpPr>
          <p:spPr>
            <a:xfrm>
              <a:off x="4379749" y="5940147"/>
              <a:ext cx="257860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10000</a:t>
              </a:r>
            </a:p>
          </p:txBody>
        </p:sp>
        <p:sp>
          <p:nvSpPr>
            <p:cNvPr id="367" name="pl366"/>
            <p:cNvSpPr/>
            <p:nvPr/>
          </p:nvSpPr>
          <p:spPr>
            <a:xfrm>
              <a:off x="5234416" y="5894029"/>
              <a:ext cx="3260367" cy="0"/>
            </a:xfrm>
            <a:custGeom>
              <a:avLst/>
              <a:pathLst>
                <a:path w="3260367" h="0">
                  <a:moveTo>
                    <a:pt x="0" y="0"/>
                  </a:moveTo>
                  <a:lnTo>
                    <a:pt x="3260367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7"/>
            <p:cNvSpPr/>
            <p:nvPr/>
          </p:nvSpPr>
          <p:spPr>
            <a:xfrm>
              <a:off x="5490417" y="5894029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8"/>
            <p:cNvSpPr/>
            <p:nvPr/>
          </p:nvSpPr>
          <p:spPr>
            <a:xfrm>
              <a:off x="6461059" y="5894029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69"/>
            <p:cNvSpPr/>
            <p:nvPr/>
          </p:nvSpPr>
          <p:spPr>
            <a:xfrm>
              <a:off x="7431702" y="5894029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0"/>
            <p:cNvSpPr/>
            <p:nvPr/>
          </p:nvSpPr>
          <p:spPr>
            <a:xfrm>
              <a:off x="8402344" y="5894029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tx371"/>
            <p:cNvSpPr/>
            <p:nvPr/>
          </p:nvSpPr>
          <p:spPr>
            <a:xfrm>
              <a:off x="5358972" y="5940147"/>
              <a:ext cx="262890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-0.010</a:t>
              </a:r>
            </a:p>
          </p:txBody>
        </p:sp>
        <p:sp>
          <p:nvSpPr>
            <p:cNvPr id="373" name="tx372"/>
            <p:cNvSpPr/>
            <p:nvPr/>
          </p:nvSpPr>
          <p:spPr>
            <a:xfrm>
              <a:off x="6329614" y="5940147"/>
              <a:ext cx="262890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-0.005</a:t>
              </a:r>
            </a:p>
          </p:txBody>
        </p:sp>
        <p:sp>
          <p:nvSpPr>
            <p:cNvPr id="374" name="tx373"/>
            <p:cNvSpPr/>
            <p:nvPr/>
          </p:nvSpPr>
          <p:spPr>
            <a:xfrm>
              <a:off x="7315664" y="5940147"/>
              <a:ext cx="232074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0.000</a:t>
              </a:r>
            </a:p>
          </p:txBody>
        </p:sp>
        <p:sp>
          <p:nvSpPr>
            <p:cNvPr id="375" name="tx374"/>
            <p:cNvSpPr/>
            <p:nvPr/>
          </p:nvSpPr>
          <p:spPr>
            <a:xfrm>
              <a:off x="8286307" y="5940147"/>
              <a:ext cx="232074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0.005</a:t>
              </a:r>
            </a:p>
          </p:txBody>
        </p:sp>
        <p:sp>
          <p:nvSpPr>
            <p:cNvPr id="376" name="pl375"/>
            <p:cNvSpPr/>
            <p:nvPr/>
          </p:nvSpPr>
          <p:spPr>
            <a:xfrm>
              <a:off x="1922805" y="4195371"/>
              <a:ext cx="3260367" cy="0"/>
            </a:xfrm>
            <a:custGeom>
              <a:avLst/>
              <a:pathLst>
                <a:path w="3260367" h="0">
                  <a:moveTo>
                    <a:pt x="0" y="0"/>
                  </a:moveTo>
                  <a:lnTo>
                    <a:pt x="3260367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l376"/>
            <p:cNvSpPr/>
            <p:nvPr/>
          </p:nvSpPr>
          <p:spPr>
            <a:xfrm>
              <a:off x="2070855" y="4195371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7"/>
            <p:cNvSpPr/>
            <p:nvPr/>
          </p:nvSpPr>
          <p:spPr>
            <a:xfrm>
              <a:off x="3018871" y="4195371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8"/>
            <p:cNvSpPr/>
            <p:nvPr/>
          </p:nvSpPr>
          <p:spPr>
            <a:xfrm>
              <a:off x="3966888" y="4195371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79"/>
            <p:cNvSpPr/>
            <p:nvPr/>
          </p:nvSpPr>
          <p:spPr>
            <a:xfrm>
              <a:off x="4914904" y="4195371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tx380"/>
            <p:cNvSpPr/>
            <p:nvPr/>
          </p:nvSpPr>
          <p:spPr>
            <a:xfrm>
              <a:off x="1990982" y="4241489"/>
              <a:ext cx="159745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-0.1</a:t>
              </a:r>
            </a:p>
          </p:txBody>
        </p:sp>
        <p:sp>
          <p:nvSpPr>
            <p:cNvPr id="382" name="tx381"/>
            <p:cNvSpPr/>
            <p:nvPr/>
          </p:nvSpPr>
          <p:spPr>
            <a:xfrm>
              <a:off x="2954406" y="4241489"/>
              <a:ext cx="128930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383" name="tx382"/>
            <p:cNvSpPr/>
            <p:nvPr/>
          </p:nvSpPr>
          <p:spPr>
            <a:xfrm>
              <a:off x="3902423" y="4241489"/>
              <a:ext cx="128930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0.1</a:t>
              </a:r>
            </a:p>
          </p:txBody>
        </p:sp>
        <p:sp>
          <p:nvSpPr>
            <p:cNvPr id="384" name="tx383"/>
            <p:cNvSpPr/>
            <p:nvPr/>
          </p:nvSpPr>
          <p:spPr>
            <a:xfrm>
              <a:off x="4850439" y="4241489"/>
              <a:ext cx="128930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385" name="pl384"/>
            <p:cNvSpPr/>
            <p:nvPr/>
          </p:nvSpPr>
          <p:spPr>
            <a:xfrm>
              <a:off x="5234416" y="4195371"/>
              <a:ext cx="3260367" cy="0"/>
            </a:xfrm>
            <a:custGeom>
              <a:avLst/>
              <a:pathLst>
                <a:path w="3260367" h="0">
                  <a:moveTo>
                    <a:pt x="0" y="0"/>
                  </a:moveTo>
                  <a:lnTo>
                    <a:pt x="3260367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5"/>
            <p:cNvSpPr/>
            <p:nvPr/>
          </p:nvSpPr>
          <p:spPr>
            <a:xfrm>
              <a:off x="5497915" y="4195371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6"/>
            <p:cNvSpPr/>
            <p:nvPr/>
          </p:nvSpPr>
          <p:spPr>
            <a:xfrm>
              <a:off x="6342978" y="4195371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7"/>
            <p:cNvSpPr/>
            <p:nvPr/>
          </p:nvSpPr>
          <p:spPr>
            <a:xfrm>
              <a:off x="7188041" y="4195371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8"/>
            <p:cNvSpPr/>
            <p:nvPr/>
          </p:nvSpPr>
          <p:spPr>
            <a:xfrm>
              <a:off x="8033103" y="4195371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tx389"/>
            <p:cNvSpPr/>
            <p:nvPr/>
          </p:nvSpPr>
          <p:spPr>
            <a:xfrm>
              <a:off x="5456721" y="4241489"/>
              <a:ext cx="82387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-4</a:t>
              </a:r>
            </a:p>
          </p:txBody>
        </p:sp>
        <p:sp>
          <p:nvSpPr>
            <p:cNvPr id="391" name="tx390"/>
            <p:cNvSpPr/>
            <p:nvPr/>
          </p:nvSpPr>
          <p:spPr>
            <a:xfrm>
              <a:off x="6301784" y="4241489"/>
              <a:ext cx="82387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-2</a:t>
              </a:r>
            </a:p>
          </p:txBody>
        </p:sp>
        <p:sp>
          <p:nvSpPr>
            <p:cNvPr id="392" name="tx391"/>
            <p:cNvSpPr/>
            <p:nvPr/>
          </p:nvSpPr>
          <p:spPr>
            <a:xfrm>
              <a:off x="7162255" y="4241489"/>
              <a:ext cx="51572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3" name="tx392"/>
            <p:cNvSpPr/>
            <p:nvPr/>
          </p:nvSpPr>
          <p:spPr>
            <a:xfrm>
              <a:off x="8007317" y="4241489"/>
              <a:ext cx="51572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4" name="pl393"/>
            <p:cNvSpPr/>
            <p:nvPr/>
          </p:nvSpPr>
          <p:spPr>
            <a:xfrm>
              <a:off x="8546026" y="4195371"/>
              <a:ext cx="3260367" cy="0"/>
            </a:xfrm>
            <a:custGeom>
              <a:avLst/>
              <a:pathLst>
                <a:path w="3260367" h="0">
                  <a:moveTo>
                    <a:pt x="0" y="0"/>
                  </a:moveTo>
                  <a:lnTo>
                    <a:pt x="3260367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l394"/>
            <p:cNvSpPr/>
            <p:nvPr/>
          </p:nvSpPr>
          <p:spPr>
            <a:xfrm>
              <a:off x="8592927" y="4195371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l395"/>
            <p:cNvSpPr/>
            <p:nvPr/>
          </p:nvSpPr>
          <p:spPr>
            <a:xfrm>
              <a:off x="9432363" y="4195371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l396"/>
            <p:cNvSpPr/>
            <p:nvPr/>
          </p:nvSpPr>
          <p:spPr>
            <a:xfrm>
              <a:off x="10271800" y="4195371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l397"/>
            <p:cNvSpPr/>
            <p:nvPr/>
          </p:nvSpPr>
          <p:spPr>
            <a:xfrm>
              <a:off x="11111237" y="4195371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tx398"/>
            <p:cNvSpPr/>
            <p:nvPr/>
          </p:nvSpPr>
          <p:spPr>
            <a:xfrm>
              <a:off x="8513054" y="4241489"/>
              <a:ext cx="159745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-1.2</a:t>
              </a:r>
            </a:p>
          </p:txBody>
        </p:sp>
        <p:sp>
          <p:nvSpPr>
            <p:cNvPr id="400" name="tx399"/>
            <p:cNvSpPr/>
            <p:nvPr/>
          </p:nvSpPr>
          <p:spPr>
            <a:xfrm>
              <a:off x="9352490" y="4241489"/>
              <a:ext cx="159745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-0.8</a:t>
              </a:r>
            </a:p>
          </p:txBody>
        </p:sp>
        <p:sp>
          <p:nvSpPr>
            <p:cNvPr id="401" name="tx400"/>
            <p:cNvSpPr/>
            <p:nvPr/>
          </p:nvSpPr>
          <p:spPr>
            <a:xfrm>
              <a:off x="10191927" y="4241489"/>
              <a:ext cx="159745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-0.4</a:t>
              </a:r>
            </a:p>
          </p:txBody>
        </p:sp>
        <p:sp>
          <p:nvSpPr>
            <p:cNvPr id="402" name="tx401"/>
            <p:cNvSpPr/>
            <p:nvPr/>
          </p:nvSpPr>
          <p:spPr>
            <a:xfrm>
              <a:off x="11046772" y="4241489"/>
              <a:ext cx="128930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403" name="pl402"/>
            <p:cNvSpPr/>
            <p:nvPr/>
          </p:nvSpPr>
          <p:spPr>
            <a:xfrm>
              <a:off x="1922805" y="2496713"/>
              <a:ext cx="3260367" cy="0"/>
            </a:xfrm>
            <a:custGeom>
              <a:avLst/>
              <a:pathLst>
                <a:path w="3260367" h="0">
                  <a:moveTo>
                    <a:pt x="0" y="0"/>
                  </a:moveTo>
                  <a:lnTo>
                    <a:pt x="3260367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3"/>
            <p:cNvSpPr/>
            <p:nvPr/>
          </p:nvSpPr>
          <p:spPr>
            <a:xfrm>
              <a:off x="2471443" y="2496713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4"/>
            <p:cNvSpPr/>
            <p:nvPr/>
          </p:nvSpPr>
          <p:spPr>
            <a:xfrm>
              <a:off x="3122673" y="2496713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5"/>
            <p:cNvSpPr/>
            <p:nvPr/>
          </p:nvSpPr>
          <p:spPr>
            <a:xfrm>
              <a:off x="3773903" y="2496713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6"/>
            <p:cNvSpPr/>
            <p:nvPr/>
          </p:nvSpPr>
          <p:spPr>
            <a:xfrm>
              <a:off x="4425133" y="2496713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7"/>
            <p:cNvSpPr/>
            <p:nvPr/>
          </p:nvSpPr>
          <p:spPr>
            <a:xfrm>
              <a:off x="5076363" y="2496713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tx408"/>
            <p:cNvSpPr/>
            <p:nvPr/>
          </p:nvSpPr>
          <p:spPr>
            <a:xfrm>
              <a:off x="2430249" y="2542832"/>
              <a:ext cx="82387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-4</a:t>
              </a:r>
            </a:p>
          </p:txBody>
        </p:sp>
        <p:sp>
          <p:nvSpPr>
            <p:cNvPr id="410" name="tx409"/>
            <p:cNvSpPr/>
            <p:nvPr/>
          </p:nvSpPr>
          <p:spPr>
            <a:xfrm>
              <a:off x="3081479" y="2542832"/>
              <a:ext cx="82387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-2</a:t>
              </a:r>
            </a:p>
          </p:txBody>
        </p:sp>
        <p:sp>
          <p:nvSpPr>
            <p:cNvPr id="411" name="tx410"/>
            <p:cNvSpPr/>
            <p:nvPr/>
          </p:nvSpPr>
          <p:spPr>
            <a:xfrm>
              <a:off x="3748117" y="2542832"/>
              <a:ext cx="51572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2" name="tx411"/>
            <p:cNvSpPr/>
            <p:nvPr/>
          </p:nvSpPr>
          <p:spPr>
            <a:xfrm>
              <a:off x="4399347" y="2542832"/>
              <a:ext cx="51572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3" name="tx412"/>
            <p:cNvSpPr/>
            <p:nvPr/>
          </p:nvSpPr>
          <p:spPr>
            <a:xfrm>
              <a:off x="5050576" y="2542832"/>
              <a:ext cx="51572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4" name="pl413"/>
            <p:cNvSpPr/>
            <p:nvPr/>
          </p:nvSpPr>
          <p:spPr>
            <a:xfrm>
              <a:off x="5234416" y="2496713"/>
              <a:ext cx="3260367" cy="0"/>
            </a:xfrm>
            <a:custGeom>
              <a:avLst/>
              <a:pathLst>
                <a:path w="3260367" h="0">
                  <a:moveTo>
                    <a:pt x="0" y="0"/>
                  </a:moveTo>
                  <a:lnTo>
                    <a:pt x="3260367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l414"/>
            <p:cNvSpPr/>
            <p:nvPr/>
          </p:nvSpPr>
          <p:spPr>
            <a:xfrm>
              <a:off x="5474900" y="2496713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l415"/>
            <p:cNvSpPr/>
            <p:nvPr/>
          </p:nvSpPr>
          <p:spPr>
            <a:xfrm>
              <a:off x="6297681" y="2496713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l416"/>
            <p:cNvSpPr/>
            <p:nvPr/>
          </p:nvSpPr>
          <p:spPr>
            <a:xfrm>
              <a:off x="7120463" y="2496713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l417"/>
            <p:cNvSpPr/>
            <p:nvPr/>
          </p:nvSpPr>
          <p:spPr>
            <a:xfrm>
              <a:off x="7943244" y="2496713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tx418"/>
            <p:cNvSpPr/>
            <p:nvPr/>
          </p:nvSpPr>
          <p:spPr>
            <a:xfrm>
              <a:off x="5395027" y="2542832"/>
              <a:ext cx="159745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-0.2</a:t>
              </a:r>
            </a:p>
          </p:txBody>
        </p:sp>
        <p:sp>
          <p:nvSpPr>
            <p:cNvPr id="420" name="tx419"/>
            <p:cNvSpPr/>
            <p:nvPr/>
          </p:nvSpPr>
          <p:spPr>
            <a:xfrm>
              <a:off x="6217808" y="2542832"/>
              <a:ext cx="159745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-0.1</a:t>
              </a:r>
            </a:p>
          </p:txBody>
        </p:sp>
        <p:sp>
          <p:nvSpPr>
            <p:cNvPr id="421" name="tx420"/>
            <p:cNvSpPr/>
            <p:nvPr/>
          </p:nvSpPr>
          <p:spPr>
            <a:xfrm>
              <a:off x="7055998" y="2542832"/>
              <a:ext cx="128930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422" name="tx421"/>
            <p:cNvSpPr/>
            <p:nvPr/>
          </p:nvSpPr>
          <p:spPr>
            <a:xfrm>
              <a:off x="7878779" y="2542832"/>
              <a:ext cx="128930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0.1</a:t>
              </a:r>
            </a:p>
          </p:txBody>
        </p:sp>
        <p:sp>
          <p:nvSpPr>
            <p:cNvPr id="423" name="pl422"/>
            <p:cNvSpPr/>
            <p:nvPr/>
          </p:nvSpPr>
          <p:spPr>
            <a:xfrm>
              <a:off x="8546026" y="2496713"/>
              <a:ext cx="3260367" cy="0"/>
            </a:xfrm>
            <a:custGeom>
              <a:avLst/>
              <a:pathLst>
                <a:path w="3260367" h="0">
                  <a:moveTo>
                    <a:pt x="0" y="0"/>
                  </a:moveTo>
                  <a:lnTo>
                    <a:pt x="3260367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l423"/>
            <p:cNvSpPr/>
            <p:nvPr/>
          </p:nvSpPr>
          <p:spPr>
            <a:xfrm>
              <a:off x="8738386" y="2496713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l424"/>
            <p:cNvSpPr/>
            <p:nvPr/>
          </p:nvSpPr>
          <p:spPr>
            <a:xfrm>
              <a:off x="9350927" y="2496713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l425"/>
            <p:cNvSpPr/>
            <p:nvPr/>
          </p:nvSpPr>
          <p:spPr>
            <a:xfrm>
              <a:off x="9963467" y="2496713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6"/>
            <p:cNvSpPr/>
            <p:nvPr/>
          </p:nvSpPr>
          <p:spPr>
            <a:xfrm>
              <a:off x="10576008" y="2496713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7"/>
            <p:cNvSpPr/>
            <p:nvPr/>
          </p:nvSpPr>
          <p:spPr>
            <a:xfrm>
              <a:off x="11188549" y="2496713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8"/>
            <p:cNvSpPr/>
            <p:nvPr/>
          </p:nvSpPr>
          <p:spPr>
            <a:xfrm>
              <a:off x="11801090" y="2496713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tx429"/>
            <p:cNvSpPr/>
            <p:nvPr/>
          </p:nvSpPr>
          <p:spPr>
            <a:xfrm>
              <a:off x="8632727" y="2542832"/>
              <a:ext cx="211317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-0.06</a:t>
              </a:r>
            </a:p>
          </p:txBody>
        </p:sp>
        <p:sp>
          <p:nvSpPr>
            <p:cNvPr id="431" name="tx430"/>
            <p:cNvSpPr/>
            <p:nvPr/>
          </p:nvSpPr>
          <p:spPr>
            <a:xfrm>
              <a:off x="9245268" y="2542832"/>
              <a:ext cx="211317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-0.04</a:t>
              </a:r>
            </a:p>
          </p:txBody>
        </p:sp>
        <p:sp>
          <p:nvSpPr>
            <p:cNvPr id="432" name="tx431"/>
            <p:cNvSpPr/>
            <p:nvPr/>
          </p:nvSpPr>
          <p:spPr>
            <a:xfrm>
              <a:off x="9857808" y="2542832"/>
              <a:ext cx="211317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-0.02</a:t>
              </a:r>
            </a:p>
          </p:txBody>
        </p:sp>
        <p:sp>
          <p:nvSpPr>
            <p:cNvPr id="433" name="tx432"/>
            <p:cNvSpPr/>
            <p:nvPr/>
          </p:nvSpPr>
          <p:spPr>
            <a:xfrm>
              <a:off x="10485757" y="2542832"/>
              <a:ext cx="180502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434" name="tx433"/>
            <p:cNvSpPr/>
            <p:nvPr/>
          </p:nvSpPr>
          <p:spPr>
            <a:xfrm>
              <a:off x="11098298" y="2542832"/>
              <a:ext cx="180502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0.02</a:t>
              </a:r>
            </a:p>
          </p:txBody>
        </p:sp>
        <p:sp>
          <p:nvSpPr>
            <p:cNvPr id="435" name="tx434"/>
            <p:cNvSpPr/>
            <p:nvPr/>
          </p:nvSpPr>
          <p:spPr>
            <a:xfrm>
              <a:off x="11710838" y="2542832"/>
              <a:ext cx="180502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0.04</a:t>
              </a:r>
            </a:p>
          </p:txBody>
        </p:sp>
        <p:sp>
          <p:nvSpPr>
            <p:cNvPr id="436" name="pl435"/>
            <p:cNvSpPr/>
            <p:nvPr/>
          </p:nvSpPr>
          <p:spPr>
            <a:xfrm>
              <a:off x="1922805" y="1161108"/>
              <a:ext cx="0" cy="1335604"/>
            </a:xfrm>
            <a:custGeom>
              <a:avLst/>
              <a:pathLst>
                <a:path w="0" h="1335604">
                  <a:moveTo>
                    <a:pt x="0" y="1335604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tx436"/>
            <p:cNvSpPr/>
            <p:nvPr/>
          </p:nvSpPr>
          <p:spPr>
            <a:xfrm>
              <a:off x="1551983" y="2385367"/>
              <a:ext cx="324703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Latitude</a:t>
              </a:r>
            </a:p>
          </p:txBody>
        </p:sp>
        <p:sp>
          <p:nvSpPr>
            <p:cNvPr id="438" name="tx437"/>
            <p:cNvSpPr/>
            <p:nvPr/>
          </p:nvSpPr>
          <p:spPr>
            <a:xfrm>
              <a:off x="1475814" y="2254425"/>
              <a:ext cx="400872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Longitude</a:t>
              </a:r>
            </a:p>
          </p:txBody>
        </p:sp>
        <p:sp>
          <p:nvSpPr>
            <p:cNvPr id="439" name="tx438"/>
            <p:cNvSpPr/>
            <p:nvPr/>
          </p:nvSpPr>
          <p:spPr>
            <a:xfrm>
              <a:off x="1501234" y="2123483"/>
              <a:ext cx="375452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Elevation</a:t>
              </a:r>
            </a:p>
          </p:txBody>
        </p:sp>
        <p:sp>
          <p:nvSpPr>
            <p:cNvPr id="440" name="tx439"/>
            <p:cNvSpPr/>
            <p:nvPr/>
          </p:nvSpPr>
          <p:spPr>
            <a:xfrm>
              <a:off x="400845" y="1992542"/>
              <a:ext cx="1475841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Mean temperature of coldest quarter</a:t>
              </a:r>
            </a:p>
          </p:txBody>
        </p:sp>
        <p:sp>
          <p:nvSpPr>
            <p:cNvPr id="441" name="tx440"/>
            <p:cNvSpPr/>
            <p:nvPr/>
          </p:nvSpPr>
          <p:spPr>
            <a:xfrm>
              <a:off x="902759" y="1861600"/>
              <a:ext cx="973927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Human footprint change</a:t>
              </a:r>
            </a:p>
          </p:txBody>
        </p:sp>
        <p:sp>
          <p:nvSpPr>
            <p:cNvPr id="442" name="tx441"/>
            <p:cNvSpPr/>
            <p:nvPr/>
          </p:nvSpPr>
          <p:spPr>
            <a:xfrm>
              <a:off x="1359319" y="1730658"/>
              <a:ext cx="517367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Delta natural</a:t>
              </a:r>
            </a:p>
          </p:txBody>
        </p:sp>
        <p:sp>
          <p:nvSpPr>
            <p:cNvPr id="443" name="tx442"/>
            <p:cNvSpPr/>
            <p:nvPr/>
          </p:nvSpPr>
          <p:spPr>
            <a:xfrm>
              <a:off x="1197013" y="1599717"/>
              <a:ext cx="679673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Delta impervious</a:t>
              </a:r>
            </a:p>
          </p:txBody>
        </p:sp>
        <p:sp>
          <p:nvSpPr>
            <p:cNvPr id="444" name="tx443"/>
            <p:cNvSpPr/>
            <p:nvPr/>
          </p:nvSpPr>
          <p:spPr>
            <a:xfrm>
              <a:off x="1039919" y="1468775"/>
              <a:ext cx="836767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Forest-cover change</a:t>
              </a:r>
            </a:p>
          </p:txBody>
        </p:sp>
        <p:sp>
          <p:nvSpPr>
            <p:cNvPr id="445" name="tx444"/>
            <p:cNvSpPr/>
            <p:nvPr/>
          </p:nvSpPr>
          <p:spPr>
            <a:xfrm>
              <a:off x="857222" y="1337833"/>
              <a:ext cx="1019464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Thermal-extreme change</a:t>
              </a:r>
            </a:p>
          </p:txBody>
        </p:sp>
        <p:sp>
          <p:nvSpPr>
            <p:cNvPr id="446" name="tx445"/>
            <p:cNvSpPr/>
            <p:nvPr/>
          </p:nvSpPr>
          <p:spPr>
            <a:xfrm>
              <a:off x="806381" y="1206892"/>
              <a:ext cx="1070305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Mean temperature change</a:t>
              </a:r>
            </a:p>
          </p:txBody>
        </p:sp>
        <p:sp>
          <p:nvSpPr>
            <p:cNvPr id="447" name="pl446"/>
            <p:cNvSpPr/>
            <p:nvPr/>
          </p:nvSpPr>
          <p:spPr>
            <a:xfrm>
              <a:off x="1897184" y="2418148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l447"/>
            <p:cNvSpPr/>
            <p:nvPr/>
          </p:nvSpPr>
          <p:spPr>
            <a:xfrm>
              <a:off x="1897184" y="2287206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l448"/>
            <p:cNvSpPr/>
            <p:nvPr/>
          </p:nvSpPr>
          <p:spPr>
            <a:xfrm>
              <a:off x="1897184" y="2156265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l449"/>
            <p:cNvSpPr/>
            <p:nvPr/>
          </p:nvSpPr>
          <p:spPr>
            <a:xfrm>
              <a:off x="1897184" y="2025323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l450"/>
            <p:cNvSpPr/>
            <p:nvPr/>
          </p:nvSpPr>
          <p:spPr>
            <a:xfrm>
              <a:off x="1897184" y="1894381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l451"/>
            <p:cNvSpPr/>
            <p:nvPr/>
          </p:nvSpPr>
          <p:spPr>
            <a:xfrm>
              <a:off x="1897184" y="1763440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l452"/>
            <p:cNvSpPr/>
            <p:nvPr/>
          </p:nvSpPr>
          <p:spPr>
            <a:xfrm>
              <a:off x="1897184" y="1632498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l453"/>
            <p:cNvSpPr/>
            <p:nvPr/>
          </p:nvSpPr>
          <p:spPr>
            <a:xfrm>
              <a:off x="1897184" y="1501556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l454"/>
            <p:cNvSpPr/>
            <p:nvPr/>
          </p:nvSpPr>
          <p:spPr>
            <a:xfrm>
              <a:off x="1897184" y="1370615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l455"/>
            <p:cNvSpPr/>
            <p:nvPr/>
          </p:nvSpPr>
          <p:spPr>
            <a:xfrm>
              <a:off x="1897184" y="1239673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l456"/>
            <p:cNvSpPr/>
            <p:nvPr/>
          </p:nvSpPr>
          <p:spPr>
            <a:xfrm>
              <a:off x="1922805" y="2859766"/>
              <a:ext cx="0" cy="1335604"/>
            </a:xfrm>
            <a:custGeom>
              <a:avLst/>
              <a:pathLst>
                <a:path w="0" h="1335604">
                  <a:moveTo>
                    <a:pt x="0" y="1335604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tx457"/>
            <p:cNvSpPr/>
            <p:nvPr/>
          </p:nvSpPr>
          <p:spPr>
            <a:xfrm>
              <a:off x="1551983" y="4084025"/>
              <a:ext cx="324703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Latitude</a:t>
              </a:r>
            </a:p>
          </p:txBody>
        </p:sp>
        <p:sp>
          <p:nvSpPr>
            <p:cNvPr id="459" name="tx458"/>
            <p:cNvSpPr/>
            <p:nvPr/>
          </p:nvSpPr>
          <p:spPr>
            <a:xfrm>
              <a:off x="1475814" y="3953083"/>
              <a:ext cx="400872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Longitude</a:t>
              </a:r>
            </a:p>
          </p:txBody>
        </p:sp>
        <p:sp>
          <p:nvSpPr>
            <p:cNvPr id="460" name="tx459"/>
            <p:cNvSpPr/>
            <p:nvPr/>
          </p:nvSpPr>
          <p:spPr>
            <a:xfrm>
              <a:off x="1501234" y="3822141"/>
              <a:ext cx="375452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Elevation</a:t>
              </a:r>
            </a:p>
          </p:txBody>
        </p:sp>
        <p:sp>
          <p:nvSpPr>
            <p:cNvPr id="461" name="tx460"/>
            <p:cNvSpPr/>
            <p:nvPr/>
          </p:nvSpPr>
          <p:spPr>
            <a:xfrm>
              <a:off x="400845" y="3691200"/>
              <a:ext cx="1475841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Mean temperature of coldest quarter</a:t>
              </a:r>
            </a:p>
          </p:txBody>
        </p:sp>
        <p:sp>
          <p:nvSpPr>
            <p:cNvPr id="462" name="tx461"/>
            <p:cNvSpPr/>
            <p:nvPr/>
          </p:nvSpPr>
          <p:spPr>
            <a:xfrm>
              <a:off x="902759" y="3560258"/>
              <a:ext cx="973927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Human footprint change</a:t>
              </a:r>
            </a:p>
          </p:txBody>
        </p:sp>
        <p:sp>
          <p:nvSpPr>
            <p:cNvPr id="463" name="tx462"/>
            <p:cNvSpPr/>
            <p:nvPr/>
          </p:nvSpPr>
          <p:spPr>
            <a:xfrm>
              <a:off x="1359319" y="3429316"/>
              <a:ext cx="517367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Delta natural</a:t>
              </a:r>
            </a:p>
          </p:txBody>
        </p:sp>
        <p:sp>
          <p:nvSpPr>
            <p:cNvPr id="464" name="tx463"/>
            <p:cNvSpPr/>
            <p:nvPr/>
          </p:nvSpPr>
          <p:spPr>
            <a:xfrm>
              <a:off x="1197013" y="3298375"/>
              <a:ext cx="679673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Delta impervious</a:t>
              </a:r>
            </a:p>
          </p:txBody>
        </p:sp>
        <p:sp>
          <p:nvSpPr>
            <p:cNvPr id="465" name="tx464"/>
            <p:cNvSpPr/>
            <p:nvPr/>
          </p:nvSpPr>
          <p:spPr>
            <a:xfrm>
              <a:off x="1039919" y="3167433"/>
              <a:ext cx="836767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Forest-cover change</a:t>
              </a:r>
            </a:p>
          </p:txBody>
        </p:sp>
        <p:sp>
          <p:nvSpPr>
            <p:cNvPr id="466" name="tx465"/>
            <p:cNvSpPr/>
            <p:nvPr/>
          </p:nvSpPr>
          <p:spPr>
            <a:xfrm>
              <a:off x="857222" y="3036491"/>
              <a:ext cx="1019464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Thermal-extreme change</a:t>
              </a:r>
            </a:p>
          </p:txBody>
        </p:sp>
        <p:sp>
          <p:nvSpPr>
            <p:cNvPr id="467" name="tx466"/>
            <p:cNvSpPr/>
            <p:nvPr/>
          </p:nvSpPr>
          <p:spPr>
            <a:xfrm>
              <a:off x="806381" y="2905550"/>
              <a:ext cx="1070305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Mean temperature change</a:t>
              </a:r>
            </a:p>
          </p:txBody>
        </p:sp>
        <p:sp>
          <p:nvSpPr>
            <p:cNvPr id="468" name="pl467"/>
            <p:cNvSpPr/>
            <p:nvPr/>
          </p:nvSpPr>
          <p:spPr>
            <a:xfrm>
              <a:off x="1897184" y="4116806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l468"/>
            <p:cNvSpPr/>
            <p:nvPr/>
          </p:nvSpPr>
          <p:spPr>
            <a:xfrm>
              <a:off x="1897184" y="3985864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l469"/>
            <p:cNvSpPr/>
            <p:nvPr/>
          </p:nvSpPr>
          <p:spPr>
            <a:xfrm>
              <a:off x="1897184" y="3854923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l470"/>
            <p:cNvSpPr/>
            <p:nvPr/>
          </p:nvSpPr>
          <p:spPr>
            <a:xfrm>
              <a:off x="1897184" y="3723981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l471"/>
            <p:cNvSpPr/>
            <p:nvPr/>
          </p:nvSpPr>
          <p:spPr>
            <a:xfrm>
              <a:off x="1897184" y="3593039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l472"/>
            <p:cNvSpPr/>
            <p:nvPr/>
          </p:nvSpPr>
          <p:spPr>
            <a:xfrm>
              <a:off x="1897184" y="3462098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l473"/>
            <p:cNvSpPr/>
            <p:nvPr/>
          </p:nvSpPr>
          <p:spPr>
            <a:xfrm>
              <a:off x="1897184" y="3331156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l474"/>
            <p:cNvSpPr/>
            <p:nvPr/>
          </p:nvSpPr>
          <p:spPr>
            <a:xfrm>
              <a:off x="1897184" y="3200214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l475"/>
            <p:cNvSpPr/>
            <p:nvPr/>
          </p:nvSpPr>
          <p:spPr>
            <a:xfrm>
              <a:off x="1897184" y="3069273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l476"/>
            <p:cNvSpPr/>
            <p:nvPr/>
          </p:nvSpPr>
          <p:spPr>
            <a:xfrm>
              <a:off x="1897184" y="2938331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l477"/>
            <p:cNvSpPr/>
            <p:nvPr/>
          </p:nvSpPr>
          <p:spPr>
            <a:xfrm>
              <a:off x="1922805" y="4558424"/>
              <a:ext cx="0" cy="1335604"/>
            </a:xfrm>
            <a:custGeom>
              <a:avLst/>
              <a:pathLst>
                <a:path w="0" h="1335604">
                  <a:moveTo>
                    <a:pt x="0" y="1335604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tx478"/>
            <p:cNvSpPr/>
            <p:nvPr/>
          </p:nvSpPr>
          <p:spPr>
            <a:xfrm>
              <a:off x="1551983" y="5782683"/>
              <a:ext cx="324703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Latitude</a:t>
              </a:r>
            </a:p>
          </p:txBody>
        </p:sp>
        <p:sp>
          <p:nvSpPr>
            <p:cNvPr id="480" name="tx479"/>
            <p:cNvSpPr/>
            <p:nvPr/>
          </p:nvSpPr>
          <p:spPr>
            <a:xfrm>
              <a:off x="1475814" y="5651741"/>
              <a:ext cx="400872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Longitude</a:t>
              </a:r>
            </a:p>
          </p:txBody>
        </p:sp>
        <p:sp>
          <p:nvSpPr>
            <p:cNvPr id="481" name="tx480"/>
            <p:cNvSpPr/>
            <p:nvPr/>
          </p:nvSpPr>
          <p:spPr>
            <a:xfrm>
              <a:off x="1501234" y="5520799"/>
              <a:ext cx="375452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Elevation</a:t>
              </a:r>
            </a:p>
          </p:txBody>
        </p:sp>
        <p:sp>
          <p:nvSpPr>
            <p:cNvPr id="482" name="tx481"/>
            <p:cNvSpPr/>
            <p:nvPr/>
          </p:nvSpPr>
          <p:spPr>
            <a:xfrm>
              <a:off x="400845" y="5389858"/>
              <a:ext cx="1475841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Mean temperature of coldest quarter</a:t>
              </a:r>
            </a:p>
          </p:txBody>
        </p:sp>
        <p:sp>
          <p:nvSpPr>
            <p:cNvPr id="483" name="tx482"/>
            <p:cNvSpPr/>
            <p:nvPr/>
          </p:nvSpPr>
          <p:spPr>
            <a:xfrm>
              <a:off x="902759" y="5258916"/>
              <a:ext cx="973927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Human footprint change</a:t>
              </a:r>
            </a:p>
          </p:txBody>
        </p:sp>
        <p:sp>
          <p:nvSpPr>
            <p:cNvPr id="484" name="tx483"/>
            <p:cNvSpPr/>
            <p:nvPr/>
          </p:nvSpPr>
          <p:spPr>
            <a:xfrm>
              <a:off x="1359319" y="5127974"/>
              <a:ext cx="517367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Delta natural</a:t>
              </a:r>
            </a:p>
          </p:txBody>
        </p:sp>
        <p:sp>
          <p:nvSpPr>
            <p:cNvPr id="485" name="tx484"/>
            <p:cNvSpPr/>
            <p:nvPr/>
          </p:nvSpPr>
          <p:spPr>
            <a:xfrm>
              <a:off x="1197013" y="4997033"/>
              <a:ext cx="679673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Delta impervious</a:t>
              </a:r>
            </a:p>
          </p:txBody>
        </p:sp>
        <p:sp>
          <p:nvSpPr>
            <p:cNvPr id="486" name="tx485"/>
            <p:cNvSpPr/>
            <p:nvPr/>
          </p:nvSpPr>
          <p:spPr>
            <a:xfrm>
              <a:off x="1039919" y="4866091"/>
              <a:ext cx="836767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Forest-cover change</a:t>
              </a:r>
            </a:p>
          </p:txBody>
        </p:sp>
        <p:sp>
          <p:nvSpPr>
            <p:cNvPr id="487" name="tx486"/>
            <p:cNvSpPr/>
            <p:nvPr/>
          </p:nvSpPr>
          <p:spPr>
            <a:xfrm>
              <a:off x="857222" y="4735149"/>
              <a:ext cx="1019464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Thermal-extreme change</a:t>
              </a:r>
            </a:p>
          </p:txBody>
        </p:sp>
        <p:sp>
          <p:nvSpPr>
            <p:cNvPr id="488" name="tx487"/>
            <p:cNvSpPr/>
            <p:nvPr/>
          </p:nvSpPr>
          <p:spPr>
            <a:xfrm>
              <a:off x="806381" y="4604208"/>
              <a:ext cx="1070305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Mean temperature change</a:t>
              </a:r>
            </a:p>
          </p:txBody>
        </p:sp>
        <p:sp>
          <p:nvSpPr>
            <p:cNvPr id="489" name="pl488"/>
            <p:cNvSpPr/>
            <p:nvPr/>
          </p:nvSpPr>
          <p:spPr>
            <a:xfrm>
              <a:off x="1897184" y="5815464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l489"/>
            <p:cNvSpPr/>
            <p:nvPr/>
          </p:nvSpPr>
          <p:spPr>
            <a:xfrm>
              <a:off x="1897184" y="5684522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l490"/>
            <p:cNvSpPr/>
            <p:nvPr/>
          </p:nvSpPr>
          <p:spPr>
            <a:xfrm>
              <a:off x="1897184" y="5553580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l491"/>
            <p:cNvSpPr/>
            <p:nvPr/>
          </p:nvSpPr>
          <p:spPr>
            <a:xfrm>
              <a:off x="1897184" y="5422639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l492"/>
            <p:cNvSpPr/>
            <p:nvPr/>
          </p:nvSpPr>
          <p:spPr>
            <a:xfrm>
              <a:off x="1897184" y="5291697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l493"/>
            <p:cNvSpPr/>
            <p:nvPr/>
          </p:nvSpPr>
          <p:spPr>
            <a:xfrm>
              <a:off x="1897184" y="5160755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l494"/>
            <p:cNvSpPr/>
            <p:nvPr/>
          </p:nvSpPr>
          <p:spPr>
            <a:xfrm>
              <a:off x="1897184" y="5029814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l495"/>
            <p:cNvSpPr/>
            <p:nvPr/>
          </p:nvSpPr>
          <p:spPr>
            <a:xfrm>
              <a:off x="1897184" y="4898872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l496"/>
            <p:cNvSpPr/>
            <p:nvPr/>
          </p:nvSpPr>
          <p:spPr>
            <a:xfrm>
              <a:off x="1897184" y="4767930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l497"/>
            <p:cNvSpPr/>
            <p:nvPr/>
          </p:nvSpPr>
          <p:spPr>
            <a:xfrm>
              <a:off x="1897184" y="4636989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tx498"/>
            <p:cNvSpPr/>
            <p:nvPr/>
          </p:nvSpPr>
          <p:spPr>
            <a:xfrm>
              <a:off x="6367806" y="6052820"/>
              <a:ext cx="993587" cy="739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Posterior coefficient</a:t>
              </a:r>
            </a:p>
          </p:txBody>
        </p:sp>
        <p:sp>
          <p:nvSpPr>
            <p:cNvPr id="500" name="rc499"/>
            <p:cNvSpPr/>
            <p:nvPr/>
          </p:nvSpPr>
          <p:spPr>
            <a:xfrm>
              <a:off x="5932186" y="6251957"/>
              <a:ext cx="1864826" cy="321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1" name="rc500"/>
            <p:cNvSpPr/>
            <p:nvPr/>
          </p:nvSpPr>
          <p:spPr>
            <a:xfrm>
              <a:off x="5983429" y="630320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2" name="pl501"/>
            <p:cNvSpPr/>
            <p:nvPr/>
          </p:nvSpPr>
          <p:spPr>
            <a:xfrm>
              <a:off x="6005375" y="641292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2"/>
            <p:cNvSpPr/>
            <p:nvPr/>
          </p:nvSpPr>
          <p:spPr>
            <a:xfrm>
              <a:off x="6066807" y="6386579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rc503"/>
            <p:cNvSpPr/>
            <p:nvPr/>
          </p:nvSpPr>
          <p:spPr>
            <a:xfrm>
              <a:off x="6882449" y="630320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5" name="pl504"/>
            <p:cNvSpPr/>
            <p:nvPr/>
          </p:nvSpPr>
          <p:spPr>
            <a:xfrm>
              <a:off x="6904394" y="641292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5"/>
            <p:cNvSpPr/>
            <p:nvPr/>
          </p:nvSpPr>
          <p:spPr>
            <a:xfrm>
              <a:off x="6965827" y="6386579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tx506"/>
            <p:cNvSpPr/>
            <p:nvPr/>
          </p:nvSpPr>
          <p:spPr>
            <a:xfrm>
              <a:off x="6254128" y="6379644"/>
              <a:ext cx="577077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CrI overlaps 0</a:t>
              </a:r>
            </a:p>
          </p:txBody>
        </p:sp>
        <p:sp>
          <p:nvSpPr>
            <p:cNvPr id="508" name="tx507"/>
            <p:cNvSpPr/>
            <p:nvPr/>
          </p:nvSpPr>
          <p:spPr>
            <a:xfrm>
              <a:off x="7153147" y="6379644"/>
              <a:ext cx="592622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CrI excludes 0</a:t>
              </a:r>
            </a:p>
          </p:txBody>
        </p:sp>
        <p:sp>
          <p:nvSpPr>
            <p:cNvPr id="509" name="tx508"/>
            <p:cNvSpPr/>
            <p:nvPr/>
          </p:nvSpPr>
          <p:spPr>
            <a:xfrm>
              <a:off x="1922805" y="784869"/>
              <a:ext cx="3381085" cy="737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52616B">
                      <a:alpha val="100000"/>
                    </a:srgbClr>
                  </a:solidFill>
                  <a:latin typeface="Helvetica"/>
                  <a:cs typeface="Helvetica"/>
                </a:rPr>
                <a:t>Temporal-change covariates fitted to occupancy-corrected trend estimates</a:t>
              </a:r>
            </a:p>
          </p:txBody>
        </p:sp>
        <p:sp>
          <p:nvSpPr>
            <p:cNvPr id="510" name="tx509"/>
            <p:cNvSpPr/>
            <p:nvPr/>
          </p:nvSpPr>
          <p:spPr>
            <a:xfrm>
              <a:off x="1922805" y="604140"/>
              <a:ext cx="4481474" cy="995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89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Posterior driver coefficients across 500-species diversity responses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2026-07-14T22:16:12Z</dcterms:modified>
  <cp:category/>
</cp:coreProperties>
</file>