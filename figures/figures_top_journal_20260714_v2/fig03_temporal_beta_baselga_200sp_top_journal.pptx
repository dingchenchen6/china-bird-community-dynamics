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c06d990a6f997d877c28accf56676f3b1efbe2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Fig03 temporal beta baselga 200sp top journal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502920"/>
            <a:ext cx="11658600" cy="6172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2026-07-14T22:16:08Z</dcterms:modified>
  <cp:category/>
</cp:coreProperties>
</file>