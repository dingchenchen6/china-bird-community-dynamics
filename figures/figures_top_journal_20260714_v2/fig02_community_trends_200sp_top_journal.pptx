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d918b4f08d7b7cd20673664149cf5ae5128ba42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Fig02 community trends 200sp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2026-07-14T22:16:08Z</dcterms:modified>
  <cp:category/>
</cp:coreProperties>
</file>