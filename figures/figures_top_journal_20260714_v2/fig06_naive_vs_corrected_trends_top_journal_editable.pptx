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Fig06 naive vs corrected trends top journal editable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502920"/>
            <a:ext cx="11658600" cy="6172200"/>
            <a:chOff x="274320" y="502920"/>
            <a:chExt cx="11658600" cy="6172200"/>
          </a:xfrm>
        </p:grpSpPr>
        <p:sp>
          <p:nvSpPr>
            <p:cNvPr id="4" name="rc3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74320" y="502920"/>
              <a:ext cx="11658599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59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717318" y="1184274"/>
              <a:ext cx="5437805" cy="46806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538520" y="1184274"/>
              <a:ext cx="806915" cy="4680694"/>
            </a:xfrm>
            <a:custGeom>
              <a:avLst/>
              <a:pathLst>
                <a:path w="806915" h="4680694">
                  <a:moveTo>
                    <a:pt x="0" y="4680694"/>
                  </a:moveTo>
                  <a:lnTo>
                    <a:pt x="806915" y="0"/>
                  </a:lnTo>
                </a:path>
              </a:pathLst>
            </a:custGeom>
            <a:ln w="12195" cap="flat">
              <a:solidFill>
                <a:srgbClr val="8F9BA4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8" name="pt7"/>
            <p:cNvSpPr/>
            <p:nvPr/>
          </p:nvSpPr>
          <p:spPr>
            <a:xfrm>
              <a:off x="1537078" y="48377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8"/>
            <p:cNvSpPr/>
            <p:nvPr/>
          </p:nvSpPr>
          <p:spPr>
            <a:xfrm>
              <a:off x="1670685" y="45975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9"/>
            <p:cNvSpPr/>
            <p:nvPr/>
          </p:nvSpPr>
          <p:spPr>
            <a:xfrm>
              <a:off x="1699315" y="46959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t10"/>
            <p:cNvSpPr/>
            <p:nvPr/>
          </p:nvSpPr>
          <p:spPr>
            <a:xfrm>
              <a:off x="1766118" y="45131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t11"/>
            <p:cNvSpPr/>
            <p:nvPr/>
          </p:nvSpPr>
          <p:spPr>
            <a:xfrm>
              <a:off x="2357806" y="44739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2"/>
            <p:cNvSpPr/>
            <p:nvPr/>
          </p:nvSpPr>
          <p:spPr>
            <a:xfrm>
              <a:off x="1899725" y="53579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3"/>
            <p:cNvSpPr/>
            <p:nvPr/>
          </p:nvSpPr>
          <p:spPr>
            <a:xfrm>
              <a:off x="2453240" y="45520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4"/>
            <p:cNvSpPr/>
            <p:nvPr/>
          </p:nvSpPr>
          <p:spPr>
            <a:xfrm>
              <a:off x="2367350" y="44861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1594338" y="44855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1441644" y="44596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1632511" y="48297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1937899" y="44970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1670685" y="49118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2014245" y="50522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1479817" y="47894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1422557" y="453880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1861552" y="46303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1613424" y="46090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2128766" y="43646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2300546" y="43775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2863604" y="42566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945389" y="4258573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1422557" y="5011412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1804292" y="49733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1136256" y="4277054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2176483" y="43893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1508447" y="43844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1613424" y="42328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2224199" y="43145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2577304" y="42470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2472327" y="42666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2567760" y="43593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2577304" y="44263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2520043" y="43796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3846570" y="42474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1785205" y="43643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1594338" y="51359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1956985" y="49202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1556164" y="50404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3016298" y="49350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2147852" y="50099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1537078" y="50263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2682281" y="48936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1556164" y="48002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2749084" y="48727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3283512" y="47330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1976072" y="47063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1422557" y="447033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1899725" y="47712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2138309" y="50341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1575251" y="48772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1995159" y="46556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2262373" y="51054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3102188" y="50313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2500957" y="50126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1956985" y="50316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1479817" y="45519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3035385" y="47155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2281459" y="45485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1470274" y="45837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1575251" y="45007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1556164" y="47750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1632511" y="48650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1775661" y="48186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1727945" y="39922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1689771" y="42328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1823378" y="42594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2701367" y="42358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2195569" y="43692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1613424" y="43012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1995159" y="45015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1995159" y="51304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3226252" y="50061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3111732" y="50418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3312142" y="50061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1250777" y="485152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1842465" y="47863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1842465" y="46144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1479817" y="46421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1804292" y="45466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2939951" y="43667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1689771" y="46213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9"/>
            <p:cNvSpPr/>
            <p:nvPr/>
          </p:nvSpPr>
          <p:spPr>
            <a:xfrm>
              <a:off x="1727945" y="50880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0"/>
            <p:cNvSpPr/>
            <p:nvPr/>
          </p:nvSpPr>
          <p:spPr>
            <a:xfrm>
              <a:off x="1918812" y="51417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1479817" y="49610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2"/>
            <p:cNvSpPr/>
            <p:nvPr/>
          </p:nvSpPr>
          <p:spPr>
            <a:xfrm>
              <a:off x="1537078" y="50093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3"/>
            <p:cNvSpPr/>
            <p:nvPr/>
          </p:nvSpPr>
          <p:spPr>
            <a:xfrm>
              <a:off x="2834974" y="53251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4"/>
            <p:cNvSpPr/>
            <p:nvPr/>
          </p:nvSpPr>
          <p:spPr>
            <a:xfrm>
              <a:off x="2625020" y="51444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1871095" y="51373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2329176" y="52251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2558217" y="50667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3006755" y="50498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2472327" y="49836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0"/>
            <p:cNvSpPr/>
            <p:nvPr/>
          </p:nvSpPr>
          <p:spPr>
            <a:xfrm>
              <a:off x="2281459" y="49536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1832922" y="49509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1766118" y="50191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2405523" y="43145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1346210" y="476980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5"/>
            <p:cNvSpPr/>
            <p:nvPr/>
          </p:nvSpPr>
          <p:spPr>
            <a:xfrm>
              <a:off x="1766118" y="44517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6"/>
            <p:cNvSpPr/>
            <p:nvPr/>
          </p:nvSpPr>
          <p:spPr>
            <a:xfrm>
              <a:off x="1384384" y="4304726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7"/>
            <p:cNvSpPr/>
            <p:nvPr/>
          </p:nvSpPr>
          <p:spPr>
            <a:xfrm>
              <a:off x="2882691" y="43302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8"/>
            <p:cNvSpPr/>
            <p:nvPr/>
          </p:nvSpPr>
          <p:spPr>
            <a:xfrm>
              <a:off x="3302599" y="44986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09"/>
            <p:cNvSpPr/>
            <p:nvPr/>
          </p:nvSpPr>
          <p:spPr>
            <a:xfrm>
              <a:off x="1517991" y="48456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0"/>
            <p:cNvSpPr/>
            <p:nvPr/>
          </p:nvSpPr>
          <p:spPr>
            <a:xfrm>
              <a:off x="2367350" y="53288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1937899" y="53406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2252829" y="51624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2329176" y="49217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1422557" y="49757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2081049" y="50026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2863604" y="52647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2596390" y="52015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1670685" y="51809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2682281" y="51662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1785205" y="50993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1785205" y="50663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1966529" y="50681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2014245" y="49040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2348263" y="50234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2224199" y="45003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1861552" y="44850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1651598" y="45466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2052419" y="46824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2472327" y="48586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2395980" y="49432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2959038" y="49112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1880638" y="50366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1498904" y="50745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2548673" y="50602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1632511" y="51383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2109679" y="51247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1842465" y="51794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2834974" y="50745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2376893" y="50978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1537078" y="50391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1441644" y="50086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1393927" y="4817075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1708858" y="48162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1470274" y="45416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1928355" y="45359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1575251" y="45396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1861552" y="46104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2042876" y="46044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2042876" y="47301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2558217" y="47080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2166939" y="47216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1976072" y="48196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3"/>
            <p:cNvSpPr/>
            <p:nvPr/>
          </p:nvSpPr>
          <p:spPr>
            <a:xfrm>
              <a:off x="1823378" y="47975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4"/>
            <p:cNvSpPr/>
            <p:nvPr/>
          </p:nvSpPr>
          <p:spPr>
            <a:xfrm>
              <a:off x="3493466" y="48027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5"/>
            <p:cNvSpPr/>
            <p:nvPr/>
          </p:nvSpPr>
          <p:spPr>
            <a:xfrm>
              <a:off x="3254882" y="49404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6"/>
            <p:cNvSpPr/>
            <p:nvPr/>
          </p:nvSpPr>
          <p:spPr>
            <a:xfrm>
              <a:off x="1642054" y="49758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7"/>
            <p:cNvSpPr/>
            <p:nvPr/>
          </p:nvSpPr>
          <p:spPr>
            <a:xfrm>
              <a:off x="2577304" y="50869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8"/>
            <p:cNvSpPr/>
            <p:nvPr/>
          </p:nvSpPr>
          <p:spPr>
            <a:xfrm>
              <a:off x="1517991" y="52826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59"/>
            <p:cNvSpPr/>
            <p:nvPr/>
          </p:nvSpPr>
          <p:spPr>
            <a:xfrm>
              <a:off x="1460731" y="53106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1976072" y="53190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1"/>
            <p:cNvSpPr/>
            <p:nvPr/>
          </p:nvSpPr>
          <p:spPr>
            <a:xfrm>
              <a:off x="2233743" y="52932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2"/>
            <p:cNvSpPr/>
            <p:nvPr/>
          </p:nvSpPr>
          <p:spPr>
            <a:xfrm>
              <a:off x="2033332" y="52235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2424610" y="51745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1651598" y="51130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1556164" y="50898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1918812" y="50648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1603881" y="50246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1804292" y="49502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1766118" y="45549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1804292" y="44869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1727945" y="41979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1594338" y="48602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2128766" y="50099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1918812" y="48301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1966529" y="48493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2758627" y="49191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2128766" y="48202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2157396" y="49080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2329176" y="49443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2033332" y="49651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2186026" y="49983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1622968" y="50310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3"/>
            <p:cNvSpPr/>
            <p:nvPr/>
          </p:nvSpPr>
          <p:spPr>
            <a:xfrm>
              <a:off x="1460731" y="51851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4"/>
            <p:cNvSpPr/>
            <p:nvPr/>
          </p:nvSpPr>
          <p:spPr>
            <a:xfrm>
              <a:off x="2472327" y="51459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5"/>
            <p:cNvSpPr/>
            <p:nvPr/>
          </p:nvSpPr>
          <p:spPr>
            <a:xfrm>
              <a:off x="1508447" y="50781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6"/>
            <p:cNvSpPr/>
            <p:nvPr/>
          </p:nvSpPr>
          <p:spPr>
            <a:xfrm>
              <a:off x="2166939" y="50344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7"/>
            <p:cNvSpPr/>
            <p:nvPr/>
          </p:nvSpPr>
          <p:spPr>
            <a:xfrm>
              <a:off x="1670685" y="49851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8"/>
            <p:cNvSpPr/>
            <p:nvPr/>
          </p:nvSpPr>
          <p:spPr>
            <a:xfrm>
              <a:off x="3216709" y="49308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89"/>
            <p:cNvSpPr/>
            <p:nvPr/>
          </p:nvSpPr>
          <p:spPr>
            <a:xfrm>
              <a:off x="3541183" y="49193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0"/>
            <p:cNvSpPr/>
            <p:nvPr/>
          </p:nvSpPr>
          <p:spPr>
            <a:xfrm>
              <a:off x="2281459" y="49541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1"/>
            <p:cNvSpPr/>
            <p:nvPr/>
          </p:nvSpPr>
          <p:spPr>
            <a:xfrm>
              <a:off x="2815888" y="49832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2"/>
            <p:cNvSpPr/>
            <p:nvPr/>
          </p:nvSpPr>
          <p:spPr>
            <a:xfrm>
              <a:off x="1737488" y="49876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3"/>
            <p:cNvSpPr/>
            <p:nvPr/>
          </p:nvSpPr>
          <p:spPr>
            <a:xfrm>
              <a:off x="1441644" y="49887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4"/>
            <p:cNvSpPr/>
            <p:nvPr/>
          </p:nvSpPr>
          <p:spPr>
            <a:xfrm>
              <a:off x="1594338" y="50784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5"/>
            <p:cNvSpPr/>
            <p:nvPr/>
          </p:nvSpPr>
          <p:spPr>
            <a:xfrm>
              <a:off x="1498904" y="45871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6"/>
            <p:cNvSpPr/>
            <p:nvPr/>
          </p:nvSpPr>
          <p:spPr>
            <a:xfrm>
              <a:off x="1441644" y="44452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7"/>
            <p:cNvSpPr/>
            <p:nvPr/>
          </p:nvSpPr>
          <p:spPr>
            <a:xfrm>
              <a:off x="1804292" y="44214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8"/>
            <p:cNvSpPr/>
            <p:nvPr/>
          </p:nvSpPr>
          <p:spPr>
            <a:xfrm>
              <a:off x="1785205" y="44348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199"/>
            <p:cNvSpPr/>
            <p:nvPr/>
          </p:nvSpPr>
          <p:spPr>
            <a:xfrm>
              <a:off x="1441644" y="43882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0"/>
            <p:cNvSpPr/>
            <p:nvPr/>
          </p:nvSpPr>
          <p:spPr>
            <a:xfrm>
              <a:off x="1613424" y="45065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1"/>
            <p:cNvSpPr/>
            <p:nvPr/>
          </p:nvSpPr>
          <p:spPr>
            <a:xfrm>
              <a:off x="1689771" y="45679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2"/>
            <p:cNvSpPr/>
            <p:nvPr/>
          </p:nvSpPr>
          <p:spPr>
            <a:xfrm>
              <a:off x="2100136" y="45864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3"/>
            <p:cNvSpPr/>
            <p:nvPr/>
          </p:nvSpPr>
          <p:spPr>
            <a:xfrm>
              <a:off x="1517991" y="46436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4"/>
            <p:cNvSpPr/>
            <p:nvPr/>
          </p:nvSpPr>
          <p:spPr>
            <a:xfrm>
              <a:off x="1727945" y="47603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2491413" y="47428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1995159" y="47885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1766118" y="48187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1785205" y="50400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1680228" y="50276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2014245" y="48236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1651598" y="46263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2424610" y="53066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3054471" y="53450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1956985" y="53074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5"/>
            <p:cNvSpPr/>
            <p:nvPr/>
          </p:nvSpPr>
          <p:spPr>
            <a:xfrm>
              <a:off x="1976072" y="51782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6"/>
            <p:cNvSpPr/>
            <p:nvPr/>
          </p:nvSpPr>
          <p:spPr>
            <a:xfrm>
              <a:off x="2224199" y="51185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7"/>
            <p:cNvSpPr/>
            <p:nvPr/>
          </p:nvSpPr>
          <p:spPr>
            <a:xfrm>
              <a:off x="2061962" y="51274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8"/>
            <p:cNvSpPr/>
            <p:nvPr/>
          </p:nvSpPr>
          <p:spPr>
            <a:xfrm>
              <a:off x="2978125" y="51025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19"/>
            <p:cNvSpPr/>
            <p:nvPr/>
          </p:nvSpPr>
          <p:spPr>
            <a:xfrm>
              <a:off x="1880638" y="50511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0"/>
            <p:cNvSpPr/>
            <p:nvPr/>
          </p:nvSpPr>
          <p:spPr>
            <a:xfrm>
              <a:off x="3226252" y="50028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1"/>
            <p:cNvSpPr/>
            <p:nvPr/>
          </p:nvSpPr>
          <p:spPr>
            <a:xfrm>
              <a:off x="2052419" y="50014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2"/>
            <p:cNvSpPr/>
            <p:nvPr/>
          </p:nvSpPr>
          <p:spPr>
            <a:xfrm>
              <a:off x="1976072" y="49462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3"/>
            <p:cNvSpPr/>
            <p:nvPr/>
          </p:nvSpPr>
          <p:spPr>
            <a:xfrm>
              <a:off x="1890182" y="49120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4"/>
            <p:cNvSpPr/>
            <p:nvPr/>
          </p:nvSpPr>
          <p:spPr>
            <a:xfrm>
              <a:off x="1575251" y="48943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5"/>
            <p:cNvSpPr/>
            <p:nvPr/>
          </p:nvSpPr>
          <p:spPr>
            <a:xfrm>
              <a:off x="2329176" y="48328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6"/>
            <p:cNvSpPr/>
            <p:nvPr/>
          </p:nvSpPr>
          <p:spPr>
            <a:xfrm>
              <a:off x="1699315" y="37608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7"/>
            <p:cNvSpPr/>
            <p:nvPr/>
          </p:nvSpPr>
          <p:spPr>
            <a:xfrm>
              <a:off x="1517991" y="35593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8"/>
            <p:cNvSpPr/>
            <p:nvPr/>
          </p:nvSpPr>
          <p:spPr>
            <a:xfrm>
              <a:off x="1460731" y="35009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29"/>
            <p:cNvSpPr/>
            <p:nvPr/>
          </p:nvSpPr>
          <p:spPr>
            <a:xfrm>
              <a:off x="3235795" y="35258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0"/>
            <p:cNvSpPr/>
            <p:nvPr/>
          </p:nvSpPr>
          <p:spPr>
            <a:xfrm>
              <a:off x="2815888" y="35285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1"/>
            <p:cNvSpPr/>
            <p:nvPr/>
          </p:nvSpPr>
          <p:spPr>
            <a:xfrm>
              <a:off x="3130818" y="45717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2"/>
            <p:cNvSpPr/>
            <p:nvPr/>
          </p:nvSpPr>
          <p:spPr>
            <a:xfrm>
              <a:off x="2968581" y="47699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3"/>
            <p:cNvSpPr/>
            <p:nvPr/>
          </p:nvSpPr>
          <p:spPr>
            <a:xfrm>
              <a:off x="1727945" y="44472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4"/>
            <p:cNvSpPr/>
            <p:nvPr/>
          </p:nvSpPr>
          <p:spPr>
            <a:xfrm>
              <a:off x="1460731" y="49203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5"/>
            <p:cNvSpPr/>
            <p:nvPr/>
          </p:nvSpPr>
          <p:spPr>
            <a:xfrm>
              <a:off x="2166939" y="48581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6"/>
            <p:cNvSpPr/>
            <p:nvPr/>
          </p:nvSpPr>
          <p:spPr>
            <a:xfrm>
              <a:off x="2081049" y="49102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7"/>
            <p:cNvSpPr/>
            <p:nvPr/>
          </p:nvSpPr>
          <p:spPr>
            <a:xfrm>
              <a:off x="1727945" y="48760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8"/>
            <p:cNvSpPr/>
            <p:nvPr/>
          </p:nvSpPr>
          <p:spPr>
            <a:xfrm>
              <a:off x="1995159" y="49076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39"/>
            <p:cNvSpPr/>
            <p:nvPr/>
          </p:nvSpPr>
          <p:spPr>
            <a:xfrm>
              <a:off x="2682281" y="48934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0"/>
            <p:cNvSpPr/>
            <p:nvPr/>
          </p:nvSpPr>
          <p:spPr>
            <a:xfrm>
              <a:off x="2033332" y="49294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1"/>
            <p:cNvSpPr/>
            <p:nvPr/>
          </p:nvSpPr>
          <p:spPr>
            <a:xfrm>
              <a:off x="4295108" y="49553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2"/>
            <p:cNvSpPr/>
            <p:nvPr/>
          </p:nvSpPr>
          <p:spPr>
            <a:xfrm>
              <a:off x="3607986" y="48318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3"/>
            <p:cNvSpPr/>
            <p:nvPr/>
          </p:nvSpPr>
          <p:spPr>
            <a:xfrm>
              <a:off x="2548673" y="49250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4"/>
            <p:cNvSpPr/>
            <p:nvPr/>
          </p:nvSpPr>
          <p:spPr>
            <a:xfrm>
              <a:off x="1747031" y="49891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5"/>
            <p:cNvSpPr/>
            <p:nvPr/>
          </p:nvSpPr>
          <p:spPr>
            <a:xfrm>
              <a:off x="1890182" y="50752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6"/>
            <p:cNvSpPr/>
            <p:nvPr/>
          </p:nvSpPr>
          <p:spPr>
            <a:xfrm>
              <a:off x="1441644" y="50670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7"/>
            <p:cNvSpPr/>
            <p:nvPr/>
          </p:nvSpPr>
          <p:spPr>
            <a:xfrm>
              <a:off x="2520043" y="50666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8"/>
            <p:cNvSpPr/>
            <p:nvPr/>
          </p:nvSpPr>
          <p:spPr>
            <a:xfrm>
              <a:off x="2491413" y="50395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49"/>
            <p:cNvSpPr/>
            <p:nvPr/>
          </p:nvSpPr>
          <p:spPr>
            <a:xfrm>
              <a:off x="2672737" y="50128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0"/>
            <p:cNvSpPr/>
            <p:nvPr/>
          </p:nvSpPr>
          <p:spPr>
            <a:xfrm>
              <a:off x="2586847" y="49764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1"/>
            <p:cNvSpPr/>
            <p:nvPr/>
          </p:nvSpPr>
          <p:spPr>
            <a:xfrm>
              <a:off x="2100136" y="49368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2"/>
            <p:cNvSpPr/>
            <p:nvPr/>
          </p:nvSpPr>
          <p:spPr>
            <a:xfrm>
              <a:off x="1537078" y="48764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3"/>
            <p:cNvSpPr/>
            <p:nvPr/>
          </p:nvSpPr>
          <p:spPr>
            <a:xfrm>
              <a:off x="1985615" y="48255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4"/>
            <p:cNvSpPr/>
            <p:nvPr/>
          </p:nvSpPr>
          <p:spPr>
            <a:xfrm>
              <a:off x="2500957" y="48430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5"/>
            <p:cNvSpPr/>
            <p:nvPr/>
          </p:nvSpPr>
          <p:spPr>
            <a:xfrm>
              <a:off x="2195569" y="49949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6"/>
            <p:cNvSpPr/>
            <p:nvPr/>
          </p:nvSpPr>
          <p:spPr>
            <a:xfrm>
              <a:off x="1689771" y="50195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7"/>
            <p:cNvSpPr/>
            <p:nvPr/>
          </p:nvSpPr>
          <p:spPr>
            <a:xfrm>
              <a:off x="1422557" y="5039550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8"/>
            <p:cNvSpPr/>
            <p:nvPr/>
          </p:nvSpPr>
          <p:spPr>
            <a:xfrm>
              <a:off x="1537078" y="48307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59"/>
            <p:cNvSpPr/>
            <p:nvPr/>
          </p:nvSpPr>
          <p:spPr>
            <a:xfrm>
              <a:off x="1556164" y="47440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0"/>
            <p:cNvSpPr/>
            <p:nvPr/>
          </p:nvSpPr>
          <p:spPr>
            <a:xfrm>
              <a:off x="1899725" y="46454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1"/>
            <p:cNvSpPr/>
            <p:nvPr/>
          </p:nvSpPr>
          <p:spPr>
            <a:xfrm>
              <a:off x="1575251" y="45372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2"/>
            <p:cNvSpPr/>
            <p:nvPr/>
          </p:nvSpPr>
          <p:spPr>
            <a:xfrm>
              <a:off x="1460731" y="43807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3"/>
            <p:cNvSpPr/>
            <p:nvPr/>
          </p:nvSpPr>
          <p:spPr>
            <a:xfrm>
              <a:off x="1460731" y="42737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4"/>
            <p:cNvSpPr/>
            <p:nvPr/>
          </p:nvSpPr>
          <p:spPr>
            <a:xfrm>
              <a:off x="1479817" y="42000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5"/>
            <p:cNvSpPr/>
            <p:nvPr/>
          </p:nvSpPr>
          <p:spPr>
            <a:xfrm>
              <a:off x="3760680" y="42382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6"/>
            <p:cNvSpPr/>
            <p:nvPr/>
          </p:nvSpPr>
          <p:spPr>
            <a:xfrm>
              <a:off x="3846570" y="43069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7"/>
            <p:cNvSpPr/>
            <p:nvPr/>
          </p:nvSpPr>
          <p:spPr>
            <a:xfrm>
              <a:off x="3064015" y="43118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8"/>
            <p:cNvSpPr/>
            <p:nvPr/>
          </p:nvSpPr>
          <p:spPr>
            <a:xfrm>
              <a:off x="2930408" y="4373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69"/>
            <p:cNvSpPr/>
            <p:nvPr/>
          </p:nvSpPr>
          <p:spPr>
            <a:xfrm>
              <a:off x="1842465" y="43845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0"/>
            <p:cNvSpPr/>
            <p:nvPr/>
          </p:nvSpPr>
          <p:spPr>
            <a:xfrm>
              <a:off x="2710911" y="44441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1"/>
            <p:cNvSpPr/>
            <p:nvPr/>
          </p:nvSpPr>
          <p:spPr>
            <a:xfrm>
              <a:off x="1727945" y="45816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2"/>
            <p:cNvSpPr/>
            <p:nvPr/>
          </p:nvSpPr>
          <p:spPr>
            <a:xfrm>
              <a:off x="1575251" y="45900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3"/>
            <p:cNvSpPr/>
            <p:nvPr/>
          </p:nvSpPr>
          <p:spPr>
            <a:xfrm>
              <a:off x="1823378" y="45737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4"/>
            <p:cNvSpPr/>
            <p:nvPr/>
          </p:nvSpPr>
          <p:spPr>
            <a:xfrm>
              <a:off x="3102188" y="46455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5"/>
            <p:cNvSpPr/>
            <p:nvPr/>
          </p:nvSpPr>
          <p:spPr>
            <a:xfrm>
              <a:off x="2090592" y="47677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6"/>
            <p:cNvSpPr/>
            <p:nvPr/>
          </p:nvSpPr>
          <p:spPr>
            <a:xfrm>
              <a:off x="3083102" y="48926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7"/>
            <p:cNvSpPr/>
            <p:nvPr/>
          </p:nvSpPr>
          <p:spPr>
            <a:xfrm>
              <a:off x="2071506" y="49569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8"/>
            <p:cNvSpPr/>
            <p:nvPr/>
          </p:nvSpPr>
          <p:spPr>
            <a:xfrm>
              <a:off x="1766118" y="49675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79"/>
            <p:cNvSpPr/>
            <p:nvPr/>
          </p:nvSpPr>
          <p:spPr>
            <a:xfrm>
              <a:off x="1642054" y="49669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0"/>
            <p:cNvSpPr/>
            <p:nvPr/>
          </p:nvSpPr>
          <p:spPr>
            <a:xfrm>
              <a:off x="1985615" y="49082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1"/>
            <p:cNvSpPr/>
            <p:nvPr/>
          </p:nvSpPr>
          <p:spPr>
            <a:xfrm>
              <a:off x="2357806" y="48875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2"/>
            <p:cNvSpPr/>
            <p:nvPr/>
          </p:nvSpPr>
          <p:spPr>
            <a:xfrm>
              <a:off x="2166939" y="53065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3"/>
            <p:cNvSpPr/>
            <p:nvPr/>
          </p:nvSpPr>
          <p:spPr>
            <a:xfrm>
              <a:off x="1727945" y="52730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4"/>
            <p:cNvSpPr/>
            <p:nvPr/>
          </p:nvSpPr>
          <p:spPr>
            <a:xfrm>
              <a:off x="1871095" y="52106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5"/>
            <p:cNvSpPr/>
            <p:nvPr/>
          </p:nvSpPr>
          <p:spPr>
            <a:xfrm>
              <a:off x="1823378" y="52102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6"/>
            <p:cNvSpPr/>
            <p:nvPr/>
          </p:nvSpPr>
          <p:spPr>
            <a:xfrm>
              <a:off x="2138309" y="53160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7"/>
            <p:cNvSpPr/>
            <p:nvPr/>
          </p:nvSpPr>
          <p:spPr>
            <a:xfrm>
              <a:off x="1498904" y="50954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8"/>
            <p:cNvSpPr/>
            <p:nvPr/>
          </p:nvSpPr>
          <p:spPr>
            <a:xfrm>
              <a:off x="1861552" y="51012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89"/>
            <p:cNvSpPr/>
            <p:nvPr/>
          </p:nvSpPr>
          <p:spPr>
            <a:xfrm>
              <a:off x="1747031" y="49520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0"/>
            <p:cNvSpPr/>
            <p:nvPr/>
          </p:nvSpPr>
          <p:spPr>
            <a:xfrm>
              <a:off x="2138309" y="49299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1"/>
            <p:cNvSpPr/>
            <p:nvPr/>
          </p:nvSpPr>
          <p:spPr>
            <a:xfrm>
              <a:off x="1670685" y="48292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2"/>
            <p:cNvSpPr/>
            <p:nvPr/>
          </p:nvSpPr>
          <p:spPr>
            <a:xfrm>
              <a:off x="1479817" y="46982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3"/>
            <p:cNvSpPr/>
            <p:nvPr/>
          </p:nvSpPr>
          <p:spPr>
            <a:xfrm>
              <a:off x="1785205" y="46298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4"/>
            <p:cNvSpPr/>
            <p:nvPr/>
          </p:nvSpPr>
          <p:spPr>
            <a:xfrm>
              <a:off x="1785205" y="47200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5"/>
            <p:cNvSpPr/>
            <p:nvPr/>
          </p:nvSpPr>
          <p:spPr>
            <a:xfrm>
              <a:off x="1479817" y="47455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6"/>
            <p:cNvSpPr/>
            <p:nvPr/>
          </p:nvSpPr>
          <p:spPr>
            <a:xfrm>
              <a:off x="2300546" y="44811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7"/>
            <p:cNvSpPr/>
            <p:nvPr/>
          </p:nvSpPr>
          <p:spPr>
            <a:xfrm>
              <a:off x="1422557" y="4171100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8"/>
            <p:cNvSpPr/>
            <p:nvPr/>
          </p:nvSpPr>
          <p:spPr>
            <a:xfrm>
              <a:off x="1479817" y="38995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299"/>
            <p:cNvSpPr/>
            <p:nvPr/>
          </p:nvSpPr>
          <p:spPr>
            <a:xfrm>
              <a:off x="1775661" y="39131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0"/>
            <p:cNvSpPr/>
            <p:nvPr/>
          </p:nvSpPr>
          <p:spPr>
            <a:xfrm>
              <a:off x="1852008" y="37165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1"/>
            <p:cNvSpPr/>
            <p:nvPr/>
          </p:nvSpPr>
          <p:spPr>
            <a:xfrm>
              <a:off x="2729997" y="37592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2"/>
            <p:cNvSpPr/>
            <p:nvPr/>
          </p:nvSpPr>
          <p:spPr>
            <a:xfrm>
              <a:off x="3588900" y="37353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3"/>
            <p:cNvSpPr/>
            <p:nvPr/>
          </p:nvSpPr>
          <p:spPr>
            <a:xfrm>
              <a:off x="2834974" y="47938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4"/>
            <p:cNvSpPr/>
            <p:nvPr/>
          </p:nvSpPr>
          <p:spPr>
            <a:xfrm>
              <a:off x="1804292" y="47991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5"/>
            <p:cNvSpPr/>
            <p:nvPr/>
          </p:nvSpPr>
          <p:spPr>
            <a:xfrm>
              <a:off x="1689771" y="43523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6"/>
            <p:cNvSpPr/>
            <p:nvPr/>
          </p:nvSpPr>
          <p:spPr>
            <a:xfrm>
              <a:off x="3188079" y="45390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7"/>
            <p:cNvSpPr/>
            <p:nvPr/>
          </p:nvSpPr>
          <p:spPr>
            <a:xfrm>
              <a:off x="3006755" y="44326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8"/>
            <p:cNvSpPr/>
            <p:nvPr/>
          </p:nvSpPr>
          <p:spPr>
            <a:xfrm>
              <a:off x="2281459" y="43927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09"/>
            <p:cNvSpPr/>
            <p:nvPr/>
          </p:nvSpPr>
          <p:spPr>
            <a:xfrm>
              <a:off x="1785205" y="43821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0"/>
            <p:cNvSpPr/>
            <p:nvPr/>
          </p:nvSpPr>
          <p:spPr>
            <a:xfrm>
              <a:off x="2119222" y="46462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1"/>
            <p:cNvSpPr/>
            <p:nvPr/>
          </p:nvSpPr>
          <p:spPr>
            <a:xfrm>
              <a:off x="2663194" y="44672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2"/>
            <p:cNvSpPr/>
            <p:nvPr/>
          </p:nvSpPr>
          <p:spPr>
            <a:xfrm>
              <a:off x="1918812" y="43614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3"/>
            <p:cNvSpPr/>
            <p:nvPr/>
          </p:nvSpPr>
          <p:spPr>
            <a:xfrm>
              <a:off x="2520043" y="51215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4"/>
            <p:cNvSpPr/>
            <p:nvPr/>
          </p:nvSpPr>
          <p:spPr>
            <a:xfrm>
              <a:off x="2997211" y="52148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5"/>
            <p:cNvSpPr/>
            <p:nvPr/>
          </p:nvSpPr>
          <p:spPr>
            <a:xfrm>
              <a:off x="1689771" y="51446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6"/>
            <p:cNvSpPr/>
            <p:nvPr/>
          </p:nvSpPr>
          <p:spPr>
            <a:xfrm>
              <a:off x="1804292" y="50514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7"/>
            <p:cNvSpPr/>
            <p:nvPr/>
          </p:nvSpPr>
          <p:spPr>
            <a:xfrm>
              <a:off x="1995159" y="50332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8"/>
            <p:cNvSpPr/>
            <p:nvPr/>
          </p:nvSpPr>
          <p:spPr>
            <a:xfrm>
              <a:off x="1594338" y="50044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19"/>
            <p:cNvSpPr/>
            <p:nvPr/>
          </p:nvSpPr>
          <p:spPr>
            <a:xfrm>
              <a:off x="1565708" y="51608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0"/>
            <p:cNvSpPr/>
            <p:nvPr/>
          </p:nvSpPr>
          <p:spPr>
            <a:xfrm>
              <a:off x="2271916" y="50425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1"/>
            <p:cNvSpPr/>
            <p:nvPr/>
          </p:nvSpPr>
          <p:spPr>
            <a:xfrm>
              <a:off x="2252829" y="51607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2"/>
            <p:cNvSpPr/>
            <p:nvPr/>
          </p:nvSpPr>
          <p:spPr>
            <a:xfrm>
              <a:off x="1517991" y="51822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3"/>
            <p:cNvSpPr/>
            <p:nvPr/>
          </p:nvSpPr>
          <p:spPr>
            <a:xfrm>
              <a:off x="1470274" y="51502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4"/>
            <p:cNvSpPr/>
            <p:nvPr/>
          </p:nvSpPr>
          <p:spPr>
            <a:xfrm>
              <a:off x="1422557" y="4847469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5"/>
            <p:cNvSpPr/>
            <p:nvPr/>
          </p:nvSpPr>
          <p:spPr>
            <a:xfrm>
              <a:off x="2252829" y="44534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6"/>
            <p:cNvSpPr/>
            <p:nvPr/>
          </p:nvSpPr>
          <p:spPr>
            <a:xfrm>
              <a:off x="1422557" y="440693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7"/>
            <p:cNvSpPr/>
            <p:nvPr/>
          </p:nvSpPr>
          <p:spPr>
            <a:xfrm>
              <a:off x="1441644" y="44258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8"/>
            <p:cNvSpPr/>
            <p:nvPr/>
          </p:nvSpPr>
          <p:spPr>
            <a:xfrm>
              <a:off x="1947442" y="43246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29"/>
            <p:cNvSpPr/>
            <p:nvPr/>
          </p:nvSpPr>
          <p:spPr>
            <a:xfrm>
              <a:off x="1794748" y="42913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0"/>
            <p:cNvSpPr/>
            <p:nvPr/>
          </p:nvSpPr>
          <p:spPr>
            <a:xfrm>
              <a:off x="2663194" y="43280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1"/>
            <p:cNvSpPr/>
            <p:nvPr/>
          </p:nvSpPr>
          <p:spPr>
            <a:xfrm>
              <a:off x="3207165" y="43260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2"/>
            <p:cNvSpPr/>
            <p:nvPr/>
          </p:nvSpPr>
          <p:spPr>
            <a:xfrm>
              <a:off x="2920864" y="43820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3"/>
            <p:cNvSpPr/>
            <p:nvPr/>
          </p:nvSpPr>
          <p:spPr>
            <a:xfrm>
              <a:off x="2825431" y="42535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4"/>
            <p:cNvSpPr/>
            <p:nvPr/>
          </p:nvSpPr>
          <p:spPr>
            <a:xfrm>
              <a:off x="2205113" y="43709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5"/>
            <p:cNvSpPr/>
            <p:nvPr/>
          </p:nvSpPr>
          <p:spPr>
            <a:xfrm>
              <a:off x="2090592" y="45315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6"/>
            <p:cNvSpPr/>
            <p:nvPr/>
          </p:nvSpPr>
          <p:spPr>
            <a:xfrm>
              <a:off x="1890182" y="45587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7"/>
            <p:cNvSpPr/>
            <p:nvPr/>
          </p:nvSpPr>
          <p:spPr>
            <a:xfrm>
              <a:off x="3703420" y="45757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8"/>
            <p:cNvSpPr/>
            <p:nvPr/>
          </p:nvSpPr>
          <p:spPr>
            <a:xfrm>
              <a:off x="2128766" y="45481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39"/>
            <p:cNvSpPr/>
            <p:nvPr/>
          </p:nvSpPr>
          <p:spPr>
            <a:xfrm>
              <a:off x="2987668" y="46193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0"/>
            <p:cNvSpPr/>
            <p:nvPr/>
          </p:nvSpPr>
          <p:spPr>
            <a:xfrm>
              <a:off x="4066067" y="47047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1"/>
            <p:cNvSpPr/>
            <p:nvPr/>
          </p:nvSpPr>
          <p:spPr>
            <a:xfrm>
              <a:off x="3273969" y="46730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2"/>
            <p:cNvSpPr/>
            <p:nvPr/>
          </p:nvSpPr>
          <p:spPr>
            <a:xfrm>
              <a:off x="1995159" y="45134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3"/>
            <p:cNvSpPr/>
            <p:nvPr/>
          </p:nvSpPr>
          <p:spPr>
            <a:xfrm>
              <a:off x="2128766" y="40750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4"/>
            <p:cNvSpPr/>
            <p:nvPr/>
          </p:nvSpPr>
          <p:spPr>
            <a:xfrm>
              <a:off x="2796801" y="43845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5"/>
            <p:cNvSpPr/>
            <p:nvPr/>
          </p:nvSpPr>
          <p:spPr>
            <a:xfrm>
              <a:off x="2567760" y="44418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6"/>
            <p:cNvSpPr/>
            <p:nvPr/>
          </p:nvSpPr>
          <p:spPr>
            <a:xfrm>
              <a:off x="1613424" y="53811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7"/>
            <p:cNvSpPr/>
            <p:nvPr/>
          </p:nvSpPr>
          <p:spPr>
            <a:xfrm>
              <a:off x="2224199" y="50549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8"/>
            <p:cNvSpPr/>
            <p:nvPr/>
          </p:nvSpPr>
          <p:spPr>
            <a:xfrm>
              <a:off x="1556164" y="49980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49"/>
            <p:cNvSpPr/>
            <p:nvPr/>
          </p:nvSpPr>
          <p:spPr>
            <a:xfrm>
              <a:off x="1689771" y="50774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0"/>
            <p:cNvSpPr/>
            <p:nvPr/>
          </p:nvSpPr>
          <p:spPr>
            <a:xfrm>
              <a:off x="2157396" y="50920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1"/>
            <p:cNvSpPr/>
            <p:nvPr/>
          </p:nvSpPr>
          <p:spPr>
            <a:xfrm>
              <a:off x="1517991" y="50845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2"/>
            <p:cNvSpPr/>
            <p:nvPr/>
          </p:nvSpPr>
          <p:spPr>
            <a:xfrm>
              <a:off x="2004702" y="49993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3"/>
            <p:cNvSpPr/>
            <p:nvPr/>
          </p:nvSpPr>
          <p:spPr>
            <a:xfrm>
              <a:off x="2243286" y="49413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4"/>
            <p:cNvSpPr/>
            <p:nvPr/>
          </p:nvSpPr>
          <p:spPr>
            <a:xfrm>
              <a:off x="1422557" y="4686072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5"/>
            <p:cNvSpPr/>
            <p:nvPr/>
          </p:nvSpPr>
          <p:spPr>
            <a:xfrm>
              <a:off x="1422557" y="438373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6"/>
            <p:cNvSpPr/>
            <p:nvPr/>
          </p:nvSpPr>
          <p:spPr>
            <a:xfrm>
              <a:off x="1460731" y="45185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7"/>
            <p:cNvSpPr/>
            <p:nvPr/>
          </p:nvSpPr>
          <p:spPr>
            <a:xfrm>
              <a:off x="1441644" y="44930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8"/>
            <p:cNvSpPr/>
            <p:nvPr/>
          </p:nvSpPr>
          <p:spPr>
            <a:xfrm>
              <a:off x="2415066" y="44143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59"/>
            <p:cNvSpPr/>
            <p:nvPr/>
          </p:nvSpPr>
          <p:spPr>
            <a:xfrm>
              <a:off x="1479817" y="40387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0"/>
            <p:cNvSpPr/>
            <p:nvPr/>
          </p:nvSpPr>
          <p:spPr>
            <a:xfrm>
              <a:off x="1575251" y="42086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1"/>
            <p:cNvSpPr/>
            <p:nvPr/>
          </p:nvSpPr>
          <p:spPr>
            <a:xfrm>
              <a:off x="1441644" y="44040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2"/>
            <p:cNvSpPr/>
            <p:nvPr/>
          </p:nvSpPr>
          <p:spPr>
            <a:xfrm>
              <a:off x="2987668" y="42946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3"/>
            <p:cNvSpPr/>
            <p:nvPr/>
          </p:nvSpPr>
          <p:spPr>
            <a:xfrm>
              <a:off x="1460731" y="42314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4"/>
            <p:cNvSpPr/>
            <p:nvPr/>
          </p:nvSpPr>
          <p:spPr>
            <a:xfrm>
              <a:off x="1823378" y="46485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5"/>
            <p:cNvSpPr/>
            <p:nvPr/>
          </p:nvSpPr>
          <p:spPr>
            <a:xfrm>
              <a:off x="2395980" y="45853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6"/>
            <p:cNvSpPr/>
            <p:nvPr/>
          </p:nvSpPr>
          <p:spPr>
            <a:xfrm>
              <a:off x="2653650" y="45328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7"/>
            <p:cNvSpPr/>
            <p:nvPr/>
          </p:nvSpPr>
          <p:spPr>
            <a:xfrm>
              <a:off x="2634564" y="44283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8"/>
            <p:cNvSpPr/>
            <p:nvPr/>
          </p:nvSpPr>
          <p:spPr>
            <a:xfrm>
              <a:off x="2558217" y="41203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69"/>
            <p:cNvSpPr/>
            <p:nvPr/>
          </p:nvSpPr>
          <p:spPr>
            <a:xfrm>
              <a:off x="3264425" y="38386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0"/>
            <p:cNvSpPr/>
            <p:nvPr/>
          </p:nvSpPr>
          <p:spPr>
            <a:xfrm>
              <a:off x="3407576" y="37637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1"/>
            <p:cNvSpPr/>
            <p:nvPr/>
          </p:nvSpPr>
          <p:spPr>
            <a:xfrm>
              <a:off x="1508447" y="40393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2"/>
            <p:cNvSpPr/>
            <p:nvPr/>
          </p:nvSpPr>
          <p:spPr>
            <a:xfrm>
              <a:off x="2720454" y="34754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3"/>
            <p:cNvSpPr/>
            <p:nvPr/>
          </p:nvSpPr>
          <p:spPr>
            <a:xfrm>
              <a:off x="1918812" y="46297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4"/>
            <p:cNvSpPr/>
            <p:nvPr/>
          </p:nvSpPr>
          <p:spPr>
            <a:xfrm>
              <a:off x="2968581" y="45924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5"/>
            <p:cNvSpPr/>
            <p:nvPr/>
          </p:nvSpPr>
          <p:spPr>
            <a:xfrm>
              <a:off x="3483923" y="43709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6"/>
            <p:cNvSpPr/>
            <p:nvPr/>
          </p:nvSpPr>
          <p:spPr>
            <a:xfrm>
              <a:off x="4371455" y="42977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7"/>
            <p:cNvSpPr/>
            <p:nvPr/>
          </p:nvSpPr>
          <p:spPr>
            <a:xfrm>
              <a:off x="3712963" y="43418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8"/>
            <p:cNvSpPr/>
            <p:nvPr/>
          </p:nvSpPr>
          <p:spPr>
            <a:xfrm>
              <a:off x="3398032" y="43472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79"/>
            <p:cNvSpPr/>
            <p:nvPr/>
          </p:nvSpPr>
          <p:spPr>
            <a:xfrm>
              <a:off x="2500957" y="48019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0"/>
            <p:cNvSpPr/>
            <p:nvPr/>
          </p:nvSpPr>
          <p:spPr>
            <a:xfrm>
              <a:off x="1441644" y="48540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1"/>
            <p:cNvSpPr/>
            <p:nvPr/>
          </p:nvSpPr>
          <p:spPr>
            <a:xfrm>
              <a:off x="1976072" y="48464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2"/>
            <p:cNvSpPr/>
            <p:nvPr/>
          </p:nvSpPr>
          <p:spPr>
            <a:xfrm>
              <a:off x="1537078" y="48398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3"/>
            <p:cNvSpPr/>
            <p:nvPr/>
          </p:nvSpPr>
          <p:spPr>
            <a:xfrm>
              <a:off x="1594338" y="53122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4"/>
            <p:cNvSpPr/>
            <p:nvPr/>
          </p:nvSpPr>
          <p:spPr>
            <a:xfrm>
              <a:off x="1479817" y="52285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5"/>
            <p:cNvSpPr/>
            <p:nvPr/>
          </p:nvSpPr>
          <p:spPr>
            <a:xfrm>
              <a:off x="2033332" y="52450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6"/>
            <p:cNvSpPr/>
            <p:nvPr/>
          </p:nvSpPr>
          <p:spPr>
            <a:xfrm>
              <a:off x="2119222" y="52273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7"/>
            <p:cNvSpPr/>
            <p:nvPr/>
          </p:nvSpPr>
          <p:spPr>
            <a:xfrm>
              <a:off x="1498904" y="52109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8"/>
            <p:cNvSpPr/>
            <p:nvPr/>
          </p:nvSpPr>
          <p:spPr>
            <a:xfrm>
              <a:off x="1670685" y="48942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89"/>
            <p:cNvSpPr/>
            <p:nvPr/>
          </p:nvSpPr>
          <p:spPr>
            <a:xfrm>
              <a:off x="1546621" y="48401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0"/>
            <p:cNvSpPr/>
            <p:nvPr/>
          </p:nvSpPr>
          <p:spPr>
            <a:xfrm>
              <a:off x="1498904" y="46837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1"/>
            <p:cNvSpPr/>
            <p:nvPr/>
          </p:nvSpPr>
          <p:spPr>
            <a:xfrm>
              <a:off x="1727945" y="46084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2"/>
            <p:cNvSpPr/>
            <p:nvPr/>
          </p:nvSpPr>
          <p:spPr>
            <a:xfrm>
              <a:off x="1432101" y="45893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3"/>
            <p:cNvSpPr/>
            <p:nvPr/>
          </p:nvSpPr>
          <p:spPr>
            <a:xfrm>
              <a:off x="1804292" y="46883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4"/>
            <p:cNvSpPr/>
            <p:nvPr/>
          </p:nvSpPr>
          <p:spPr>
            <a:xfrm>
              <a:off x="1470274" y="46482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5"/>
            <p:cNvSpPr/>
            <p:nvPr/>
          </p:nvSpPr>
          <p:spPr>
            <a:xfrm>
              <a:off x="2033332" y="45961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6"/>
            <p:cNvSpPr/>
            <p:nvPr/>
          </p:nvSpPr>
          <p:spPr>
            <a:xfrm>
              <a:off x="1842465" y="42048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7"/>
            <p:cNvSpPr/>
            <p:nvPr/>
          </p:nvSpPr>
          <p:spPr>
            <a:xfrm>
              <a:off x="2663194" y="42329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8"/>
            <p:cNvSpPr/>
            <p:nvPr/>
          </p:nvSpPr>
          <p:spPr>
            <a:xfrm>
              <a:off x="2376893" y="42423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399"/>
            <p:cNvSpPr/>
            <p:nvPr/>
          </p:nvSpPr>
          <p:spPr>
            <a:xfrm>
              <a:off x="1651598" y="40998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0"/>
            <p:cNvSpPr/>
            <p:nvPr/>
          </p:nvSpPr>
          <p:spPr>
            <a:xfrm>
              <a:off x="3197622" y="39552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1"/>
            <p:cNvSpPr/>
            <p:nvPr/>
          </p:nvSpPr>
          <p:spPr>
            <a:xfrm>
              <a:off x="3197622" y="38789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2"/>
            <p:cNvSpPr/>
            <p:nvPr/>
          </p:nvSpPr>
          <p:spPr>
            <a:xfrm>
              <a:off x="2586847" y="36742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3"/>
            <p:cNvSpPr/>
            <p:nvPr/>
          </p:nvSpPr>
          <p:spPr>
            <a:xfrm>
              <a:off x="3932460" y="30842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4"/>
            <p:cNvSpPr/>
            <p:nvPr/>
          </p:nvSpPr>
          <p:spPr>
            <a:xfrm>
              <a:off x="2663194" y="30868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5"/>
            <p:cNvSpPr/>
            <p:nvPr/>
          </p:nvSpPr>
          <p:spPr>
            <a:xfrm>
              <a:off x="2443697" y="32120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6"/>
            <p:cNvSpPr/>
            <p:nvPr/>
          </p:nvSpPr>
          <p:spPr>
            <a:xfrm>
              <a:off x="2806344" y="32289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7"/>
            <p:cNvSpPr/>
            <p:nvPr/>
          </p:nvSpPr>
          <p:spPr>
            <a:xfrm>
              <a:off x="3970634" y="31700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8"/>
            <p:cNvSpPr/>
            <p:nvPr/>
          </p:nvSpPr>
          <p:spPr>
            <a:xfrm>
              <a:off x="2882691" y="32155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09"/>
            <p:cNvSpPr/>
            <p:nvPr/>
          </p:nvSpPr>
          <p:spPr>
            <a:xfrm>
              <a:off x="3770223" y="32669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0"/>
            <p:cNvSpPr/>
            <p:nvPr/>
          </p:nvSpPr>
          <p:spPr>
            <a:xfrm>
              <a:off x="2310090" y="33234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1"/>
            <p:cNvSpPr/>
            <p:nvPr/>
          </p:nvSpPr>
          <p:spPr>
            <a:xfrm>
              <a:off x="3388489" y="33844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2"/>
            <p:cNvSpPr/>
            <p:nvPr/>
          </p:nvSpPr>
          <p:spPr>
            <a:xfrm>
              <a:off x="2873148" y="34497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3"/>
            <p:cNvSpPr/>
            <p:nvPr/>
          </p:nvSpPr>
          <p:spPr>
            <a:xfrm>
              <a:off x="2558217" y="45387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4"/>
            <p:cNvSpPr/>
            <p:nvPr/>
          </p:nvSpPr>
          <p:spPr>
            <a:xfrm>
              <a:off x="3598443" y="47826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5"/>
            <p:cNvSpPr/>
            <p:nvPr/>
          </p:nvSpPr>
          <p:spPr>
            <a:xfrm>
              <a:off x="3102188" y="47984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6"/>
            <p:cNvSpPr/>
            <p:nvPr/>
          </p:nvSpPr>
          <p:spPr>
            <a:xfrm>
              <a:off x="1766118" y="48772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7"/>
            <p:cNvSpPr/>
            <p:nvPr/>
          </p:nvSpPr>
          <p:spPr>
            <a:xfrm>
              <a:off x="2644107" y="47954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8"/>
            <p:cNvSpPr/>
            <p:nvPr/>
          </p:nvSpPr>
          <p:spPr>
            <a:xfrm>
              <a:off x="1479817" y="47561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19"/>
            <p:cNvSpPr/>
            <p:nvPr/>
          </p:nvSpPr>
          <p:spPr>
            <a:xfrm>
              <a:off x="1670685" y="53635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0"/>
            <p:cNvSpPr/>
            <p:nvPr/>
          </p:nvSpPr>
          <p:spPr>
            <a:xfrm>
              <a:off x="1747031" y="53260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1"/>
            <p:cNvSpPr/>
            <p:nvPr/>
          </p:nvSpPr>
          <p:spPr>
            <a:xfrm>
              <a:off x="1460731" y="52962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2"/>
            <p:cNvSpPr/>
            <p:nvPr/>
          </p:nvSpPr>
          <p:spPr>
            <a:xfrm>
              <a:off x="1451187" y="52928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3"/>
            <p:cNvSpPr/>
            <p:nvPr/>
          </p:nvSpPr>
          <p:spPr>
            <a:xfrm>
              <a:off x="1766118" y="53105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4"/>
            <p:cNvSpPr/>
            <p:nvPr/>
          </p:nvSpPr>
          <p:spPr>
            <a:xfrm>
              <a:off x="1918812" y="52690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5"/>
            <p:cNvSpPr/>
            <p:nvPr/>
          </p:nvSpPr>
          <p:spPr>
            <a:xfrm>
              <a:off x="1708858" y="56331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6"/>
            <p:cNvSpPr/>
            <p:nvPr/>
          </p:nvSpPr>
          <p:spPr>
            <a:xfrm>
              <a:off x="1861552" y="54338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7"/>
            <p:cNvSpPr/>
            <p:nvPr/>
          </p:nvSpPr>
          <p:spPr>
            <a:xfrm>
              <a:off x="1479817" y="51708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8"/>
            <p:cNvSpPr/>
            <p:nvPr/>
          </p:nvSpPr>
          <p:spPr>
            <a:xfrm>
              <a:off x="1594338" y="48135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29"/>
            <p:cNvSpPr/>
            <p:nvPr/>
          </p:nvSpPr>
          <p:spPr>
            <a:xfrm>
              <a:off x="1756575" y="46949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0"/>
            <p:cNvSpPr/>
            <p:nvPr/>
          </p:nvSpPr>
          <p:spPr>
            <a:xfrm>
              <a:off x="2252829" y="44882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1"/>
            <p:cNvSpPr/>
            <p:nvPr/>
          </p:nvSpPr>
          <p:spPr>
            <a:xfrm>
              <a:off x="1727945" y="44120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2"/>
            <p:cNvSpPr/>
            <p:nvPr/>
          </p:nvSpPr>
          <p:spPr>
            <a:xfrm>
              <a:off x="1556164" y="42331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3"/>
            <p:cNvSpPr/>
            <p:nvPr/>
          </p:nvSpPr>
          <p:spPr>
            <a:xfrm>
              <a:off x="1976072" y="42229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4"/>
            <p:cNvSpPr/>
            <p:nvPr/>
          </p:nvSpPr>
          <p:spPr>
            <a:xfrm>
              <a:off x="2291003" y="44449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5"/>
            <p:cNvSpPr/>
            <p:nvPr/>
          </p:nvSpPr>
          <p:spPr>
            <a:xfrm>
              <a:off x="1537078" y="44106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6"/>
            <p:cNvSpPr/>
            <p:nvPr/>
          </p:nvSpPr>
          <p:spPr>
            <a:xfrm>
              <a:off x="1670685" y="42775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7"/>
            <p:cNvSpPr/>
            <p:nvPr/>
          </p:nvSpPr>
          <p:spPr>
            <a:xfrm>
              <a:off x="1327124" y="4224366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8"/>
            <p:cNvSpPr/>
            <p:nvPr/>
          </p:nvSpPr>
          <p:spPr>
            <a:xfrm>
              <a:off x="1498904" y="40882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39"/>
            <p:cNvSpPr/>
            <p:nvPr/>
          </p:nvSpPr>
          <p:spPr>
            <a:xfrm>
              <a:off x="2138309" y="41008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0"/>
            <p:cNvSpPr/>
            <p:nvPr/>
          </p:nvSpPr>
          <p:spPr>
            <a:xfrm>
              <a:off x="1556164" y="39268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1"/>
            <p:cNvSpPr/>
            <p:nvPr/>
          </p:nvSpPr>
          <p:spPr>
            <a:xfrm>
              <a:off x="3226252" y="37409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2"/>
            <p:cNvSpPr/>
            <p:nvPr/>
          </p:nvSpPr>
          <p:spPr>
            <a:xfrm>
              <a:off x="1747031" y="36756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3"/>
            <p:cNvSpPr/>
            <p:nvPr/>
          </p:nvSpPr>
          <p:spPr>
            <a:xfrm>
              <a:off x="1651598" y="35715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4"/>
            <p:cNvSpPr/>
            <p:nvPr/>
          </p:nvSpPr>
          <p:spPr>
            <a:xfrm>
              <a:off x="2329176" y="37900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5"/>
            <p:cNvSpPr/>
            <p:nvPr/>
          </p:nvSpPr>
          <p:spPr>
            <a:xfrm>
              <a:off x="2567760" y="37914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6"/>
            <p:cNvSpPr/>
            <p:nvPr/>
          </p:nvSpPr>
          <p:spPr>
            <a:xfrm>
              <a:off x="2300546" y="46715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7"/>
            <p:cNvSpPr/>
            <p:nvPr/>
          </p:nvSpPr>
          <p:spPr>
            <a:xfrm>
              <a:off x="2844518" y="29706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8"/>
            <p:cNvSpPr/>
            <p:nvPr/>
          </p:nvSpPr>
          <p:spPr>
            <a:xfrm>
              <a:off x="3961091" y="29882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49"/>
            <p:cNvSpPr/>
            <p:nvPr/>
          </p:nvSpPr>
          <p:spPr>
            <a:xfrm>
              <a:off x="3035385" y="30167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0"/>
            <p:cNvSpPr/>
            <p:nvPr/>
          </p:nvSpPr>
          <p:spPr>
            <a:xfrm>
              <a:off x="4285565" y="39174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1"/>
            <p:cNvSpPr/>
            <p:nvPr/>
          </p:nvSpPr>
          <p:spPr>
            <a:xfrm>
              <a:off x="3235795" y="40722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2"/>
            <p:cNvSpPr/>
            <p:nvPr/>
          </p:nvSpPr>
          <p:spPr>
            <a:xfrm>
              <a:off x="4858166" y="42694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3"/>
            <p:cNvSpPr/>
            <p:nvPr/>
          </p:nvSpPr>
          <p:spPr>
            <a:xfrm>
              <a:off x="3216709" y="43125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4"/>
            <p:cNvSpPr/>
            <p:nvPr/>
          </p:nvSpPr>
          <p:spPr>
            <a:xfrm>
              <a:off x="1584794" y="44288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5"/>
            <p:cNvSpPr/>
            <p:nvPr/>
          </p:nvSpPr>
          <p:spPr>
            <a:xfrm>
              <a:off x="2338720" y="44937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6"/>
            <p:cNvSpPr/>
            <p:nvPr/>
          </p:nvSpPr>
          <p:spPr>
            <a:xfrm>
              <a:off x="3149905" y="46203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7"/>
            <p:cNvSpPr/>
            <p:nvPr/>
          </p:nvSpPr>
          <p:spPr>
            <a:xfrm>
              <a:off x="2625020" y="44247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8"/>
            <p:cNvSpPr/>
            <p:nvPr/>
          </p:nvSpPr>
          <p:spPr>
            <a:xfrm>
              <a:off x="2100136" y="40381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59"/>
            <p:cNvSpPr/>
            <p:nvPr/>
          </p:nvSpPr>
          <p:spPr>
            <a:xfrm>
              <a:off x="2834974" y="40033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0"/>
            <p:cNvSpPr/>
            <p:nvPr/>
          </p:nvSpPr>
          <p:spPr>
            <a:xfrm>
              <a:off x="1632511" y="54438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1"/>
            <p:cNvSpPr/>
            <p:nvPr/>
          </p:nvSpPr>
          <p:spPr>
            <a:xfrm>
              <a:off x="2023789" y="54163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2"/>
            <p:cNvSpPr/>
            <p:nvPr/>
          </p:nvSpPr>
          <p:spPr>
            <a:xfrm>
              <a:off x="2252829" y="51140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3"/>
            <p:cNvSpPr/>
            <p:nvPr/>
          </p:nvSpPr>
          <p:spPr>
            <a:xfrm>
              <a:off x="1432101" y="50740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4"/>
            <p:cNvSpPr/>
            <p:nvPr/>
          </p:nvSpPr>
          <p:spPr>
            <a:xfrm>
              <a:off x="1880638" y="50128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5"/>
            <p:cNvSpPr/>
            <p:nvPr/>
          </p:nvSpPr>
          <p:spPr>
            <a:xfrm>
              <a:off x="1508447" y="51465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6"/>
            <p:cNvSpPr/>
            <p:nvPr/>
          </p:nvSpPr>
          <p:spPr>
            <a:xfrm>
              <a:off x="1966529" y="50879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7"/>
            <p:cNvSpPr/>
            <p:nvPr/>
          </p:nvSpPr>
          <p:spPr>
            <a:xfrm>
              <a:off x="1460731" y="49952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8"/>
            <p:cNvSpPr/>
            <p:nvPr/>
          </p:nvSpPr>
          <p:spPr>
            <a:xfrm>
              <a:off x="1804292" y="47775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69"/>
            <p:cNvSpPr/>
            <p:nvPr/>
          </p:nvSpPr>
          <p:spPr>
            <a:xfrm>
              <a:off x="1422557" y="4927425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0"/>
            <p:cNvSpPr/>
            <p:nvPr/>
          </p:nvSpPr>
          <p:spPr>
            <a:xfrm>
              <a:off x="1689771" y="49795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1"/>
            <p:cNvSpPr/>
            <p:nvPr/>
          </p:nvSpPr>
          <p:spPr>
            <a:xfrm>
              <a:off x="1537078" y="45673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2"/>
            <p:cNvSpPr/>
            <p:nvPr/>
          </p:nvSpPr>
          <p:spPr>
            <a:xfrm>
              <a:off x="1422557" y="4616943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3"/>
            <p:cNvSpPr/>
            <p:nvPr/>
          </p:nvSpPr>
          <p:spPr>
            <a:xfrm>
              <a:off x="2128766" y="45881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4"/>
            <p:cNvSpPr/>
            <p:nvPr/>
          </p:nvSpPr>
          <p:spPr>
            <a:xfrm>
              <a:off x="1441644" y="45679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5"/>
            <p:cNvSpPr/>
            <p:nvPr/>
          </p:nvSpPr>
          <p:spPr>
            <a:xfrm>
              <a:off x="1498904" y="43128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6"/>
            <p:cNvSpPr/>
            <p:nvPr/>
          </p:nvSpPr>
          <p:spPr>
            <a:xfrm>
              <a:off x="1479817" y="39599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7"/>
            <p:cNvSpPr/>
            <p:nvPr/>
          </p:nvSpPr>
          <p:spPr>
            <a:xfrm>
              <a:off x="1747031" y="39298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8"/>
            <p:cNvSpPr/>
            <p:nvPr/>
          </p:nvSpPr>
          <p:spPr>
            <a:xfrm>
              <a:off x="2939951" y="39347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79"/>
            <p:cNvSpPr/>
            <p:nvPr/>
          </p:nvSpPr>
          <p:spPr>
            <a:xfrm>
              <a:off x="1632511" y="38939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0"/>
            <p:cNvSpPr/>
            <p:nvPr/>
          </p:nvSpPr>
          <p:spPr>
            <a:xfrm>
              <a:off x="1861552" y="38352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1"/>
            <p:cNvSpPr/>
            <p:nvPr/>
          </p:nvSpPr>
          <p:spPr>
            <a:xfrm>
              <a:off x="1937899" y="35818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2"/>
            <p:cNvSpPr/>
            <p:nvPr/>
          </p:nvSpPr>
          <p:spPr>
            <a:xfrm>
              <a:off x="3407576" y="35276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3"/>
            <p:cNvSpPr/>
            <p:nvPr/>
          </p:nvSpPr>
          <p:spPr>
            <a:xfrm>
              <a:off x="2987668" y="37432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4"/>
            <p:cNvSpPr/>
            <p:nvPr/>
          </p:nvSpPr>
          <p:spPr>
            <a:xfrm>
              <a:off x="1918812" y="37278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5"/>
            <p:cNvSpPr/>
            <p:nvPr/>
          </p:nvSpPr>
          <p:spPr>
            <a:xfrm>
              <a:off x="1613424" y="34859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6"/>
            <p:cNvSpPr/>
            <p:nvPr/>
          </p:nvSpPr>
          <p:spPr>
            <a:xfrm>
              <a:off x="1842465" y="33845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7"/>
            <p:cNvSpPr/>
            <p:nvPr/>
          </p:nvSpPr>
          <p:spPr>
            <a:xfrm>
              <a:off x="3006755" y="33902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8"/>
            <p:cNvSpPr/>
            <p:nvPr/>
          </p:nvSpPr>
          <p:spPr>
            <a:xfrm>
              <a:off x="2090592" y="34117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89"/>
            <p:cNvSpPr/>
            <p:nvPr/>
          </p:nvSpPr>
          <p:spPr>
            <a:xfrm>
              <a:off x="2625020" y="33795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0"/>
            <p:cNvSpPr/>
            <p:nvPr/>
          </p:nvSpPr>
          <p:spPr>
            <a:xfrm>
              <a:off x="2481870" y="37132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1"/>
            <p:cNvSpPr/>
            <p:nvPr/>
          </p:nvSpPr>
          <p:spPr>
            <a:xfrm>
              <a:off x="2873148" y="34398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2"/>
            <p:cNvSpPr/>
            <p:nvPr/>
          </p:nvSpPr>
          <p:spPr>
            <a:xfrm>
              <a:off x="3092645" y="34870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3"/>
            <p:cNvSpPr/>
            <p:nvPr/>
          </p:nvSpPr>
          <p:spPr>
            <a:xfrm>
              <a:off x="3216709" y="41979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4"/>
            <p:cNvSpPr/>
            <p:nvPr/>
          </p:nvSpPr>
          <p:spPr>
            <a:xfrm>
              <a:off x="3884744" y="37372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5"/>
            <p:cNvSpPr/>
            <p:nvPr/>
          </p:nvSpPr>
          <p:spPr>
            <a:xfrm>
              <a:off x="5154010" y="44846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6"/>
            <p:cNvSpPr/>
            <p:nvPr/>
          </p:nvSpPr>
          <p:spPr>
            <a:xfrm>
              <a:off x="5440311" y="31186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7"/>
            <p:cNvSpPr/>
            <p:nvPr/>
          </p:nvSpPr>
          <p:spPr>
            <a:xfrm>
              <a:off x="1527534" y="43130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8"/>
            <p:cNvSpPr/>
            <p:nvPr/>
          </p:nvSpPr>
          <p:spPr>
            <a:xfrm>
              <a:off x="3407576" y="43445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499"/>
            <p:cNvSpPr/>
            <p:nvPr/>
          </p:nvSpPr>
          <p:spPr>
            <a:xfrm>
              <a:off x="4199674" y="38168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0"/>
            <p:cNvSpPr/>
            <p:nvPr/>
          </p:nvSpPr>
          <p:spPr>
            <a:xfrm>
              <a:off x="2329176" y="38002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1"/>
            <p:cNvSpPr/>
            <p:nvPr/>
          </p:nvSpPr>
          <p:spPr>
            <a:xfrm>
              <a:off x="2262373" y="54082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2"/>
            <p:cNvSpPr/>
            <p:nvPr/>
          </p:nvSpPr>
          <p:spPr>
            <a:xfrm>
              <a:off x="1632511" y="52759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3"/>
            <p:cNvSpPr/>
            <p:nvPr/>
          </p:nvSpPr>
          <p:spPr>
            <a:xfrm>
              <a:off x="2109679" y="50222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4"/>
            <p:cNvSpPr/>
            <p:nvPr/>
          </p:nvSpPr>
          <p:spPr>
            <a:xfrm>
              <a:off x="1813835" y="50124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5"/>
            <p:cNvSpPr/>
            <p:nvPr/>
          </p:nvSpPr>
          <p:spPr>
            <a:xfrm>
              <a:off x="1460731" y="46621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6"/>
            <p:cNvSpPr/>
            <p:nvPr/>
          </p:nvSpPr>
          <p:spPr>
            <a:xfrm>
              <a:off x="1632511" y="51271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7"/>
            <p:cNvSpPr/>
            <p:nvPr/>
          </p:nvSpPr>
          <p:spPr>
            <a:xfrm>
              <a:off x="1956985" y="49379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8"/>
            <p:cNvSpPr/>
            <p:nvPr/>
          </p:nvSpPr>
          <p:spPr>
            <a:xfrm>
              <a:off x="1813835" y="46429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09"/>
            <p:cNvSpPr/>
            <p:nvPr/>
          </p:nvSpPr>
          <p:spPr>
            <a:xfrm>
              <a:off x="1689771" y="45747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0"/>
            <p:cNvSpPr/>
            <p:nvPr/>
          </p:nvSpPr>
          <p:spPr>
            <a:xfrm>
              <a:off x="1441644" y="42669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1"/>
            <p:cNvSpPr/>
            <p:nvPr/>
          </p:nvSpPr>
          <p:spPr>
            <a:xfrm>
              <a:off x="1441644" y="40924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2"/>
            <p:cNvSpPr/>
            <p:nvPr/>
          </p:nvSpPr>
          <p:spPr>
            <a:xfrm>
              <a:off x="1651598" y="40011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3"/>
            <p:cNvSpPr/>
            <p:nvPr/>
          </p:nvSpPr>
          <p:spPr>
            <a:xfrm>
              <a:off x="1937899" y="39077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4"/>
            <p:cNvSpPr/>
            <p:nvPr/>
          </p:nvSpPr>
          <p:spPr>
            <a:xfrm>
              <a:off x="2529587" y="38126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5"/>
            <p:cNvSpPr/>
            <p:nvPr/>
          </p:nvSpPr>
          <p:spPr>
            <a:xfrm>
              <a:off x="3035385" y="37157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6"/>
            <p:cNvSpPr/>
            <p:nvPr/>
          </p:nvSpPr>
          <p:spPr>
            <a:xfrm>
              <a:off x="2443697" y="36167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7"/>
            <p:cNvSpPr/>
            <p:nvPr/>
          </p:nvSpPr>
          <p:spPr>
            <a:xfrm>
              <a:off x="2128766" y="35152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8"/>
            <p:cNvSpPr/>
            <p:nvPr/>
          </p:nvSpPr>
          <p:spPr>
            <a:xfrm>
              <a:off x="2357806" y="34111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19"/>
            <p:cNvSpPr/>
            <p:nvPr/>
          </p:nvSpPr>
          <p:spPr>
            <a:xfrm>
              <a:off x="1956985" y="31983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0"/>
            <p:cNvSpPr/>
            <p:nvPr/>
          </p:nvSpPr>
          <p:spPr>
            <a:xfrm>
              <a:off x="3932460" y="30942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1"/>
            <p:cNvSpPr/>
            <p:nvPr/>
          </p:nvSpPr>
          <p:spPr>
            <a:xfrm>
              <a:off x="4333281" y="29967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2"/>
            <p:cNvSpPr/>
            <p:nvPr/>
          </p:nvSpPr>
          <p:spPr>
            <a:xfrm>
              <a:off x="2892234" y="29099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3"/>
            <p:cNvSpPr/>
            <p:nvPr/>
          </p:nvSpPr>
          <p:spPr>
            <a:xfrm>
              <a:off x="2567760" y="27810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4"/>
            <p:cNvSpPr/>
            <p:nvPr/>
          </p:nvSpPr>
          <p:spPr>
            <a:xfrm>
              <a:off x="2329176" y="27417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5"/>
            <p:cNvSpPr/>
            <p:nvPr/>
          </p:nvSpPr>
          <p:spPr>
            <a:xfrm>
              <a:off x="2968581" y="27111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6"/>
            <p:cNvSpPr/>
            <p:nvPr/>
          </p:nvSpPr>
          <p:spPr>
            <a:xfrm>
              <a:off x="3369402" y="27168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7"/>
            <p:cNvSpPr/>
            <p:nvPr/>
          </p:nvSpPr>
          <p:spPr>
            <a:xfrm>
              <a:off x="2968581" y="27345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8"/>
            <p:cNvSpPr/>
            <p:nvPr/>
          </p:nvSpPr>
          <p:spPr>
            <a:xfrm>
              <a:off x="3636616" y="27635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29"/>
            <p:cNvSpPr/>
            <p:nvPr/>
          </p:nvSpPr>
          <p:spPr>
            <a:xfrm>
              <a:off x="2634564" y="28034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0"/>
            <p:cNvSpPr/>
            <p:nvPr/>
          </p:nvSpPr>
          <p:spPr>
            <a:xfrm>
              <a:off x="2443697" y="28539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1"/>
            <p:cNvSpPr/>
            <p:nvPr/>
          </p:nvSpPr>
          <p:spPr>
            <a:xfrm>
              <a:off x="4915426" y="29095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2"/>
            <p:cNvSpPr/>
            <p:nvPr/>
          </p:nvSpPr>
          <p:spPr>
            <a:xfrm>
              <a:off x="1575251" y="29080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3"/>
            <p:cNvSpPr/>
            <p:nvPr/>
          </p:nvSpPr>
          <p:spPr>
            <a:xfrm>
              <a:off x="4543235" y="32720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4"/>
            <p:cNvSpPr/>
            <p:nvPr/>
          </p:nvSpPr>
          <p:spPr>
            <a:xfrm>
              <a:off x="2720454" y="33170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5"/>
            <p:cNvSpPr/>
            <p:nvPr/>
          </p:nvSpPr>
          <p:spPr>
            <a:xfrm>
              <a:off x="2424610" y="53956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6"/>
            <p:cNvSpPr/>
            <p:nvPr/>
          </p:nvSpPr>
          <p:spPr>
            <a:xfrm>
              <a:off x="1766118" y="53719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7"/>
            <p:cNvSpPr/>
            <p:nvPr/>
          </p:nvSpPr>
          <p:spPr>
            <a:xfrm>
              <a:off x="1880638" y="53407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8"/>
            <p:cNvSpPr/>
            <p:nvPr/>
          </p:nvSpPr>
          <p:spPr>
            <a:xfrm>
              <a:off x="2014245" y="53080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39"/>
            <p:cNvSpPr/>
            <p:nvPr/>
          </p:nvSpPr>
          <p:spPr>
            <a:xfrm>
              <a:off x="1613424" y="52737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0"/>
            <p:cNvSpPr/>
            <p:nvPr/>
          </p:nvSpPr>
          <p:spPr>
            <a:xfrm>
              <a:off x="1708858" y="51999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1"/>
            <p:cNvSpPr/>
            <p:nvPr/>
          </p:nvSpPr>
          <p:spPr>
            <a:xfrm>
              <a:off x="1613424" y="49282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2"/>
            <p:cNvSpPr/>
            <p:nvPr/>
          </p:nvSpPr>
          <p:spPr>
            <a:xfrm>
              <a:off x="1785205" y="48743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3"/>
            <p:cNvSpPr/>
            <p:nvPr/>
          </p:nvSpPr>
          <p:spPr>
            <a:xfrm>
              <a:off x="1556164" y="46947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4"/>
            <p:cNvSpPr/>
            <p:nvPr/>
          </p:nvSpPr>
          <p:spPr>
            <a:xfrm>
              <a:off x="1766118" y="46283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5"/>
            <p:cNvSpPr/>
            <p:nvPr/>
          </p:nvSpPr>
          <p:spPr>
            <a:xfrm>
              <a:off x="1613424" y="45582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6"/>
            <p:cNvSpPr/>
            <p:nvPr/>
          </p:nvSpPr>
          <p:spPr>
            <a:xfrm>
              <a:off x="1575251" y="44060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7"/>
            <p:cNvSpPr/>
            <p:nvPr/>
          </p:nvSpPr>
          <p:spPr>
            <a:xfrm>
              <a:off x="1775661" y="43236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8"/>
            <p:cNvSpPr/>
            <p:nvPr/>
          </p:nvSpPr>
          <p:spPr>
            <a:xfrm>
              <a:off x="1422557" y="4236783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49"/>
            <p:cNvSpPr/>
            <p:nvPr/>
          </p:nvSpPr>
          <p:spPr>
            <a:xfrm>
              <a:off x="2071506" y="41456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0"/>
            <p:cNvSpPr/>
            <p:nvPr/>
          </p:nvSpPr>
          <p:spPr>
            <a:xfrm>
              <a:off x="1842465" y="39516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1"/>
            <p:cNvSpPr/>
            <p:nvPr/>
          </p:nvSpPr>
          <p:spPr>
            <a:xfrm>
              <a:off x="1537078" y="38499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2"/>
            <p:cNvSpPr/>
            <p:nvPr/>
          </p:nvSpPr>
          <p:spPr>
            <a:xfrm>
              <a:off x="1642054" y="37456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3"/>
            <p:cNvSpPr/>
            <p:nvPr/>
          </p:nvSpPr>
          <p:spPr>
            <a:xfrm>
              <a:off x="2491413" y="36389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4"/>
            <p:cNvSpPr/>
            <p:nvPr/>
          </p:nvSpPr>
          <p:spPr>
            <a:xfrm>
              <a:off x="3312142" y="35298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5"/>
            <p:cNvSpPr/>
            <p:nvPr/>
          </p:nvSpPr>
          <p:spPr>
            <a:xfrm>
              <a:off x="2453240" y="34179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6"/>
            <p:cNvSpPr/>
            <p:nvPr/>
          </p:nvSpPr>
          <p:spPr>
            <a:xfrm>
              <a:off x="2453240" y="33034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7"/>
            <p:cNvSpPr/>
            <p:nvPr/>
          </p:nvSpPr>
          <p:spPr>
            <a:xfrm>
              <a:off x="2090592" y="31872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8"/>
            <p:cNvSpPr/>
            <p:nvPr/>
          </p:nvSpPr>
          <p:spPr>
            <a:xfrm>
              <a:off x="3044928" y="30715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59"/>
            <p:cNvSpPr/>
            <p:nvPr/>
          </p:nvSpPr>
          <p:spPr>
            <a:xfrm>
              <a:off x="3159448" y="29601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0"/>
            <p:cNvSpPr/>
            <p:nvPr/>
          </p:nvSpPr>
          <p:spPr>
            <a:xfrm>
              <a:off x="2720454" y="28578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1"/>
            <p:cNvSpPr/>
            <p:nvPr/>
          </p:nvSpPr>
          <p:spPr>
            <a:xfrm>
              <a:off x="2930408" y="27685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2"/>
            <p:cNvSpPr/>
            <p:nvPr/>
          </p:nvSpPr>
          <p:spPr>
            <a:xfrm>
              <a:off x="2300546" y="26954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3"/>
            <p:cNvSpPr/>
            <p:nvPr/>
          </p:nvSpPr>
          <p:spPr>
            <a:xfrm>
              <a:off x="2644107" y="26398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4"/>
            <p:cNvSpPr/>
            <p:nvPr/>
          </p:nvSpPr>
          <p:spPr>
            <a:xfrm>
              <a:off x="1670685" y="26017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5"/>
            <p:cNvSpPr/>
            <p:nvPr/>
          </p:nvSpPr>
          <p:spPr>
            <a:xfrm>
              <a:off x="2033332" y="25799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6"/>
            <p:cNvSpPr/>
            <p:nvPr/>
          </p:nvSpPr>
          <p:spPr>
            <a:xfrm>
              <a:off x="3455293" y="25729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7"/>
            <p:cNvSpPr/>
            <p:nvPr/>
          </p:nvSpPr>
          <p:spPr>
            <a:xfrm>
              <a:off x="4867710" y="25794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8"/>
            <p:cNvSpPr/>
            <p:nvPr/>
          </p:nvSpPr>
          <p:spPr>
            <a:xfrm>
              <a:off x="2997211" y="25988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69"/>
            <p:cNvSpPr/>
            <p:nvPr/>
          </p:nvSpPr>
          <p:spPr>
            <a:xfrm>
              <a:off x="4046981" y="26306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0"/>
            <p:cNvSpPr/>
            <p:nvPr/>
          </p:nvSpPr>
          <p:spPr>
            <a:xfrm>
              <a:off x="3875200" y="26745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1"/>
            <p:cNvSpPr/>
            <p:nvPr/>
          </p:nvSpPr>
          <p:spPr>
            <a:xfrm>
              <a:off x="2262373" y="27295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2"/>
            <p:cNvSpPr/>
            <p:nvPr/>
          </p:nvSpPr>
          <p:spPr>
            <a:xfrm>
              <a:off x="3159448" y="27942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3"/>
            <p:cNvSpPr/>
            <p:nvPr/>
          </p:nvSpPr>
          <p:spPr>
            <a:xfrm>
              <a:off x="3235795" y="28598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4"/>
            <p:cNvSpPr/>
            <p:nvPr/>
          </p:nvSpPr>
          <p:spPr>
            <a:xfrm>
              <a:off x="4438258" y="29218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5"/>
            <p:cNvSpPr/>
            <p:nvPr/>
          </p:nvSpPr>
          <p:spPr>
            <a:xfrm>
              <a:off x="1594338" y="30111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6"/>
            <p:cNvSpPr/>
            <p:nvPr/>
          </p:nvSpPr>
          <p:spPr>
            <a:xfrm>
              <a:off x="2691824" y="30656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7"/>
            <p:cNvSpPr/>
            <p:nvPr/>
          </p:nvSpPr>
          <p:spPr>
            <a:xfrm>
              <a:off x="3693876" y="31248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8"/>
            <p:cNvSpPr/>
            <p:nvPr/>
          </p:nvSpPr>
          <p:spPr>
            <a:xfrm>
              <a:off x="1556164" y="31629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79"/>
            <p:cNvSpPr/>
            <p:nvPr/>
          </p:nvSpPr>
          <p:spPr>
            <a:xfrm>
              <a:off x="1995159" y="53897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0"/>
            <p:cNvSpPr/>
            <p:nvPr/>
          </p:nvSpPr>
          <p:spPr>
            <a:xfrm>
              <a:off x="1727945" y="53605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1"/>
            <p:cNvSpPr/>
            <p:nvPr/>
          </p:nvSpPr>
          <p:spPr>
            <a:xfrm>
              <a:off x="1708858" y="53292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2"/>
            <p:cNvSpPr/>
            <p:nvPr/>
          </p:nvSpPr>
          <p:spPr>
            <a:xfrm>
              <a:off x="1594338" y="52963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3"/>
            <p:cNvSpPr/>
            <p:nvPr/>
          </p:nvSpPr>
          <p:spPr>
            <a:xfrm>
              <a:off x="1632511" y="52618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4"/>
            <p:cNvSpPr/>
            <p:nvPr/>
          </p:nvSpPr>
          <p:spPr>
            <a:xfrm>
              <a:off x="2567760" y="52257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5"/>
            <p:cNvSpPr/>
            <p:nvPr/>
          </p:nvSpPr>
          <p:spPr>
            <a:xfrm>
              <a:off x="2166939" y="51878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6"/>
            <p:cNvSpPr/>
            <p:nvPr/>
          </p:nvSpPr>
          <p:spPr>
            <a:xfrm>
              <a:off x="2090592" y="51479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7"/>
            <p:cNvSpPr/>
            <p:nvPr/>
          </p:nvSpPr>
          <p:spPr>
            <a:xfrm>
              <a:off x="1747031" y="50617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8"/>
            <p:cNvSpPr/>
            <p:nvPr/>
          </p:nvSpPr>
          <p:spPr>
            <a:xfrm>
              <a:off x="1708858" y="46087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89"/>
            <p:cNvSpPr/>
            <p:nvPr/>
          </p:nvSpPr>
          <p:spPr>
            <a:xfrm>
              <a:off x="1527534" y="4378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0"/>
            <p:cNvSpPr/>
            <p:nvPr/>
          </p:nvSpPr>
          <p:spPr>
            <a:xfrm>
              <a:off x="1422557" y="4292312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1"/>
            <p:cNvSpPr/>
            <p:nvPr/>
          </p:nvSpPr>
          <p:spPr>
            <a:xfrm>
              <a:off x="1594338" y="42007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2"/>
            <p:cNvSpPr/>
            <p:nvPr/>
          </p:nvSpPr>
          <p:spPr>
            <a:xfrm>
              <a:off x="2920864" y="40022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3"/>
            <p:cNvSpPr/>
            <p:nvPr/>
          </p:nvSpPr>
          <p:spPr>
            <a:xfrm>
              <a:off x="2415066" y="38958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4"/>
            <p:cNvSpPr/>
            <p:nvPr/>
          </p:nvSpPr>
          <p:spPr>
            <a:xfrm>
              <a:off x="2959038" y="37854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5"/>
            <p:cNvSpPr/>
            <p:nvPr/>
          </p:nvSpPr>
          <p:spPr>
            <a:xfrm>
              <a:off x="2138309" y="36716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6"/>
            <p:cNvSpPr/>
            <p:nvPr/>
          </p:nvSpPr>
          <p:spPr>
            <a:xfrm>
              <a:off x="2262373" y="35548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7"/>
            <p:cNvSpPr/>
            <p:nvPr/>
          </p:nvSpPr>
          <p:spPr>
            <a:xfrm>
              <a:off x="3808397" y="34349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8"/>
            <p:cNvSpPr/>
            <p:nvPr/>
          </p:nvSpPr>
          <p:spPr>
            <a:xfrm>
              <a:off x="2749084" y="33119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599"/>
            <p:cNvSpPr/>
            <p:nvPr/>
          </p:nvSpPr>
          <p:spPr>
            <a:xfrm>
              <a:off x="2663194" y="31862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0"/>
            <p:cNvSpPr/>
            <p:nvPr/>
          </p:nvSpPr>
          <p:spPr>
            <a:xfrm>
              <a:off x="1699315" y="30593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1"/>
            <p:cNvSpPr/>
            <p:nvPr/>
          </p:nvSpPr>
          <p:spPr>
            <a:xfrm>
              <a:off x="2252829" y="29344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2"/>
            <p:cNvSpPr/>
            <p:nvPr/>
          </p:nvSpPr>
          <p:spPr>
            <a:xfrm>
              <a:off x="1937899" y="28161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3"/>
            <p:cNvSpPr/>
            <p:nvPr/>
          </p:nvSpPr>
          <p:spPr>
            <a:xfrm>
              <a:off x="2176483" y="27095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4"/>
            <p:cNvSpPr/>
            <p:nvPr/>
          </p:nvSpPr>
          <p:spPr>
            <a:xfrm>
              <a:off x="1556164" y="26185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5"/>
            <p:cNvSpPr/>
            <p:nvPr/>
          </p:nvSpPr>
          <p:spPr>
            <a:xfrm>
              <a:off x="2510500" y="25454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6"/>
            <p:cNvSpPr/>
            <p:nvPr/>
          </p:nvSpPr>
          <p:spPr>
            <a:xfrm>
              <a:off x="1670685" y="24908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7"/>
            <p:cNvSpPr/>
            <p:nvPr/>
          </p:nvSpPr>
          <p:spPr>
            <a:xfrm>
              <a:off x="2281459" y="24540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8"/>
            <p:cNvSpPr/>
            <p:nvPr/>
          </p:nvSpPr>
          <p:spPr>
            <a:xfrm>
              <a:off x="4199674" y="24285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09"/>
            <p:cNvSpPr/>
            <p:nvPr/>
          </p:nvSpPr>
          <p:spPr>
            <a:xfrm>
              <a:off x="3340772" y="24377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0"/>
            <p:cNvSpPr/>
            <p:nvPr/>
          </p:nvSpPr>
          <p:spPr>
            <a:xfrm>
              <a:off x="2968581" y="24606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1"/>
            <p:cNvSpPr/>
            <p:nvPr/>
          </p:nvSpPr>
          <p:spPr>
            <a:xfrm>
              <a:off x="3083102" y="24968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2"/>
            <p:cNvSpPr/>
            <p:nvPr/>
          </p:nvSpPr>
          <p:spPr>
            <a:xfrm>
              <a:off x="2376893" y="25451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3"/>
            <p:cNvSpPr/>
            <p:nvPr/>
          </p:nvSpPr>
          <p:spPr>
            <a:xfrm>
              <a:off x="2691824" y="26039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4"/>
            <p:cNvSpPr/>
            <p:nvPr/>
          </p:nvSpPr>
          <p:spPr>
            <a:xfrm>
              <a:off x="3951547" y="26711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5"/>
            <p:cNvSpPr/>
            <p:nvPr/>
          </p:nvSpPr>
          <p:spPr>
            <a:xfrm>
              <a:off x="3607986" y="27443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6"/>
            <p:cNvSpPr/>
            <p:nvPr/>
          </p:nvSpPr>
          <p:spPr>
            <a:xfrm>
              <a:off x="3703420" y="28033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7"/>
            <p:cNvSpPr/>
            <p:nvPr/>
          </p:nvSpPr>
          <p:spPr>
            <a:xfrm>
              <a:off x="3655703" y="28961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8"/>
            <p:cNvSpPr/>
            <p:nvPr/>
          </p:nvSpPr>
          <p:spPr>
            <a:xfrm>
              <a:off x="3445749" y="29789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19"/>
            <p:cNvSpPr/>
            <p:nvPr/>
          </p:nvSpPr>
          <p:spPr>
            <a:xfrm>
              <a:off x="3503009" y="30645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0"/>
            <p:cNvSpPr/>
            <p:nvPr/>
          </p:nvSpPr>
          <p:spPr>
            <a:xfrm>
              <a:off x="3531639" y="31233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1"/>
            <p:cNvSpPr/>
            <p:nvPr/>
          </p:nvSpPr>
          <p:spPr>
            <a:xfrm>
              <a:off x="1460731" y="52813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2"/>
            <p:cNvSpPr/>
            <p:nvPr/>
          </p:nvSpPr>
          <p:spPr>
            <a:xfrm>
              <a:off x="1517991" y="5246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3"/>
            <p:cNvSpPr/>
            <p:nvPr/>
          </p:nvSpPr>
          <p:spPr>
            <a:xfrm>
              <a:off x="1575251" y="52102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4"/>
            <p:cNvSpPr/>
            <p:nvPr/>
          </p:nvSpPr>
          <p:spPr>
            <a:xfrm>
              <a:off x="1556164" y="51719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5"/>
            <p:cNvSpPr/>
            <p:nvPr/>
          </p:nvSpPr>
          <p:spPr>
            <a:xfrm>
              <a:off x="1460731" y="43445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6"/>
            <p:cNvSpPr/>
            <p:nvPr/>
          </p:nvSpPr>
          <p:spPr>
            <a:xfrm>
              <a:off x="1441644" y="42541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7"/>
            <p:cNvSpPr/>
            <p:nvPr/>
          </p:nvSpPr>
          <p:spPr>
            <a:xfrm>
              <a:off x="2300546" y="41576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8"/>
            <p:cNvSpPr/>
            <p:nvPr/>
          </p:nvSpPr>
          <p:spPr>
            <a:xfrm>
              <a:off x="1269863" y="4055096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29"/>
            <p:cNvSpPr/>
            <p:nvPr/>
          </p:nvSpPr>
          <p:spPr>
            <a:xfrm>
              <a:off x="1842465" y="39465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0"/>
            <p:cNvSpPr/>
            <p:nvPr/>
          </p:nvSpPr>
          <p:spPr>
            <a:xfrm>
              <a:off x="1756575" y="38323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1"/>
            <p:cNvSpPr/>
            <p:nvPr/>
          </p:nvSpPr>
          <p:spPr>
            <a:xfrm>
              <a:off x="1928355" y="37131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2"/>
            <p:cNvSpPr/>
            <p:nvPr/>
          </p:nvSpPr>
          <p:spPr>
            <a:xfrm>
              <a:off x="2004702" y="35895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3"/>
            <p:cNvSpPr/>
            <p:nvPr/>
          </p:nvSpPr>
          <p:spPr>
            <a:xfrm>
              <a:off x="2415066" y="34619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4"/>
            <p:cNvSpPr/>
            <p:nvPr/>
          </p:nvSpPr>
          <p:spPr>
            <a:xfrm>
              <a:off x="2539130" y="3330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5"/>
            <p:cNvSpPr/>
            <p:nvPr/>
          </p:nvSpPr>
          <p:spPr>
            <a:xfrm>
              <a:off x="3445749" y="31956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6"/>
            <p:cNvSpPr/>
            <p:nvPr/>
          </p:nvSpPr>
          <p:spPr>
            <a:xfrm>
              <a:off x="2500957" y="30579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7"/>
            <p:cNvSpPr/>
            <p:nvPr/>
          </p:nvSpPr>
          <p:spPr>
            <a:xfrm>
              <a:off x="4304651" y="29198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8"/>
            <p:cNvSpPr/>
            <p:nvPr/>
          </p:nvSpPr>
          <p:spPr>
            <a:xfrm>
              <a:off x="2014245" y="27857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39"/>
            <p:cNvSpPr/>
            <p:nvPr/>
          </p:nvSpPr>
          <p:spPr>
            <a:xfrm>
              <a:off x="2395980" y="26612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0"/>
            <p:cNvSpPr/>
            <p:nvPr/>
          </p:nvSpPr>
          <p:spPr>
            <a:xfrm>
              <a:off x="2567760" y="25512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1"/>
            <p:cNvSpPr/>
            <p:nvPr/>
          </p:nvSpPr>
          <p:spPr>
            <a:xfrm>
              <a:off x="1613424" y="24593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2"/>
            <p:cNvSpPr/>
            <p:nvPr/>
          </p:nvSpPr>
          <p:spPr>
            <a:xfrm>
              <a:off x="2930408" y="23869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3"/>
            <p:cNvSpPr/>
            <p:nvPr/>
          </p:nvSpPr>
          <p:spPr>
            <a:xfrm>
              <a:off x="3025841" y="23340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4"/>
            <p:cNvSpPr/>
            <p:nvPr/>
          </p:nvSpPr>
          <p:spPr>
            <a:xfrm>
              <a:off x="2548673" y="22995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5"/>
            <p:cNvSpPr/>
            <p:nvPr/>
          </p:nvSpPr>
          <p:spPr>
            <a:xfrm>
              <a:off x="1823378" y="22820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6"/>
            <p:cNvSpPr/>
            <p:nvPr/>
          </p:nvSpPr>
          <p:spPr>
            <a:xfrm>
              <a:off x="4924970" y="22804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7"/>
            <p:cNvSpPr/>
            <p:nvPr/>
          </p:nvSpPr>
          <p:spPr>
            <a:xfrm>
              <a:off x="4924970" y="22939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8"/>
            <p:cNvSpPr/>
            <p:nvPr/>
          </p:nvSpPr>
          <p:spPr>
            <a:xfrm>
              <a:off x="3178535" y="23215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49"/>
            <p:cNvSpPr/>
            <p:nvPr/>
          </p:nvSpPr>
          <p:spPr>
            <a:xfrm>
              <a:off x="3875200" y="23622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0"/>
            <p:cNvSpPr/>
            <p:nvPr/>
          </p:nvSpPr>
          <p:spPr>
            <a:xfrm>
              <a:off x="2042876" y="24141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1"/>
            <p:cNvSpPr/>
            <p:nvPr/>
          </p:nvSpPr>
          <p:spPr>
            <a:xfrm>
              <a:off x="3321686" y="24754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2"/>
            <p:cNvSpPr/>
            <p:nvPr/>
          </p:nvSpPr>
          <p:spPr>
            <a:xfrm>
              <a:off x="4858166" y="25437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3"/>
            <p:cNvSpPr/>
            <p:nvPr/>
          </p:nvSpPr>
          <p:spPr>
            <a:xfrm>
              <a:off x="3388489" y="26171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4"/>
            <p:cNvSpPr/>
            <p:nvPr/>
          </p:nvSpPr>
          <p:spPr>
            <a:xfrm>
              <a:off x="4142414" y="26940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5"/>
            <p:cNvSpPr/>
            <p:nvPr/>
          </p:nvSpPr>
          <p:spPr>
            <a:xfrm>
              <a:off x="4915426" y="27746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6"/>
            <p:cNvSpPr/>
            <p:nvPr/>
          </p:nvSpPr>
          <p:spPr>
            <a:xfrm>
              <a:off x="4705472" y="28556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7"/>
            <p:cNvSpPr/>
            <p:nvPr/>
          </p:nvSpPr>
          <p:spPr>
            <a:xfrm>
              <a:off x="1432101" y="51909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8"/>
            <p:cNvSpPr/>
            <p:nvPr/>
          </p:nvSpPr>
          <p:spPr>
            <a:xfrm>
              <a:off x="1432101" y="50687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59"/>
            <p:cNvSpPr/>
            <p:nvPr/>
          </p:nvSpPr>
          <p:spPr>
            <a:xfrm>
              <a:off x="1422557" y="5023545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0"/>
            <p:cNvSpPr/>
            <p:nvPr/>
          </p:nvSpPr>
          <p:spPr>
            <a:xfrm>
              <a:off x="2214656" y="43025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1"/>
            <p:cNvSpPr/>
            <p:nvPr/>
          </p:nvSpPr>
          <p:spPr>
            <a:xfrm>
              <a:off x="1909268" y="42075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2"/>
            <p:cNvSpPr/>
            <p:nvPr/>
          </p:nvSpPr>
          <p:spPr>
            <a:xfrm>
              <a:off x="1832922" y="41059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3"/>
            <p:cNvSpPr/>
            <p:nvPr/>
          </p:nvSpPr>
          <p:spPr>
            <a:xfrm>
              <a:off x="2424610" y="37595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4"/>
            <p:cNvSpPr/>
            <p:nvPr/>
          </p:nvSpPr>
          <p:spPr>
            <a:xfrm>
              <a:off x="2539130" y="36312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5"/>
            <p:cNvSpPr/>
            <p:nvPr/>
          </p:nvSpPr>
          <p:spPr>
            <a:xfrm>
              <a:off x="1632511" y="34974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6"/>
            <p:cNvSpPr/>
            <p:nvPr/>
          </p:nvSpPr>
          <p:spPr>
            <a:xfrm>
              <a:off x="2472327" y="33584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7"/>
            <p:cNvSpPr/>
            <p:nvPr/>
          </p:nvSpPr>
          <p:spPr>
            <a:xfrm>
              <a:off x="2510500" y="32146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8"/>
            <p:cNvSpPr/>
            <p:nvPr/>
          </p:nvSpPr>
          <p:spPr>
            <a:xfrm>
              <a:off x="2806344" y="30665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69"/>
            <p:cNvSpPr/>
            <p:nvPr/>
          </p:nvSpPr>
          <p:spPr>
            <a:xfrm>
              <a:off x="3264425" y="29160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0"/>
            <p:cNvSpPr/>
            <p:nvPr/>
          </p:nvSpPr>
          <p:spPr>
            <a:xfrm>
              <a:off x="3903830" y="27667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1"/>
            <p:cNvSpPr/>
            <p:nvPr/>
          </p:nvSpPr>
          <p:spPr>
            <a:xfrm>
              <a:off x="3064015" y="26243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2"/>
            <p:cNvSpPr/>
            <p:nvPr/>
          </p:nvSpPr>
          <p:spPr>
            <a:xfrm>
              <a:off x="1584794" y="24948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3"/>
            <p:cNvSpPr/>
            <p:nvPr/>
          </p:nvSpPr>
          <p:spPr>
            <a:xfrm>
              <a:off x="4218761" y="23830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4"/>
            <p:cNvSpPr/>
            <p:nvPr/>
          </p:nvSpPr>
          <p:spPr>
            <a:xfrm>
              <a:off x="3254882" y="22915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5"/>
            <p:cNvSpPr/>
            <p:nvPr/>
          </p:nvSpPr>
          <p:spPr>
            <a:xfrm>
              <a:off x="4428715" y="22211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6"/>
            <p:cNvSpPr/>
            <p:nvPr/>
          </p:nvSpPr>
          <p:spPr>
            <a:xfrm>
              <a:off x="2224199" y="21711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7"/>
            <p:cNvSpPr/>
            <p:nvPr/>
          </p:nvSpPr>
          <p:spPr>
            <a:xfrm>
              <a:off x="2395980" y="21403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8"/>
            <p:cNvSpPr/>
            <p:nvPr/>
          </p:nvSpPr>
          <p:spPr>
            <a:xfrm>
              <a:off x="2663194" y="21271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79"/>
            <p:cNvSpPr/>
            <p:nvPr/>
          </p:nvSpPr>
          <p:spPr>
            <a:xfrm>
              <a:off x="3245339" y="21305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0"/>
            <p:cNvSpPr/>
            <p:nvPr/>
          </p:nvSpPr>
          <p:spPr>
            <a:xfrm>
              <a:off x="3789310" y="21492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1"/>
            <p:cNvSpPr/>
            <p:nvPr/>
          </p:nvSpPr>
          <p:spPr>
            <a:xfrm>
              <a:off x="3273969" y="21817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2"/>
            <p:cNvSpPr/>
            <p:nvPr/>
          </p:nvSpPr>
          <p:spPr>
            <a:xfrm>
              <a:off x="3283512" y="22263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3"/>
            <p:cNvSpPr/>
            <p:nvPr/>
          </p:nvSpPr>
          <p:spPr>
            <a:xfrm>
              <a:off x="2224199" y="22813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4"/>
            <p:cNvSpPr/>
            <p:nvPr/>
          </p:nvSpPr>
          <p:spPr>
            <a:xfrm>
              <a:off x="3770223" y="23446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5"/>
            <p:cNvSpPr/>
            <p:nvPr/>
          </p:nvSpPr>
          <p:spPr>
            <a:xfrm>
              <a:off x="3884744" y="24146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6"/>
            <p:cNvSpPr/>
            <p:nvPr/>
          </p:nvSpPr>
          <p:spPr>
            <a:xfrm>
              <a:off x="3560269" y="24899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7"/>
            <p:cNvSpPr/>
            <p:nvPr/>
          </p:nvSpPr>
          <p:spPr>
            <a:xfrm>
              <a:off x="4285565" y="25696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8"/>
            <p:cNvSpPr/>
            <p:nvPr/>
          </p:nvSpPr>
          <p:spPr>
            <a:xfrm>
              <a:off x="4648212" y="26577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89"/>
            <p:cNvSpPr/>
            <p:nvPr/>
          </p:nvSpPr>
          <p:spPr>
            <a:xfrm>
              <a:off x="1460731" y="42511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0"/>
            <p:cNvSpPr/>
            <p:nvPr/>
          </p:nvSpPr>
          <p:spPr>
            <a:xfrm>
              <a:off x="1890182" y="41512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1"/>
            <p:cNvSpPr/>
            <p:nvPr/>
          </p:nvSpPr>
          <p:spPr>
            <a:xfrm>
              <a:off x="1823378" y="40438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2"/>
            <p:cNvSpPr/>
            <p:nvPr/>
          </p:nvSpPr>
          <p:spPr>
            <a:xfrm>
              <a:off x="1422557" y="3928836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3"/>
            <p:cNvSpPr/>
            <p:nvPr/>
          </p:nvSpPr>
          <p:spPr>
            <a:xfrm>
              <a:off x="1832922" y="36754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4"/>
            <p:cNvSpPr/>
            <p:nvPr/>
          </p:nvSpPr>
          <p:spPr>
            <a:xfrm>
              <a:off x="1727945" y="35375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5"/>
            <p:cNvSpPr/>
            <p:nvPr/>
          </p:nvSpPr>
          <p:spPr>
            <a:xfrm>
              <a:off x="1155343" y="3392609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6"/>
            <p:cNvSpPr/>
            <p:nvPr/>
          </p:nvSpPr>
          <p:spPr>
            <a:xfrm>
              <a:off x="1632511" y="32411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7"/>
            <p:cNvSpPr/>
            <p:nvPr/>
          </p:nvSpPr>
          <p:spPr>
            <a:xfrm>
              <a:off x="1956985" y="30835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8"/>
            <p:cNvSpPr/>
            <p:nvPr/>
          </p:nvSpPr>
          <p:spPr>
            <a:xfrm>
              <a:off x="2319633" y="29215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699"/>
            <p:cNvSpPr/>
            <p:nvPr/>
          </p:nvSpPr>
          <p:spPr>
            <a:xfrm>
              <a:off x="3168992" y="27580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0"/>
            <p:cNvSpPr/>
            <p:nvPr/>
          </p:nvSpPr>
          <p:spPr>
            <a:xfrm>
              <a:off x="3837027" y="25986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1"/>
            <p:cNvSpPr/>
            <p:nvPr/>
          </p:nvSpPr>
          <p:spPr>
            <a:xfrm>
              <a:off x="2186026" y="24499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2"/>
            <p:cNvSpPr/>
            <p:nvPr/>
          </p:nvSpPr>
          <p:spPr>
            <a:xfrm>
              <a:off x="2653650" y="23178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3"/>
            <p:cNvSpPr/>
            <p:nvPr/>
          </p:nvSpPr>
          <p:spPr>
            <a:xfrm>
              <a:off x="2806344" y="22064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4"/>
            <p:cNvSpPr/>
            <p:nvPr/>
          </p:nvSpPr>
          <p:spPr>
            <a:xfrm>
              <a:off x="1976072" y="21174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5"/>
            <p:cNvSpPr/>
            <p:nvPr/>
          </p:nvSpPr>
          <p:spPr>
            <a:xfrm>
              <a:off x="2052419" y="20506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6"/>
            <p:cNvSpPr/>
            <p:nvPr/>
          </p:nvSpPr>
          <p:spPr>
            <a:xfrm>
              <a:off x="4046981" y="20052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7"/>
            <p:cNvSpPr/>
            <p:nvPr/>
          </p:nvSpPr>
          <p:spPr>
            <a:xfrm>
              <a:off x="3503009" y="19795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8"/>
            <p:cNvSpPr/>
            <p:nvPr/>
          </p:nvSpPr>
          <p:spPr>
            <a:xfrm>
              <a:off x="4772276" y="19719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09"/>
            <p:cNvSpPr/>
            <p:nvPr/>
          </p:nvSpPr>
          <p:spPr>
            <a:xfrm>
              <a:off x="3283512" y="19810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0"/>
            <p:cNvSpPr/>
            <p:nvPr/>
          </p:nvSpPr>
          <p:spPr>
            <a:xfrm>
              <a:off x="4543235" y="20052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1"/>
            <p:cNvSpPr/>
            <p:nvPr/>
          </p:nvSpPr>
          <p:spPr>
            <a:xfrm>
              <a:off x="5764785" y="20427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2"/>
            <p:cNvSpPr/>
            <p:nvPr/>
          </p:nvSpPr>
          <p:spPr>
            <a:xfrm>
              <a:off x="4476432" y="20918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3"/>
            <p:cNvSpPr/>
            <p:nvPr/>
          </p:nvSpPr>
          <p:spPr>
            <a:xfrm>
              <a:off x="3312142" y="21508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4"/>
            <p:cNvSpPr/>
            <p:nvPr/>
          </p:nvSpPr>
          <p:spPr>
            <a:xfrm>
              <a:off x="3254882" y="22182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5"/>
            <p:cNvSpPr/>
            <p:nvPr/>
          </p:nvSpPr>
          <p:spPr>
            <a:xfrm>
              <a:off x="3541183" y="22927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6"/>
            <p:cNvSpPr/>
            <p:nvPr/>
          </p:nvSpPr>
          <p:spPr>
            <a:xfrm>
              <a:off x="3846570" y="23731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7"/>
            <p:cNvSpPr/>
            <p:nvPr/>
          </p:nvSpPr>
          <p:spPr>
            <a:xfrm>
              <a:off x="4934513" y="24508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8"/>
            <p:cNvSpPr/>
            <p:nvPr/>
          </p:nvSpPr>
          <p:spPr>
            <a:xfrm>
              <a:off x="1403470" y="501307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19"/>
            <p:cNvSpPr/>
            <p:nvPr/>
          </p:nvSpPr>
          <p:spPr>
            <a:xfrm>
              <a:off x="2147852" y="42867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0"/>
            <p:cNvSpPr/>
            <p:nvPr/>
          </p:nvSpPr>
          <p:spPr>
            <a:xfrm>
              <a:off x="1498904" y="41887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1"/>
            <p:cNvSpPr/>
            <p:nvPr/>
          </p:nvSpPr>
          <p:spPr>
            <a:xfrm>
              <a:off x="1556164" y="40832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2"/>
            <p:cNvSpPr/>
            <p:nvPr/>
          </p:nvSpPr>
          <p:spPr>
            <a:xfrm>
              <a:off x="2023789" y="38476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3"/>
            <p:cNvSpPr/>
            <p:nvPr/>
          </p:nvSpPr>
          <p:spPr>
            <a:xfrm>
              <a:off x="1613424" y="3716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4"/>
            <p:cNvSpPr/>
            <p:nvPr/>
          </p:nvSpPr>
          <p:spPr>
            <a:xfrm>
              <a:off x="1078996" y="357715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5"/>
            <p:cNvSpPr/>
            <p:nvPr/>
          </p:nvSpPr>
          <p:spPr>
            <a:xfrm>
              <a:off x="1575251" y="34285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6"/>
            <p:cNvSpPr/>
            <p:nvPr/>
          </p:nvSpPr>
          <p:spPr>
            <a:xfrm>
              <a:off x="1871095" y="31058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7"/>
            <p:cNvSpPr/>
            <p:nvPr/>
          </p:nvSpPr>
          <p:spPr>
            <a:xfrm>
              <a:off x="3273969" y="27575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8"/>
            <p:cNvSpPr/>
            <p:nvPr/>
          </p:nvSpPr>
          <p:spPr>
            <a:xfrm>
              <a:off x="3789310" y="25825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29"/>
            <p:cNvSpPr/>
            <p:nvPr/>
          </p:nvSpPr>
          <p:spPr>
            <a:xfrm>
              <a:off x="2472327" y="24157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0"/>
            <p:cNvSpPr/>
            <p:nvPr/>
          </p:nvSpPr>
          <p:spPr>
            <a:xfrm>
              <a:off x="2787257" y="22640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1"/>
            <p:cNvSpPr/>
            <p:nvPr/>
          </p:nvSpPr>
          <p:spPr>
            <a:xfrm>
              <a:off x="3808397" y="21328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2"/>
            <p:cNvSpPr/>
            <p:nvPr/>
          </p:nvSpPr>
          <p:spPr>
            <a:xfrm>
              <a:off x="3054471" y="20249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3"/>
            <p:cNvSpPr/>
            <p:nvPr/>
          </p:nvSpPr>
          <p:spPr>
            <a:xfrm>
              <a:off x="3751137" y="19408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4"/>
            <p:cNvSpPr/>
            <p:nvPr/>
          </p:nvSpPr>
          <p:spPr>
            <a:xfrm>
              <a:off x="4619582" y="18799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5"/>
            <p:cNvSpPr/>
            <p:nvPr/>
          </p:nvSpPr>
          <p:spPr>
            <a:xfrm>
              <a:off x="4839079" y="18407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6"/>
            <p:cNvSpPr/>
            <p:nvPr/>
          </p:nvSpPr>
          <p:spPr>
            <a:xfrm>
              <a:off x="3111732" y="18215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7"/>
            <p:cNvSpPr/>
            <p:nvPr/>
          </p:nvSpPr>
          <p:spPr>
            <a:xfrm>
              <a:off x="4228305" y="18206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8"/>
            <p:cNvSpPr/>
            <p:nvPr/>
          </p:nvSpPr>
          <p:spPr>
            <a:xfrm>
              <a:off x="4829536" y="18364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39"/>
            <p:cNvSpPr/>
            <p:nvPr/>
          </p:nvSpPr>
          <p:spPr>
            <a:xfrm>
              <a:off x="4419172" y="18672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0"/>
            <p:cNvSpPr/>
            <p:nvPr/>
          </p:nvSpPr>
          <p:spPr>
            <a:xfrm>
              <a:off x="3922917" y="19113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1"/>
            <p:cNvSpPr/>
            <p:nvPr/>
          </p:nvSpPr>
          <p:spPr>
            <a:xfrm>
              <a:off x="2319633" y="19670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2"/>
            <p:cNvSpPr/>
            <p:nvPr/>
          </p:nvSpPr>
          <p:spPr>
            <a:xfrm>
              <a:off x="3025841" y="20328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3"/>
            <p:cNvSpPr/>
            <p:nvPr/>
          </p:nvSpPr>
          <p:spPr>
            <a:xfrm>
              <a:off x="3168992" y="21072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4"/>
            <p:cNvSpPr/>
            <p:nvPr/>
          </p:nvSpPr>
          <p:spPr>
            <a:xfrm>
              <a:off x="4848623" y="21889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5"/>
            <p:cNvSpPr/>
            <p:nvPr/>
          </p:nvSpPr>
          <p:spPr>
            <a:xfrm>
              <a:off x="2911321" y="22770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6"/>
            <p:cNvSpPr/>
            <p:nvPr/>
          </p:nvSpPr>
          <p:spPr>
            <a:xfrm>
              <a:off x="3312142" y="23703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7"/>
            <p:cNvSpPr/>
            <p:nvPr/>
          </p:nvSpPr>
          <p:spPr>
            <a:xfrm>
              <a:off x="3407576" y="24595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8"/>
            <p:cNvSpPr/>
            <p:nvPr/>
          </p:nvSpPr>
          <p:spPr>
            <a:xfrm>
              <a:off x="1584794" y="25007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49"/>
            <p:cNvSpPr/>
            <p:nvPr/>
          </p:nvSpPr>
          <p:spPr>
            <a:xfrm>
              <a:off x="2033332" y="51088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0"/>
            <p:cNvSpPr/>
            <p:nvPr/>
          </p:nvSpPr>
          <p:spPr>
            <a:xfrm>
              <a:off x="1556164" y="50674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1"/>
            <p:cNvSpPr/>
            <p:nvPr/>
          </p:nvSpPr>
          <p:spPr>
            <a:xfrm>
              <a:off x="1556164" y="45623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2"/>
            <p:cNvSpPr/>
            <p:nvPr/>
          </p:nvSpPr>
          <p:spPr>
            <a:xfrm>
              <a:off x="1441644" y="42173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3"/>
            <p:cNvSpPr/>
            <p:nvPr/>
          </p:nvSpPr>
          <p:spPr>
            <a:xfrm>
              <a:off x="1565708" y="41136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4"/>
            <p:cNvSpPr/>
            <p:nvPr/>
          </p:nvSpPr>
          <p:spPr>
            <a:xfrm>
              <a:off x="1680228" y="38811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5"/>
            <p:cNvSpPr/>
            <p:nvPr/>
          </p:nvSpPr>
          <p:spPr>
            <a:xfrm>
              <a:off x="1708858" y="37511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6"/>
            <p:cNvSpPr/>
            <p:nvPr/>
          </p:nvSpPr>
          <p:spPr>
            <a:xfrm>
              <a:off x="2625020" y="36113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7"/>
            <p:cNvSpPr/>
            <p:nvPr/>
          </p:nvSpPr>
          <p:spPr>
            <a:xfrm>
              <a:off x="2434153" y="34611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8"/>
            <p:cNvSpPr/>
            <p:nvPr/>
          </p:nvSpPr>
          <p:spPr>
            <a:xfrm>
              <a:off x="1985615" y="33003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59"/>
            <p:cNvSpPr/>
            <p:nvPr/>
          </p:nvSpPr>
          <p:spPr>
            <a:xfrm>
              <a:off x="1422557" y="31291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0"/>
            <p:cNvSpPr/>
            <p:nvPr/>
          </p:nvSpPr>
          <p:spPr>
            <a:xfrm>
              <a:off x="1498904" y="29487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1"/>
            <p:cNvSpPr/>
            <p:nvPr/>
          </p:nvSpPr>
          <p:spPr>
            <a:xfrm>
              <a:off x="2262373" y="27618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2"/>
            <p:cNvSpPr/>
            <p:nvPr/>
          </p:nvSpPr>
          <p:spPr>
            <a:xfrm>
              <a:off x="2319633" y="25734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3"/>
            <p:cNvSpPr/>
            <p:nvPr/>
          </p:nvSpPr>
          <p:spPr>
            <a:xfrm>
              <a:off x="3092645" y="23905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4"/>
            <p:cNvSpPr/>
            <p:nvPr/>
          </p:nvSpPr>
          <p:spPr>
            <a:xfrm>
              <a:off x="2395980" y="22209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5"/>
            <p:cNvSpPr/>
            <p:nvPr/>
          </p:nvSpPr>
          <p:spPr>
            <a:xfrm>
              <a:off x="2892234" y="20713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6"/>
            <p:cNvSpPr/>
            <p:nvPr/>
          </p:nvSpPr>
          <p:spPr>
            <a:xfrm>
              <a:off x="2548673" y="19454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7"/>
            <p:cNvSpPr/>
            <p:nvPr/>
          </p:nvSpPr>
          <p:spPr>
            <a:xfrm>
              <a:off x="3321686" y="18446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8"/>
            <p:cNvSpPr/>
            <p:nvPr/>
          </p:nvSpPr>
          <p:spPr>
            <a:xfrm>
              <a:off x="4419172" y="17685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69"/>
            <p:cNvSpPr/>
            <p:nvPr/>
          </p:nvSpPr>
          <p:spPr>
            <a:xfrm>
              <a:off x="3655703" y="17158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0"/>
            <p:cNvSpPr/>
            <p:nvPr/>
          </p:nvSpPr>
          <p:spPr>
            <a:xfrm>
              <a:off x="2625020" y="16850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1"/>
            <p:cNvSpPr/>
            <p:nvPr/>
          </p:nvSpPr>
          <p:spPr>
            <a:xfrm>
              <a:off x="1899725" y="16743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2"/>
            <p:cNvSpPr/>
            <p:nvPr/>
          </p:nvSpPr>
          <p:spPr>
            <a:xfrm>
              <a:off x="3293055" y="16821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3"/>
            <p:cNvSpPr/>
            <p:nvPr/>
          </p:nvSpPr>
          <p:spPr>
            <a:xfrm>
              <a:off x="3732050" y="17067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4"/>
            <p:cNvSpPr/>
            <p:nvPr/>
          </p:nvSpPr>
          <p:spPr>
            <a:xfrm>
              <a:off x="3817940" y="17463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5"/>
            <p:cNvSpPr/>
            <p:nvPr/>
          </p:nvSpPr>
          <p:spPr>
            <a:xfrm>
              <a:off x="3569813" y="17993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6"/>
            <p:cNvSpPr/>
            <p:nvPr/>
          </p:nvSpPr>
          <p:spPr>
            <a:xfrm>
              <a:off x="3235795" y="18639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7"/>
            <p:cNvSpPr/>
            <p:nvPr/>
          </p:nvSpPr>
          <p:spPr>
            <a:xfrm>
              <a:off x="2243286" y="19384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8"/>
            <p:cNvSpPr/>
            <p:nvPr/>
          </p:nvSpPr>
          <p:spPr>
            <a:xfrm>
              <a:off x="2491413" y="20213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79"/>
            <p:cNvSpPr/>
            <p:nvPr/>
          </p:nvSpPr>
          <p:spPr>
            <a:xfrm>
              <a:off x="2663194" y="21111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0"/>
            <p:cNvSpPr/>
            <p:nvPr/>
          </p:nvSpPr>
          <p:spPr>
            <a:xfrm>
              <a:off x="3044928" y="22069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1"/>
            <p:cNvSpPr/>
            <p:nvPr/>
          </p:nvSpPr>
          <p:spPr>
            <a:xfrm>
              <a:off x="4352368" y="23080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2"/>
            <p:cNvSpPr/>
            <p:nvPr/>
          </p:nvSpPr>
          <p:spPr>
            <a:xfrm>
              <a:off x="4018351" y="24139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3"/>
            <p:cNvSpPr/>
            <p:nvPr/>
          </p:nvSpPr>
          <p:spPr>
            <a:xfrm>
              <a:off x="3922917" y="24824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4"/>
            <p:cNvSpPr/>
            <p:nvPr/>
          </p:nvSpPr>
          <p:spPr>
            <a:xfrm>
              <a:off x="1766118" y="50688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5"/>
            <p:cNvSpPr/>
            <p:nvPr/>
          </p:nvSpPr>
          <p:spPr>
            <a:xfrm>
              <a:off x="1670685" y="50301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6"/>
            <p:cNvSpPr/>
            <p:nvPr/>
          </p:nvSpPr>
          <p:spPr>
            <a:xfrm>
              <a:off x="1517991" y="46464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7"/>
            <p:cNvSpPr/>
            <p:nvPr/>
          </p:nvSpPr>
          <p:spPr>
            <a:xfrm>
              <a:off x="1432101" y="41339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8"/>
            <p:cNvSpPr/>
            <p:nvPr/>
          </p:nvSpPr>
          <p:spPr>
            <a:xfrm>
              <a:off x="1556164" y="40236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89"/>
            <p:cNvSpPr/>
            <p:nvPr/>
          </p:nvSpPr>
          <p:spPr>
            <a:xfrm>
              <a:off x="1451187" y="39043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0"/>
            <p:cNvSpPr/>
            <p:nvPr/>
          </p:nvSpPr>
          <p:spPr>
            <a:xfrm>
              <a:off x="1756575" y="37755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1"/>
            <p:cNvSpPr/>
            <p:nvPr/>
          </p:nvSpPr>
          <p:spPr>
            <a:xfrm>
              <a:off x="2386436" y="36363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2"/>
            <p:cNvSpPr/>
            <p:nvPr/>
          </p:nvSpPr>
          <p:spPr>
            <a:xfrm>
              <a:off x="2395980" y="34858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3"/>
            <p:cNvSpPr/>
            <p:nvPr/>
          </p:nvSpPr>
          <p:spPr>
            <a:xfrm>
              <a:off x="2395980" y="33233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4"/>
            <p:cNvSpPr/>
            <p:nvPr/>
          </p:nvSpPr>
          <p:spPr>
            <a:xfrm>
              <a:off x="2395980" y="31485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5"/>
            <p:cNvSpPr/>
            <p:nvPr/>
          </p:nvSpPr>
          <p:spPr>
            <a:xfrm>
              <a:off x="1747031" y="29624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6"/>
            <p:cNvSpPr/>
            <p:nvPr/>
          </p:nvSpPr>
          <p:spPr>
            <a:xfrm>
              <a:off x="1909268" y="27674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7"/>
            <p:cNvSpPr/>
            <p:nvPr/>
          </p:nvSpPr>
          <p:spPr>
            <a:xfrm>
              <a:off x="1298494" y="256832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8"/>
            <p:cNvSpPr/>
            <p:nvPr/>
          </p:nvSpPr>
          <p:spPr>
            <a:xfrm>
              <a:off x="2825431" y="23722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799"/>
            <p:cNvSpPr/>
            <p:nvPr/>
          </p:nvSpPr>
          <p:spPr>
            <a:xfrm>
              <a:off x="1995159" y="21876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0"/>
            <p:cNvSpPr/>
            <p:nvPr/>
          </p:nvSpPr>
          <p:spPr>
            <a:xfrm>
              <a:off x="3865657" y="20221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1"/>
            <p:cNvSpPr/>
            <p:nvPr/>
          </p:nvSpPr>
          <p:spPr>
            <a:xfrm>
              <a:off x="5316247" y="18806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2"/>
            <p:cNvSpPr/>
            <p:nvPr/>
          </p:nvSpPr>
          <p:spPr>
            <a:xfrm>
              <a:off x="3961091" y="17653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3"/>
            <p:cNvSpPr/>
            <p:nvPr/>
          </p:nvSpPr>
          <p:spPr>
            <a:xfrm>
              <a:off x="2901778" y="16758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4"/>
            <p:cNvSpPr/>
            <p:nvPr/>
          </p:nvSpPr>
          <p:spPr>
            <a:xfrm>
              <a:off x="3579356" y="16112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5"/>
            <p:cNvSpPr/>
            <p:nvPr/>
          </p:nvSpPr>
          <p:spPr>
            <a:xfrm>
              <a:off x="2720454" y="15700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6"/>
            <p:cNvSpPr/>
            <p:nvPr/>
          </p:nvSpPr>
          <p:spPr>
            <a:xfrm>
              <a:off x="2510500" y="15505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7"/>
            <p:cNvSpPr/>
            <p:nvPr/>
          </p:nvSpPr>
          <p:spPr>
            <a:xfrm>
              <a:off x="2434153" y="15511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8"/>
            <p:cNvSpPr/>
            <p:nvPr/>
          </p:nvSpPr>
          <p:spPr>
            <a:xfrm>
              <a:off x="3884744" y="15701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09"/>
            <p:cNvSpPr/>
            <p:nvPr/>
          </p:nvSpPr>
          <p:spPr>
            <a:xfrm>
              <a:off x="4104241" y="16055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0"/>
            <p:cNvSpPr/>
            <p:nvPr/>
          </p:nvSpPr>
          <p:spPr>
            <a:xfrm>
              <a:off x="3989721" y="16556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1"/>
            <p:cNvSpPr/>
            <p:nvPr/>
          </p:nvSpPr>
          <p:spPr>
            <a:xfrm>
              <a:off x="3197622" y="17183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2"/>
            <p:cNvSpPr/>
            <p:nvPr/>
          </p:nvSpPr>
          <p:spPr>
            <a:xfrm>
              <a:off x="2596390" y="17919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3"/>
            <p:cNvSpPr/>
            <p:nvPr/>
          </p:nvSpPr>
          <p:spPr>
            <a:xfrm>
              <a:off x="3064015" y="18746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4"/>
            <p:cNvSpPr/>
            <p:nvPr/>
          </p:nvSpPr>
          <p:spPr>
            <a:xfrm>
              <a:off x="3331229" y="19649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5"/>
            <p:cNvSpPr/>
            <p:nvPr/>
          </p:nvSpPr>
          <p:spPr>
            <a:xfrm>
              <a:off x="3903830" y="20618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6"/>
            <p:cNvSpPr/>
            <p:nvPr/>
          </p:nvSpPr>
          <p:spPr>
            <a:xfrm>
              <a:off x="3865657" y="21646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7"/>
            <p:cNvSpPr/>
            <p:nvPr/>
          </p:nvSpPr>
          <p:spPr>
            <a:xfrm>
              <a:off x="5134924" y="22730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8"/>
            <p:cNvSpPr/>
            <p:nvPr/>
          </p:nvSpPr>
          <p:spPr>
            <a:xfrm>
              <a:off x="3627073" y="23868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19"/>
            <p:cNvSpPr/>
            <p:nvPr/>
          </p:nvSpPr>
          <p:spPr>
            <a:xfrm>
              <a:off x="4772276" y="24896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0"/>
            <p:cNvSpPr/>
            <p:nvPr/>
          </p:nvSpPr>
          <p:spPr>
            <a:xfrm>
              <a:off x="2529587" y="25764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1"/>
            <p:cNvSpPr/>
            <p:nvPr/>
          </p:nvSpPr>
          <p:spPr>
            <a:xfrm>
              <a:off x="1651598" y="50334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2"/>
            <p:cNvSpPr/>
            <p:nvPr/>
          </p:nvSpPr>
          <p:spPr>
            <a:xfrm>
              <a:off x="1670685" y="49880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3"/>
            <p:cNvSpPr/>
            <p:nvPr/>
          </p:nvSpPr>
          <p:spPr>
            <a:xfrm>
              <a:off x="1422557" y="4940105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4"/>
            <p:cNvSpPr/>
            <p:nvPr/>
          </p:nvSpPr>
          <p:spPr>
            <a:xfrm>
              <a:off x="1403470" y="471735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5"/>
            <p:cNvSpPr/>
            <p:nvPr/>
          </p:nvSpPr>
          <p:spPr>
            <a:xfrm>
              <a:off x="1498904" y="45821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6"/>
            <p:cNvSpPr/>
            <p:nvPr/>
          </p:nvSpPr>
          <p:spPr>
            <a:xfrm>
              <a:off x="1794748" y="45070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7"/>
            <p:cNvSpPr/>
            <p:nvPr/>
          </p:nvSpPr>
          <p:spPr>
            <a:xfrm>
              <a:off x="1565708" y="44263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8"/>
            <p:cNvSpPr/>
            <p:nvPr/>
          </p:nvSpPr>
          <p:spPr>
            <a:xfrm>
              <a:off x="1479817" y="43393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29"/>
            <p:cNvSpPr/>
            <p:nvPr/>
          </p:nvSpPr>
          <p:spPr>
            <a:xfrm>
              <a:off x="1527534" y="41441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0"/>
            <p:cNvSpPr/>
            <p:nvPr/>
          </p:nvSpPr>
          <p:spPr>
            <a:xfrm>
              <a:off x="1479817" y="40347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1"/>
            <p:cNvSpPr/>
            <p:nvPr/>
          </p:nvSpPr>
          <p:spPr>
            <a:xfrm>
              <a:off x="1117170" y="3916522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2"/>
            <p:cNvSpPr/>
            <p:nvPr/>
          </p:nvSpPr>
          <p:spPr>
            <a:xfrm>
              <a:off x="1632511" y="37885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3"/>
            <p:cNvSpPr/>
            <p:nvPr/>
          </p:nvSpPr>
          <p:spPr>
            <a:xfrm>
              <a:off x="1670685" y="36499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4"/>
            <p:cNvSpPr/>
            <p:nvPr/>
          </p:nvSpPr>
          <p:spPr>
            <a:xfrm>
              <a:off x="1842465" y="34996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5"/>
            <p:cNvSpPr/>
            <p:nvPr/>
          </p:nvSpPr>
          <p:spPr>
            <a:xfrm>
              <a:off x="1861552" y="33365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6"/>
            <p:cNvSpPr/>
            <p:nvPr/>
          </p:nvSpPr>
          <p:spPr>
            <a:xfrm>
              <a:off x="1527534" y="29710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7"/>
            <p:cNvSpPr/>
            <p:nvPr/>
          </p:nvSpPr>
          <p:spPr>
            <a:xfrm>
              <a:off x="1832922" y="27711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8"/>
            <p:cNvSpPr/>
            <p:nvPr/>
          </p:nvSpPr>
          <p:spPr>
            <a:xfrm>
              <a:off x="2405523" y="25651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39"/>
            <p:cNvSpPr/>
            <p:nvPr/>
          </p:nvSpPr>
          <p:spPr>
            <a:xfrm>
              <a:off x="2338720" y="23599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0"/>
            <p:cNvSpPr/>
            <p:nvPr/>
          </p:nvSpPr>
          <p:spPr>
            <a:xfrm>
              <a:off x="2434153" y="21642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1"/>
            <p:cNvSpPr/>
            <p:nvPr/>
          </p:nvSpPr>
          <p:spPr>
            <a:xfrm>
              <a:off x="3016298" y="19865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2"/>
            <p:cNvSpPr/>
            <p:nvPr/>
          </p:nvSpPr>
          <p:spPr>
            <a:xfrm>
              <a:off x="3980177" y="18331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3"/>
            <p:cNvSpPr/>
            <p:nvPr/>
          </p:nvSpPr>
          <p:spPr>
            <a:xfrm>
              <a:off x="4657756" y="17067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4"/>
            <p:cNvSpPr/>
            <p:nvPr/>
          </p:nvSpPr>
          <p:spPr>
            <a:xfrm>
              <a:off x="3722507" y="16074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5"/>
            <p:cNvSpPr/>
            <p:nvPr/>
          </p:nvSpPr>
          <p:spPr>
            <a:xfrm>
              <a:off x="2834974" y="15340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6"/>
            <p:cNvSpPr/>
            <p:nvPr/>
          </p:nvSpPr>
          <p:spPr>
            <a:xfrm>
              <a:off x="3445749" y="14850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7"/>
            <p:cNvSpPr/>
            <p:nvPr/>
          </p:nvSpPr>
          <p:spPr>
            <a:xfrm>
              <a:off x="3178535" y="14587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8"/>
            <p:cNvSpPr/>
            <p:nvPr/>
          </p:nvSpPr>
          <p:spPr>
            <a:xfrm>
              <a:off x="2949495" y="14533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49"/>
            <p:cNvSpPr/>
            <p:nvPr/>
          </p:nvSpPr>
          <p:spPr>
            <a:xfrm>
              <a:off x="3932460" y="14671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0"/>
            <p:cNvSpPr/>
            <p:nvPr/>
          </p:nvSpPr>
          <p:spPr>
            <a:xfrm>
              <a:off x="4810449" y="14980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1"/>
            <p:cNvSpPr/>
            <p:nvPr/>
          </p:nvSpPr>
          <p:spPr>
            <a:xfrm>
              <a:off x="3970634" y="15441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2"/>
            <p:cNvSpPr/>
            <p:nvPr/>
          </p:nvSpPr>
          <p:spPr>
            <a:xfrm>
              <a:off x="2854061" y="16033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3"/>
            <p:cNvSpPr/>
            <p:nvPr/>
          </p:nvSpPr>
          <p:spPr>
            <a:xfrm>
              <a:off x="4600496" y="16739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4"/>
            <p:cNvSpPr/>
            <p:nvPr/>
          </p:nvSpPr>
          <p:spPr>
            <a:xfrm>
              <a:off x="5554831" y="17541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5"/>
            <p:cNvSpPr/>
            <p:nvPr/>
          </p:nvSpPr>
          <p:spPr>
            <a:xfrm>
              <a:off x="3684333" y="18427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6"/>
            <p:cNvSpPr/>
            <p:nvPr/>
          </p:nvSpPr>
          <p:spPr>
            <a:xfrm>
              <a:off x="4495519" y="19388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7"/>
            <p:cNvSpPr/>
            <p:nvPr/>
          </p:nvSpPr>
          <p:spPr>
            <a:xfrm>
              <a:off x="5602548" y="20417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8"/>
            <p:cNvSpPr/>
            <p:nvPr/>
          </p:nvSpPr>
          <p:spPr>
            <a:xfrm>
              <a:off x="4915426" y="21512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59"/>
            <p:cNvSpPr/>
            <p:nvPr/>
          </p:nvSpPr>
          <p:spPr>
            <a:xfrm>
              <a:off x="4896340" y="22671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0"/>
            <p:cNvSpPr/>
            <p:nvPr/>
          </p:nvSpPr>
          <p:spPr>
            <a:xfrm>
              <a:off x="5440311" y="23887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1"/>
            <p:cNvSpPr/>
            <p:nvPr/>
          </p:nvSpPr>
          <p:spPr>
            <a:xfrm>
              <a:off x="4915426" y="25149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2"/>
            <p:cNvSpPr/>
            <p:nvPr/>
          </p:nvSpPr>
          <p:spPr>
            <a:xfrm>
              <a:off x="3531639" y="26231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3"/>
            <p:cNvSpPr/>
            <p:nvPr/>
          </p:nvSpPr>
          <p:spPr>
            <a:xfrm>
              <a:off x="1918812" y="49957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4"/>
            <p:cNvSpPr/>
            <p:nvPr/>
          </p:nvSpPr>
          <p:spPr>
            <a:xfrm>
              <a:off x="1813835" y="49407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5"/>
            <p:cNvSpPr/>
            <p:nvPr/>
          </p:nvSpPr>
          <p:spPr>
            <a:xfrm>
              <a:off x="1670685" y="48898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6"/>
            <p:cNvSpPr/>
            <p:nvPr/>
          </p:nvSpPr>
          <p:spPr>
            <a:xfrm>
              <a:off x="1613424" y="46518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7"/>
            <p:cNvSpPr/>
            <p:nvPr/>
          </p:nvSpPr>
          <p:spPr>
            <a:xfrm>
              <a:off x="1651598" y="45067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8"/>
            <p:cNvSpPr/>
            <p:nvPr/>
          </p:nvSpPr>
          <p:spPr>
            <a:xfrm>
              <a:off x="1594338" y="43391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69"/>
            <p:cNvSpPr/>
            <p:nvPr/>
          </p:nvSpPr>
          <p:spPr>
            <a:xfrm>
              <a:off x="1594338" y="41445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0"/>
            <p:cNvSpPr/>
            <p:nvPr/>
          </p:nvSpPr>
          <p:spPr>
            <a:xfrm>
              <a:off x="1670685" y="40354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1"/>
            <p:cNvSpPr/>
            <p:nvPr/>
          </p:nvSpPr>
          <p:spPr>
            <a:xfrm>
              <a:off x="1727945" y="39176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2"/>
            <p:cNvSpPr/>
            <p:nvPr/>
          </p:nvSpPr>
          <p:spPr>
            <a:xfrm>
              <a:off x="1537078" y="37901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3"/>
            <p:cNvSpPr/>
            <p:nvPr/>
          </p:nvSpPr>
          <p:spPr>
            <a:xfrm>
              <a:off x="1766118" y="36518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4"/>
            <p:cNvSpPr/>
            <p:nvPr/>
          </p:nvSpPr>
          <p:spPr>
            <a:xfrm>
              <a:off x="1498904" y="35018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5"/>
            <p:cNvSpPr/>
            <p:nvPr/>
          </p:nvSpPr>
          <p:spPr>
            <a:xfrm>
              <a:off x="1813835" y="33388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6"/>
            <p:cNvSpPr/>
            <p:nvPr/>
          </p:nvSpPr>
          <p:spPr>
            <a:xfrm>
              <a:off x="1823378" y="31623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7"/>
            <p:cNvSpPr/>
            <p:nvPr/>
          </p:nvSpPr>
          <p:spPr>
            <a:xfrm>
              <a:off x="1642054" y="29725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8"/>
            <p:cNvSpPr/>
            <p:nvPr/>
          </p:nvSpPr>
          <p:spPr>
            <a:xfrm>
              <a:off x="1823378" y="25629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79"/>
            <p:cNvSpPr/>
            <p:nvPr/>
          </p:nvSpPr>
          <p:spPr>
            <a:xfrm>
              <a:off x="2109679" y="23538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0"/>
            <p:cNvSpPr/>
            <p:nvPr/>
          </p:nvSpPr>
          <p:spPr>
            <a:xfrm>
              <a:off x="2176483" y="21525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1"/>
            <p:cNvSpPr/>
            <p:nvPr/>
          </p:nvSpPr>
          <p:spPr>
            <a:xfrm>
              <a:off x="2271916" y="19680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2"/>
            <p:cNvSpPr/>
            <p:nvPr/>
          </p:nvSpPr>
          <p:spPr>
            <a:xfrm>
              <a:off x="2806344" y="18074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3"/>
            <p:cNvSpPr/>
            <p:nvPr/>
          </p:nvSpPr>
          <p:spPr>
            <a:xfrm>
              <a:off x="4228305" y="16745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4"/>
            <p:cNvSpPr/>
            <p:nvPr/>
          </p:nvSpPr>
          <p:spPr>
            <a:xfrm>
              <a:off x="4972687" y="15696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5"/>
            <p:cNvSpPr/>
            <p:nvPr/>
          </p:nvSpPr>
          <p:spPr>
            <a:xfrm>
              <a:off x="3092645" y="14914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6"/>
            <p:cNvSpPr/>
            <p:nvPr/>
          </p:nvSpPr>
          <p:spPr>
            <a:xfrm>
              <a:off x="3121275" y="14378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7"/>
            <p:cNvSpPr/>
            <p:nvPr/>
          </p:nvSpPr>
          <p:spPr>
            <a:xfrm>
              <a:off x="3474379" y="14070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8"/>
            <p:cNvSpPr/>
            <p:nvPr/>
          </p:nvSpPr>
          <p:spPr>
            <a:xfrm>
              <a:off x="3846570" y="13970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89"/>
            <p:cNvSpPr/>
            <p:nvPr/>
          </p:nvSpPr>
          <p:spPr>
            <a:xfrm>
              <a:off x="3006755" y="14058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0"/>
            <p:cNvSpPr/>
            <p:nvPr/>
          </p:nvSpPr>
          <p:spPr>
            <a:xfrm>
              <a:off x="5096750" y="14315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1"/>
            <p:cNvSpPr/>
            <p:nvPr/>
          </p:nvSpPr>
          <p:spPr>
            <a:xfrm>
              <a:off x="5134924" y="14720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2"/>
            <p:cNvSpPr/>
            <p:nvPr/>
          </p:nvSpPr>
          <p:spPr>
            <a:xfrm>
              <a:off x="4533692" y="15255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3"/>
            <p:cNvSpPr/>
            <p:nvPr/>
          </p:nvSpPr>
          <p:spPr>
            <a:xfrm>
              <a:off x="5220814" y="15905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4"/>
            <p:cNvSpPr/>
            <p:nvPr/>
          </p:nvSpPr>
          <p:spPr>
            <a:xfrm>
              <a:off x="4485975" y="16655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5"/>
            <p:cNvSpPr/>
            <p:nvPr/>
          </p:nvSpPr>
          <p:spPr>
            <a:xfrm>
              <a:off x="5726612" y="17497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6"/>
            <p:cNvSpPr/>
            <p:nvPr/>
          </p:nvSpPr>
          <p:spPr>
            <a:xfrm>
              <a:off x="4896340" y="18425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7"/>
            <p:cNvSpPr/>
            <p:nvPr/>
          </p:nvSpPr>
          <p:spPr>
            <a:xfrm>
              <a:off x="4438258" y="19433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8"/>
            <p:cNvSpPr/>
            <p:nvPr/>
          </p:nvSpPr>
          <p:spPr>
            <a:xfrm>
              <a:off x="4810449" y="20519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899"/>
            <p:cNvSpPr/>
            <p:nvPr/>
          </p:nvSpPr>
          <p:spPr>
            <a:xfrm>
              <a:off x="4924970" y="21681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0"/>
            <p:cNvSpPr/>
            <p:nvPr/>
          </p:nvSpPr>
          <p:spPr>
            <a:xfrm>
              <a:off x="4781819" y="22914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1"/>
            <p:cNvSpPr/>
            <p:nvPr/>
          </p:nvSpPr>
          <p:spPr>
            <a:xfrm>
              <a:off x="5793415" y="24210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2"/>
            <p:cNvSpPr/>
            <p:nvPr/>
          </p:nvSpPr>
          <p:spPr>
            <a:xfrm>
              <a:off x="5354421" y="25558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3"/>
            <p:cNvSpPr/>
            <p:nvPr/>
          </p:nvSpPr>
          <p:spPr>
            <a:xfrm>
              <a:off x="3579356" y="26677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4"/>
            <p:cNvSpPr/>
            <p:nvPr/>
          </p:nvSpPr>
          <p:spPr>
            <a:xfrm>
              <a:off x="2081049" y="48453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5"/>
            <p:cNvSpPr/>
            <p:nvPr/>
          </p:nvSpPr>
          <p:spPr>
            <a:xfrm>
              <a:off x="1422557" y="4776626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6"/>
            <p:cNvSpPr/>
            <p:nvPr/>
          </p:nvSpPr>
          <p:spPr>
            <a:xfrm>
              <a:off x="1460731" y="47126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7"/>
            <p:cNvSpPr/>
            <p:nvPr/>
          </p:nvSpPr>
          <p:spPr>
            <a:xfrm>
              <a:off x="1689771" y="45000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8"/>
            <p:cNvSpPr/>
            <p:nvPr/>
          </p:nvSpPr>
          <p:spPr>
            <a:xfrm>
              <a:off x="1498904" y="41358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09"/>
            <p:cNvSpPr/>
            <p:nvPr/>
          </p:nvSpPr>
          <p:spPr>
            <a:xfrm>
              <a:off x="1537078" y="40265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0"/>
            <p:cNvSpPr/>
            <p:nvPr/>
          </p:nvSpPr>
          <p:spPr>
            <a:xfrm>
              <a:off x="1269863" y="390858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1"/>
            <p:cNvSpPr/>
            <p:nvPr/>
          </p:nvSpPr>
          <p:spPr>
            <a:xfrm>
              <a:off x="1661141" y="37811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2"/>
            <p:cNvSpPr/>
            <p:nvPr/>
          </p:nvSpPr>
          <p:spPr>
            <a:xfrm>
              <a:off x="2529587" y="34934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3"/>
            <p:cNvSpPr/>
            <p:nvPr/>
          </p:nvSpPr>
          <p:spPr>
            <a:xfrm>
              <a:off x="2138309" y="33312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4"/>
            <p:cNvSpPr/>
            <p:nvPr/>
          </p:nvSpPr>
          <p:spPr>
            <a:xfrm>
              <a:off x="2157396" y="31558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5"/>
            <p:cNvSpPr/>
            <p:nvPr/>
          </p:nvSpPr>
          <p:spPr>
            <a:xfrm>
              <a:off x="1651598" y="29677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6"/>
            <p:cNvSpPr/>
            <p:nvPr/>
          </p:nvSpPr>
          <p:spPr>
            <a:xfrm>
              <a:off x="1842465" y="2768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7"/>
            <p:cNvSpPr/>
            <p:nvPr/>
          </p:nvSpPr>
          <p:spPr>
            <a:xfrm>
              <a:off x="1460731" y="25629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8"/>
            <p:cNvSpPr/>
            <p:nvPr/>
          </p:nvSpPr>
          <p:spPr>
            <a:xfrm>
              <a:off x="1718401" y="23561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19"/>
            <p:cNvSpPr/>
            <p:nvPr/>
          </p:nvSpPr>
          <p:spPr>
            <a:xfrm>
              <a:off x="1842465" y="21561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0"/>
            <p:cNvSpPr/>
            <p:nvPr/>
          </p:nvSpPr>
          <p:spPr>
            <a:xfrm>
              <a:off x="2863604" y="19714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1"/>
            <p:cNvSpPr/>
            <p:nvPr/>
          </p:nvSpPr>
          <p:spPr>
            <a:xfrm>
              <a:off x="3474379" y="18095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2"/>
            <p:cNvSpPr/>
            <p:nvPr/>
          </p:nvSpPr>
          <p:spPr>
            <a:xfrm>
              <a:off x="5583461" y="16750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3"/>
            <p:cNvSpPr/>
            <p:nvPr/>
          </p:nvSpPr>
          <p:spPr>
            <a:xfrm>
              <a:off x="4123328" y="15689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4"/>
            <p:cNvSpPr/>
            <p:nvPr/>
          </p:nvSpPr>
          <p:spPr>
            <a:xfrm>
              <a:off x="5029947" y="14894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5"/>
            <p:cNvSpPr/>
            <p:nvPr/>
          </p:nvSpPr>
          <p:spPr>
            <a:xfrm>
              <a:off x="3264425" y="14342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6"/>
            <p:cNvSpPr/>
            <p:nvPr/>
          </p:nvSpPr>
          <p:spPr>
            <a:xfrm>
              <a:off x="3312142" y="14008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7"/>
            <p:cNvSpPr/>
            <p:nvPr/>
          </p:nvSpPr>
          <p:spPr>
            <a:xfrm>
              <a:off x="4218761" y="13870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8"/>
            <p:cNvSpPr/>
            <p:nvPr/>
          </p:nvSpPr>
          <p:spPr>
            <a:xfrm>
              <a:off x="3598443" y="1390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29"/>
            <p:cNvSpPr/>
            <p:nvPr/>
          </p:nvSpPr>
          <p:spPr>
            <a:xfrm>
              <a:off x="4180588" y="14102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0"/>
            <p:cNvSpPr/>
            <p:nvPr/>
          </p:nvSpPr>
          <p:spPr>
            <a:xfrm>
              <a:off x="3083102" y="14434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1"/>
            <p:cNvSpPr/>
            <p:nvPr/>
          </p:nvSpPr>
          <p:spPr>
            <a:xfrm>
              <a:off x="4800906" y="14889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2"/>
            <p:cNvSpPr/>
            <p:nvPr/>
          </p:nvSpPr>
          <p:spPr>
            <a:xfrm>
              <a:off x="5001317" y="15457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3"/>
            <p:cNvSpPr/>
            <p:nvPr/>
          </p:nvSpPr>
          <p:spPr>
            <a:xfrm>
              <a:off x="4218761" y="16128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4"/>
            <p:cNvSpPr/>
            <p:nvPr/>
          </p:nvSpPr>
          <p:spPr>
            <a:xfrm>
              <a:off x="4228305" y="16899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5"/>
            <p:cNvSpPr/>
            <p:nvPr/>
          </p:nvSpPr>
          <p:spPr>
            <a:xfrm>
              <a:off x="5783872" y="17766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6"/>
            <p:cNvSpPr/>
            <p:nvPr/>
          </p:nvSpPr>
          <p:spPr>
            <a:xfrm>
              <a:off x="4781819" y="18727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7"/>
            <p:cNvSpPr/>
            <p:nvPr/>
          </p:nvSpPr>
          <p:spPr>
            <a:xfrm>
              <a:off x="4533692" y="19781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8"/>
            <p:cNvSpPr/>
            <p:nvPr/>
          </p:nvSpPr>
          <p:spPr>
            <a:xfrm>
              <a:off x="4638669" y="20923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39"/>
            <p:cNvSpPr/>
            <p:nvPr/>
          </p:nvSpPr>
          <p:spPr>
            <a:xfrm>
              <a:off x="4333281" y="22147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0"/>
            <p:cNvSpPr/>
            <p:nvPr/>
          </p:nvSpPr>
          <p:spPr>
            <a:xfrm>
              <a:off x="4810449" y="23444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1"/>
            <p:cNvSpPr/>
            <p:nvPr/>
          </p:nvSpPr>
          <p:spPr>
            <a:xfrm>
              <a:off x="4323738" y="24795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2"/>
            <p:cNvSpPr/>
            <p:nvPr/>
          </p:nvSpPr>
          <p:spPr>
            <a:xfrm>
              <a:off x="4819993" y="26125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3"/>
            <p:cNvSpPr/>
            <p:nvPr/>
          </p:nvSpPr>
          <p:spPr>
            <a:xfrm>
              <a:off x="5087207" y="27744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4"/>
            <p:cNvSpPr/>
            <p:nvPr/>
          </p:nvSpPr>
          <p:spPr>
            <a:xfrm>
              <a:off x="3951547" y="28648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5"/>
            <p:cNvSpPr/>
            <p:nvPr/>
          </p:nvSpPr>
          <p:spPr>
            <a:xfrm>
              <a:off x="1403470" y="4567422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6"/>
            <p:cNvSpPr/>
            <p:nvPr/>
          </p:nvSpPr>
          <p:spPr>
            <a:xfrm>
              <a:off x="1393927" y="4487165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7"/>
            <p:cNvSpPr/>
            <p:nvPr/>
          </p:nvSpPr>
          <p:spPr>
            <a:xfrm>
              <a:off x="1823378" y="44046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8"/>
            <p:cNvSpPr/>
            <p:nvPr/>
          </p:nvSpPr>
          <p:spPr>
            <a:xfrm>
              <a:off x="1327124" y="4316220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49"/>
            <p:cNvSpPr/>
            <p:nvPr/>
          </p:nvSpPr>
          <p:spPr>
            <a:xfrm>
              <a:off x="1995159" y="42212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0"/>
            <p:cNvSpPr/>
            <p:nvPr/>
          </p:nvSpPr>
          <p:spPr>
            <a:xfrm>
              <a:off x="1689771" y="41190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1"/>
            <p:cNvSpPr/>
            <p:nvPr/>
          </p:nvSpPr>
          <p:spPr>
            <a:xfrm>
              <a:off x="2682281" y="40092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2"/>
            <p:cNvSpPr/>
            <p:nvPr/>
          </p:nvSpPr>
          <p:spPr>
            <a:xfrm>
              <a:off x="2147852" y="38909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3"/>
            <p:cNvSpPr/>
            <p:nvPr/>
          </p:nvSpPr>
          <p:spPr>
            <a:xfrm>
              <a:off x="2300546" y="37634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4"/>
            <p:cNvSpPr/>
            <p:nvPr/>
          </p:nvSpPr>
          <p:spPr>
            <a:xfrm>
              <a:off x="1766118" y="36257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5"/>
            <p:cNvSpPr/>
            <p:nvPr/>
          </p:nvSpPr>
          <p:spPr>
            <a:xfrm>
              <a:off x="1622968" y="34770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6"/>
            <p:cNvSpPr/>
            <p:nvPr/>
          </p:nvSpPr>
          <p:spPr>
            <a:xfrm>
              <a:off x="2186026" y="33165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7"/>
            <p:cNvSpPr/>
            <p:nvPr/>
          </p:nvSpPr>
          <p:spPr>
            <a:xfrm>
              <a:off x="3922917" y="31439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8"/>
            <p:cNvSpPr/>
            <p:nvPr/>
          </p:nvSpPr>
          <p:spPr>
            <a:xfrm>
              <a:off x="4438258" y="29600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59"/>
            <p:cNvSpPr/>
            <p:nvPr/>
          </p:nvSpPr>
          <p:spPr>
            <a:xfrm>
              <a:off x="2090592" y="27670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0"/>
            <p:cNvSpPr/>
            <p:nvPr/>
          </p:nvSpPr>
          <p:spPr>
            <a:xfrm>
              <a:off x="1336667" y="2568559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1"/>
            <p:cNvSpPr/>
            <p:nvPr/>
          </p:nvSpPr>
          <p:spPr>
            <a:xfrm>
              <a:off x="2090592" y="23701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2"/>
            <p:cNvSpPr/>
            <p:nvPr/>
          </p:nvSpPr>
          <p:spPr>
            <a:xfrm>
              <a:off x="1928355" y="21785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3"/>
            <p:cNvSpPr/>
            <p:nvPr/>
          </p:nvSpPr>
          <p:spPr>
            <a:xfrm>
              <a:off x="2605934" y="20009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4"/>
            <p:cNvSpPr/>
            <p:nvPr/>
          </p:nvSpPr>
          <p:spPr>
            <a:xfrm>
              <a:off x="2291003" y="18444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5"/>
            <p:cNvSpPr/>
            <p:nvPr/>
          </p:nvSpPr>
          <p:spPr>
            <a:xfrm>
              <a:off x="4581409" y="17135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6"/>
            <p:cNvSpPr/>
            <p:nvPr/>
          </p:nvSpPr>
          <p:spPr>
            <a:xfrm>
              <a:off x="3903830" y="16097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7"/>
            <p:cNvSpPr/>
            <p:nvPr/>
          </p:nvSpPr>
          <p:spPr>
            <a:xfrm>
              <a:off x="2701367" y="15316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8"/>
            <p:cNvSpPr/>
            <p:nvPr/>
          </p:nvSpPr>
          <p:spPr>
            <a:xfrm>
              <a:off x="4008807" y="14764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69"/>
            <p:cNvSpPr/>
            <p:nvPr/>
          </p:nvSpPr>
          <p:spPr>
            <a:xfrm>
              <a:off x="4209218" y="14412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0"/>
            <p:cNvSpPr/>
            <p:nvPr/>
          </p:nvSpPr>
          <p:spPr>
            <a:xfrm>
              <a:off x="5335334" y="14237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1"/>
            <p:cNvSpPr/>
            <p:nvPr/>
          </p:nvSpPr>
          <p:spPr>
            <a:xfrm>
              <a:off x="4266478" y="14217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2"/>
            <p:cNvSpPr/>
            <p:nvPr/>
          </p:nvSpPr>
          <p:spPr>
            <a:xfrm>
              <a:off x="3245339" y="14336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3"/>
            <p:cNvSpPr/>
            <p:nvPr/>
          </p:nvSpPr>
          <p:spPr>
            <a:xfrm>
              <a:off x="3398032" y="14578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4"/>
            <p:cNvSpPr/>
            <p:nvPr/>
          </p:nvSpPr>
          <p:spPr>
            <a:xfrm>
              <a:off x="3999264" y="14934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5"/>
            <p:cNvSpPr/>
            <p:nvPr/>
          </p:nvSpPr>
          <p:spPr>
            <a:xfrm>
              <a:off x="4972687" y="15398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6"/>
            <p:cNvSpPr/>
            <p:nvPr/>
          </p:nvSpPr>
          <p:spPr>
            <a:xfrm>
              <a:off x="5421224" y="15968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7"/>
            <p:cNvSpPr/>
            <p:nvPr/>
          </p:nvSpPr>
          <p:spPr>
            <a:xfrm>
              <a:off x="3922917" y="16643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8"/>
            <p:cNvSpPr/>
            <p:nvPr/>
          </p:nvSpPr>
          <p:spPr>
            <a:xfrm>
              <a:off x="3837027" y="17426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79"/>
            <p:cNvSpPr/>
            <p:nvPr/>
          </p:nvSpPr>
          <p:spPr>
            <a:xfrm>
              <a:off x="3837027" y="18317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0"/>
            <p:cNvSpPr/>
            <p:nvPr/>
          </p:nvSpPr>
          <p:spPr>
            <a:xfrm>
              <a:off x="5154010" y="19313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1"/>
            <p:cNvSpPr/>
            <p:nvPr/>
          </p:nvSpPr>
          <p:spPr>
            <a:xfrm>
              <a:off x="5411681" y="20412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2"/>
            <p:cNvSpPr/>
            <p:nvPr/>
          </p:nvSpPr>
          <p:spPr>
            <a:xfrm>
              <a:off x="4409628" y="2160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3"/>
            <p:cNvSpPr/>
            <p:nvPr/>
          </p:nvSpPr>
          <p:spPr>
            <a:xfrm>
              <a:off x="4476432" y="22883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4"/>
            <p:cNvSpPr/>
            <p:nvPr/>
          </p:nvSpPr>
          <p:spPr>
            <a:xfrm>
              <a:off x="4839079" y="24229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5"/>
            <p:cNvSpPr/>
            <p:nvPr/>
          </p:nvSpPr>
          <p:spPr>
            <a:xfrm>
              <a:off x="4438258" y="25625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6"/>
            <p:cNvSpPr/>
            <p:nvPr/>
          </p:nvSpPr>
          <p:spPr>
            <a:xfrm>
              <a:off x="4476432" y="27051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7"/>
            <p:cNvSpPr/>
            <p:nvPr/>
          </p:nvSpPr>
          <p:spPr>
            <a:xfrm>
              <a:off x="5087207" y="28277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8"/>
            <p:cNvSpPr/>
            <p:nvPr/>
          </p:nvSpPr>
          <p:spPr>
            <a:xfrm>
              <a:off x="3655703" y="29078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89"/>
            <p:cNvSpPr/>
            <p:nvPr/>
          </p:nvSpPr>
          <p:spPr>
            <a:xfrm>
              <a:off x="3025841" y="43935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0"/>
            <p:cNvSpPr/>
            <p:nvPr/>
          </p:nvSpPr>
          <p:spPr>
            <a:xfrm>
              <a:off x="2596390" y="42946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1"/>
            <p:cNvSpPr/>
            <p:nvPr/>
          </p:nvSpPr>
          <p:spPr>
            <a:xfrm>
              <a:off x="2138309" y="41986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2"/>
            <p:cNvSpPr/>
            <p:nvPr/>
          </p:nvSpPr>
          <p:spPr>
            <a:xfrm>
              <a:off x="1661141" y="40956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3"/>
            <p:cNvSpPr/>
            <p:nvPr/>
          </p:nvSpPr>
          <p:spPr>
            <a:xfrm>
              <a:off x="1508447" y="39853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4"/>
            <p:cNvSpPr/>
            <p:nvPr/>
          </p:nvSpPr>
          <p:spPr>
            <a:xfrm>
              <a:off x="1565708" y="38668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5"/>
            <p:cNvSpPr/>
            <p:nvPr/>
          </p:nvSpPr>
          <p:spPr>
            <a:xfrm>
              <a:off x="2233743" y="37396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6"/>
            <p:cNvSpPr/>
            <p:nvPr/>
          </p:nvSpPr>
          <p:spPr>
            <a:xfrm>
              <a:off x="1756575" y="36029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7"/>
            <p:cNvSpPr/>
            <p:nvPr/>
          </p:nvSpPr>
          <p:spPr>
            <a:xfrm>
              <a:off x="2119222" y="34561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8"/>
            <p:cNvSpPr/>
            <p:nvPr/>
          </p:nvSpPr>
          <p:spPr>
            <a:xfrm>
              <a:off x="2052419" y="32988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999"/>
            <p:cNvSpPr/>
            <p:nvPr/>
          </p:nvSpPr>
          <p:spPr>
            <a:xfrm>
              <a:off x="1995159" y="31311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0"/>
            <p:cNvSpPr/>
            <p:nvPr/>
          </p:nvSpPr>
          <p:spPr>
            <a:xfrm>
              <a:off x="2109679" y="29543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1"/>
            <p:cNvSpPr/>
            <p:nvPr/>
          </p:nvSpPr>
          <p:spPr>
            <a:xfrm>
              <a:off x="1556164" y="25842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2"/>
            <p:cNvSpPr/>
            <p:nvPr/>
          </p:nvSpPr>
          <p:spPr>
            <a:xfrm>
              <a:off x="1871095" y="24030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3"/>
            <p:cNvSpPr/>
            <p:nvPr/>
          </p:nvSpPr>
          <p:spPr>
            <a:xfrm>
              <a:off x="2310090" y="22225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4"/>
            <p:cNvSpPr/>
            <p:nvPr/>
          </p:nvSpPr>
          <p:spPr>
            <a:xfrm>
              <a:off x="1212603" y="2058715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5"/>
            <p:cNvSpPr/>
            <p:nvPr/>
          </p:nvSpPr>
          <p:spPr>
            <a:xfrm>
              <a:off x="2529587" y="19134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6"/>
            <p:cNvSpPr/>
            <p:nvPr/>
          </p:nvSpPr>
          <p:spPr>
            <a:xfrm>
              <a:off x="2319633" y="17906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7"/>
            <p:cNvSpPr/>
            <p:nvPr/>
          </p:nvSpPr>
          <p:spPr>
            <a:xfrm>
              <a:off x="2768171" y="16921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8"/>
            <p:cNvSpPr/>
            <p:nvPr/>
          </p:nvSpPr>
          <p:spPr>
            <a:xfrm>
              <a:off x="3035385" y="16167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09"/>
            <p:cNvSpPr/>
            <p:nvPr/>
          </p:nvSpPr>
          <p:spPr>
            <a:xfrm>
              <a:off x="3254882" y="15617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0"/>
            <p:cNvSpPr/>
            <p:nvPr/>
          </p:nvSpPr>
          <p:spPr>
            <a:xfrm>
              <a:off x="3970634" y="15244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1"/>
            <p:cNvSpPr/>
            <p:nvPr/>
          </p:nvSpPr>
          <p:spPr>
            <a:xfrm>
              <a:off x="4400085" y="15022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2"/>
            <p:cNvSpPr/>
            <p:nvPr/>
          </p:nvSpPr>
          <p:spPr>
            <a:xfrm>
              <a:off x="4715016" y="14934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3"/>
            <p:cNvSpPr/>
            <p:nvPr/>
          </p:nvSpPr>
          <p:spPr>
            <a:xfrm>
              <a:off x="4228305" y="14965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4"/>
            <p:cNvSpPr/>
            <p:nvPr/>
          </p:nvSpPr>
          <p:spPr>
            <a:xfrm>
              <a:off x="3302599" y="15104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5"/>
            <p:cNvSpPr/>
            <p:nvPr/>
          </p:nvSpPr>
          <p:spPr>
            <a:xfrm>
              <a:off x="3254882" y="15346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6"/>
            <p:cNvSpPr/>
            <p:nvPr/>
          </p:nvSpPr>
          <p:spPr>
            <a:xfrm>
              <a:off x="4037437" y="15692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7"/>
            <p:cNvSpPr/>
            <p:nvPr/>
          </p:nvSpPr>
          <p:spPr>
            <a:xfrm>
              <a:off x="3989721" y="16146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8"/>
            <p:cNvSpPr/>
            <p:nvPr/>
          </p:nvSpPr>
          <p:spPr>
            <a:xfrm>
              <a:off x="4571865" y="16712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19"/>
            <p:cNvSpPr/>
            <p:nvPr/>
          </p:nvSpPr>
          <p:spPr>
            <a:xfrm>
              <a:off x="4896340" y="17395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0"/>
            <p:cNvSpPr/>
            <p:nvPr/>
          </p:nvSpPr>
          <p:spPr>
            <a:xfrm>
              <a:off x="3512553" y="18199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1"/>
            <p:cNvSpPr/>
            <p:nvPr/>
          </p:nvSpPr>
          <p:spPr>
            <a:xfrm>
              <a:off x="2930408" y="19121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2"/>
            <p:cNvSpPr/>
            <p:nvPr/>
          </p:nvSpPr>
          <p:spPr>
            <a:xfrm>
              <a:off x="5354421" y="20159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3"/>
            <p:cNvSpPr/>
            <p:nvPr/>
          </p:nvSpPr>
          <p:spPr>
            <a:xfrm>
              <a:off x="4104241" y="21303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4"/>
            <p:cNvSpPr/>
            <p:nvPr/>
          </p:nvSpPr>
          <p:spPr>
            <a:xfrm>
              <a:off x="3178535" y="22541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5"/>
            <p:cNvSpPr/>
            <p:nvPr/>
          </p:nvSpPr>
          <p:spPr>
            <a:xfrm>
              <a:off x="5182640" y="23856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6"/>
            <p:cNvSpPr/>
            <p:nvPr/>
          </p:nvSpPr>
          <p:spPr>
            <a:xfrm>
              <a:off x="4905883" y="25226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7"/>
            <p:cNvSpPr/>
            <p:nvPr/>
          </p:nvSpPr>
          <p:spPr>
            <a:xfrm>
              <a:off x="4905883" y="26632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8"/>
            <p:cNvSpPr/>
            <p:nvPr/>
          </p:nvSpPr>
          <p:spPr>
            <a:xfrm>
              <a:off x="5144467" y="28051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29"/>
            <p:cNvSpPr/>
            <p:nvPr/>
          </p:nvSpPr>
          <p:spPr>
            <a:xfrm>
              <a:off x="4590952" y="29018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0"/>
            <p:cNvSpPr/>
            <p:nvPr/>
          </p:nvSpPr>
          <p:spPr>
            <a:xfrm>
              <a:off x="2949495" y="42855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1"/>
            <p:cNvSpPr/>
            <p:nvPr/>
          </p:nvSpPr>
          <p:spPr>
            <a:xfrm>
              <a:off x="2386436" y="41925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2"/>
            <p:cNvSpPr/>
            <p:nvPr/>
          </p:nvSpPr>
          <p:spPr>
            <a:xfrm>
              <a:off x="2157396" y="41011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3"/>
            <p:cNvSpPr/>
            <p:nvPr/>
          </p:nvSpPr>
          <p:spPr>
            <a:xfrm>
              <a:off x="2539130" y="39821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4"/>
            <p:cNvSpPr/>
            <p:nvPr/>
          </p:nvSpPr>
          <p:spPr>
            <a:xfrm>
              <a:off x="2014245" y="37508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5"/>
            <p:cNvSpPr/>
            <p:nvPr/>
          </p:nvSpPr>
          <p:spPr>
            <a:xfrm>
              <a:off x="1594338" y="36244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6"/>
            <p:cNvSpPr/>
            <p:nvPr/>
          </p:nvSpPr>
          <p:spPr>
            <a:xfrm>
              <a:off x="2892234" y="34722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7"/>
            <p:cNvSpPr/>
            <p:nvPr/>
          </p:nvSpPr>
          <p:spPr>
            <a:xfrm>
              <a:off x="3627073" y="32828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8"/>
            <p:cNvSpPr/>
            <p:nvPr/>
          </p:nvSpPr>
          <p:spPr>
            <a:xfrm>
              <a:off x="1460731" y="31227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39"/>
            <p:cNvSpPr/>
            <p:nvPr/>
          </p:nvSpPr>
          <p:spPr>
            <a:xfrm>
              <a:off x="3398032" y="21296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0"/>
            <p:cNvSpPr/>
            <p:nvPr/>
          </p:nvSpPr>
          <p:spPr>
            <a:xfrm>
              <a:off x="3216709" y="20135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1"/>
            <p:cNvSpPr/>
            <p:nvPr/>
          </p:nvSpPr>
          <p:spPr>
            <a:xfrm>
              <a:off x="2605934" y="19020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2"/>
            <p:cNvSpPr/>
            <p:nvPr/>
          </p:nvSpPr>
          <p:spPr>
            <a:xfrm>
              <a:off x="3226252" y="18105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3"/>
            <p:cNvSpPr/>
            <p:nvPr/>
          </p:nvSpPr>
          <p:spPr>
            <a:xfrm>
              <a:off x="4715016" y="17383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4"/>
            <p:cNvSpPr/>
            <p:nvPr/>
          </p:nvSpPr>
          <p:spPr>
            <a:xfrm>
              <a:off x="2424610" y="16832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5"/>
            <p:cNvSpPr/>
            <p:nvPr/>
          </p:nvSpPr>
          <p:spPr>
            <a:xfrm>
              <a:off x="2090592" y="16427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6"/>
            <p:cNvSpPr/>
            <p:nvPr/>
          </p:nvSpPr>
          <p:spPr>
            <a:xfrm>
              <a:off x="3627073" y="15978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7"/>
            <p:cNvSpPr/>
            <p:nvPr/>
          </p:nvSpPr>
          <p:spPr>
            <a:xfrm>
              <a:off x="4027894" y="15910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8"/>
            <p:cNvSpPr/>
            <p:nvPr/>
          </p:nvSpPr>
          <p:spPr>
            <a:xfrm>
              <a:off x="4505062" y="15939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49"/>
            <p:cNvSpPr/>
            <p:nvPr/>
          </p:nvSpPr>
          <p:spPr>
            <a:xfrm>
              <a:off x="4705472" y="16065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0"/>
            <p:cNvSpPr/>
            <p:nvPr/>
          </p:nvSpPr>
          <p:spPr>
            <a:xfrm>
              <a:off x="3760680" y="16292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1"/>
            <p:cNvSpPr/>
            <p:nvPr/>
          </p:nvSpPr>
          <p:spPr>
            <a:xfrm>
              <a:off x="4209218" y="16629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2"/>
            <p:cNvSpPr/>
            <p:nvPr/>
          </p:nvSpPr>
          <p:spPr>
            <a:xfrm>
              <a:off x="2854061" y="17085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3"/>
            <p:cNvSpPr/>
            <p:nvPr/>
          </p:nvSpPr>
          <p:spPr>
            <a:xfrm>
              <a:off x="3722507" y="17666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4"/>
            <p:cNvSpPr/>
            <p:nvPr/>
          </p:nvSpPr>
          <p:spPr>
            <a:xfrm>
              <a:off x="3512553" y="18377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5"/>
            <p:cNvSpPr/>
            <p:nvPr/>
          </p:nvSpPr>
          <p:spPr>
            <a:xfrm>
              <a:off x="4276021" y="19218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6"/>
            <p:cNvSpPr/>
            <p:nvPr/>
          </p:nvSpPr>
          <p:spPr>
            <a:xfrm>
              <a:off x="3560269" y="20184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7"/>
            <p:cNvSpPr/>
            <p:nvPr/>
          </p:nvSpPr>
          <p:spPr>
            <a:xfrm>
              <a:off x="3302599" y="21264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8"/>
            <p:cNvSpPr/>
            <p:nvPr/>
          </p:nvSpPr>
          <p:spPr>
            <a:xfrm>
              <a:off x="4505062" y="22446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59"/>
            <p:cNvSpPr/>
            <p:nvPr/>
          </p:nvSpPr>
          <p:spPr>
            <a:xfrm>
              <a:off x="4648212" y="23709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0"/>
            <p:cNvSpPr/>
            <p:nvPr/>
          </p:nvSpPr>
          <p:spPr>
            <a:xfrm>
              <a:off x="4132871" y="25033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1"/>
            <p:cNvSpPr/>
            <p:nvPr/>
          </p:nvSpPr>
          <p:spPr>
            <a:xfrm>
              <a:off x="4648212" y="26395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2"/>
            <p:cNvSpPr/>
            <p:nvPr/>
          </p:nvSpPr>
          <p:spPr>
            <a:xfrm>
              <a:off x="5325791" y="27773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3"/>
            <p:cNvSpPr/>
            <p:nvPr/>
          </p:nvSpPr>
          <p:spPr>
            <a:xfrm>
              <a:off x="5526201" y="28863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4"/>
            <p:cNvSpPr/>
            <p:nvPr/>
          </p:nvSpPr>
          <p:spPr>
            <a:xfrm>
              <a:off x="4371455" y="29615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5"/>
            <p:cNvSpPr/>
            <p:nvPr/>
          </p:nvSpPr>
          <p:spPr>
            <a:xfrm>
              <a:off x="2042876" y="36899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6"/>
            <p:cNvSpPr/>
            <p:nvPr/>
          </p:nvSpPr>
          <p:spPr>
            <a:xfrm>
              <a:off x="1747031" y="36558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7"/>
            <p:cNvSpPr/>
            <p:nvPr/>
          </p:nvSpPr>
          <p:spPr>
            <a:xfrm>
              <a:off x="2806344" y="20407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8"/>
            <p:cNvSpPr/>
            <p:nvPr/>
          </p:nvSpPr>
          <p:spPr>
            <a:xfrm>
              <a:off x="2081049" y="19569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69"/>
            <p:cNvSpPr/>
            <p:nvPr/>
          </p:nvSpPr>
          <p:spPr>
            <a:xfrm>
              <a:off x="2424610" y="18881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0"/>
            <p:cNvSpPr/>
            <p:nvPr/>
          </p:nvSpPr>
          <p:spPr>
            <a:xfrm>
              <a:off x="3245339" y="18326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1"/>
            <p:cNvSpPr/>
            <p:nvPr/>
          </p:nvSpPr>
          <p:spPr>
            <a:xfrm>
              <a:off x="2911321" y="17884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2"/>
            <p:cNvSpPr/>
            <p:nvPr/>
          </p:nvSpPr>
          <p:spPr>
            <a:xfrm>
              <a:off x="2558217" y="17540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3"/>
            <p:cNvSpPr/>
            <p:nvPr/>
          </p:nvSpPr>
          <p:spPr>
            <a:xfrm>
              <a:off x="3588900" y="17286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4"/>
            <p:cNvSpPr/>
            <p:nvPr/>
          </p:nvSpPr>
          <p:spPr>
            <a:xfrm>
              <a:off x="3732050" y="17121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5"/>
            <p:cNvSpPr/>
            <p:nvPr/>
          </p:nvSpPr>
          <p:spPr>
            <a:xfrm>
              <a:off x="3417119" y="17046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6"/>
            <p:cNvSpPr/>
            <p:nvPr/>
          </p:nvSpPr>
          <p:spPr>
            <a:xfrm>
              <a:off x="3188079" y="17067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7"/>
            <p:cNvSpPr/>
            <p:nvPr/>
          </p:nvSpPr>
          <p:spPr>
            <a:xfrm>
              <a:off x="3168992" y="17191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8"/>
            <p:cNvSpPr/>
            <p:nvPr/>
          </p:nvSpPr>
          <p:spPr>
            <a:xfrm>
              <a:off x="2453240" y="17427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79"/>
            <p:cNvSpPr/>
            <p:nvPr/>
          </p:nvSpPr>
          <p:spPr>
            <a:xfrm>
              <a:off x="4505062" y="17787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0"/>
            <p:cNvSpPr/>
            <p:nvPr/>
          </p:nvSpPr>
          <p:spPr>
            <a:xfrm>
              <a:off x="3636616" y="18276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1"/>
            <p:cNvSpPr/>
            <p:nvPr/>
          </p:nvSpPr>
          <p:spPr>
            <a:xfrm>
              <a:off x="3503009" y="18901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2"/>
            <p:cNvSpPr/>
            <p:nvPr/>
          </p:nvSpPr>
          <p:spPr>
            <a:xfrm>
              <a:off x="4361912" y="19660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3"/>
            <p:cNvSpPr/>
            <p:nvPr/>
          </p:nvSpPr>
          <p:spPr>
            <a:xfrm>
              <a:off x="3121275" y="20548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4"/>
            <p:cNvSpPr/>
            <p:nvPr/>
          </p:nvSpPr>
          <p:spPr>
            <a:xfrm>
              <a:off x="3980177" y="21554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5"/>
            <p:cNvSpPr/>
            <p:nvPr/>
          </p:nvSpPr>
          <p:spPr>
            <a:xfrm>
              <a:off x="3293055" y="22665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6"/>
            <p:cNvSpPr/>
            <p:nvPr/>
          </p:nvSpPr>
          <p:spPr>
            <a:xfrm>
              <a:off x="2586847" y="23860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7"/>
            <p:cNvSpPr/>
            <p:nvPr/>
          </p:nvSpPr>
          <p:spPr>
            <a:xfrm>
              <a:off x="4924970" y="25119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8"/>
            <p:cNvSpPr/>
            <p:nvPr/>
          </p:nvSpPr>
          <p:spPr>
            <a:xfrm>
              <a:off x="3875200" y="26420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89"/>
            <p:cNvSpPr/>
            <p:nvPr/>
          </p:nvSpPr>
          <p:spPr>
            <a:xfrm>
              <a:off x="3445749" y="27741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0"/>
            <p:cNvSpPr/>
            <p:nvPr/>
          </p:nvSpPr>
          <p:spPr>
            <a:xfrm>
              <a:off x="4524149" y="28984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1"/>
            <p:cNvSpPr/>
            <p:nvPr/>
          </p:nvSpPr>
          <p:spPr>
            <a:xfrm>
              <a:off x="3722507" y="29563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2"/>
            <p:cNvSpPr/>
            <p:nvPr/>
          </p:nvSpPr>
          <p:spPr>
            <a:xfrm>
              <a:off x="1460731" y="21887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3"/>
            <p:cNvSpPr/>
            <p:nvPr/>
          </p:nvSpPr>
          <p:spPr>
            <a:xfrm>
              <a:off x="2691824" y="21256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4"/>
            <p:cNvSpPr/>
            <p:nvPr/>
          </p:nvSpPr>
          <p:spPr>
            <a:xfrm>
              <a:off x="4485975" y="20601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5"/>
            <p:cNvSpPr/>
            <p:nvPr/>
          </p:nvSpPr>
          <p:spPr>
            <a:xfrm>
              <a:off x="1956985" y="20047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6"/>
            <p:cNvSpPr/>
            <p:nvPr/>
          </p:nvSpPr>
          <p:spPr>
            <a:xfrm>
              <a:off x="3617530" y="19577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7"/>
            <p:cNvSpPr/>
            <p:nvPr/>
          </p:nvSpPr>
          <p:spPr>
            <a:xfrm>
              <a:off x="3378946" y="19181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8"/>
            <p:cNvSpPr/>
            <p:nvPr/>
          </p:nvSpPr>
          <p:spPr>
            <a:xfrm>
              <a:off x="1956985" y="18857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099"/>
            <p:cNvSpPr/>
            <p:nvPr/>
          </p:nvSpPr>
          <p:spPr>
            <a:xfrm>
              <a:off x="3951547" y="18613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0"/>
            <p:cNvSpPr/>
            <p:nvPr/>
          </p:nvSpPr>
          <p:spPr>
            <a:xfrm>
              <a:off x="3417119" y="18459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1"/>
            <p:cNvSpPr/>
            <p:nvPr/>
          </p:nvSpPr>
          <p:spPr>
            <a:xfrm>
              <a:off x="5239901" y="18402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2"/>
            <p:cNvSpPr/>
            <p:nvPr/>
          </p:nvSpPr>
          <p:spPr>
            <a:xfrm>
              <a:off x="3493466" y="18452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3"/>
            <p:cNvSpPr/>
            <p:nvPr/>
          </p:nvSpPr>
          <p:spPr>
            <a:xfrm>
              <a:off x="3607986" y="18616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4"/>
            <p:cNvSpPr/>
            <p:nvPr/>
          </p:nvSpPr>
          <p:spPr>
            <a:xfrm>
              <a:off x="2901778" y="18904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5"/>
            <p:cNvSpPr/>
            <p:nvPr/>
          </p:nvSpPr>
          <p:spPr>
            <a:xfrm>
              <a:off x="2987668" y="19320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6"/>
            <p:cNvSpPr/>
            <p:nvPr/>
          </p:nvSpPr>
          <p:spPr>
            <a:xfrm>
              <a:off x="3140362" y="19868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7"/>
            <p:cNvSpPr/>
            <p:nvPr/>
          </p:nvSpPr>
          <p:spPr>
            <a:xfrm>
              <a:off x="3464836" y="20547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8"/>
            <p:cNvSpPr/>
            <p:nvPr/>
          </p:nvSpPr>
          <p:spPr>
            <a:xfrm>
              <a:off x="3846570" y="21353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09"/>
            <p:cNvSpPr/>
            <p:nvPr/>
          </p:nvSpPr>
          <p:spPr>
            <a:xfrm>
              <a:off x="3712963" y="22276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0"/>
            <p:cNvSpPr/>
            <p:nvPr/>
          </p:nvSpPr>
          <p:spPr>
            <a:xfrm>
              <a:off x="3436206" y="23302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1"/>
            <p:cNvSpPr/>
            <p:nvPr/>
          </p:nvSpPr>
          <p:spPr>
            <a:xfrm>
              <a:off x="2453240" y="24415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2"/>
            <p:cNvSpPr/>
            <p:nvPr/>
          </p:nvSpPr>
          <p:spPr>
            <a:xfrm>
              <a:off x="3464836" y="25594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3"/>
            <p:cNvSpPr/>
            <p:nvPr/>
          </p:nvSpPr>
          <p:spPr>
            <a:xfrm>
              <a:off x="5230357" y="26819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4"/>
            <p:cNvSpPr/>
            <p:nvPr/>
          </p:nvSpPr>
          <p:spPr>
            <a:xfrm>
              <a:off x="4543235" y="28069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5"/>
            <p:cNvSpPr/>
            <p:nvPr/>
          </p:nvSpPr>
          <p:spPr>
            <a:xfrm>
              <a:off x="4686386" y="29325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6"/>
            <p:cNvSpPr/>
            <p:nvPr/>
          </p:nvSpPr>
          <p:spPr>
            <a:xfrm>
              <a:off x="4819993" y="30124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7"/>
            <p:cNvSpPr/>
            <p:nvPr/>
          </p:nvSpPr>
          <p:spPr>
            <a:xfrm>
              <a:off x="3254882" y="23264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8"/>
            <p:cNvSpPr/>
            <p:nvPr/>
          </p:nvSpPr>
          <p:spPr>
            <a:xfrm>
              <a:off x="2787257" y="22534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19"/>
            <p:cNvSpPr/>
            <p:nvPr/>
          </p:nvSpPr>
          <p:spPr>
            <a:xfrm>
              <a:off x="3779767" y="21989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0"/>
            <p:cNvSpPr/>
            <p:nvPr/>
          </p:nvSpPr>
          <p:spPr>
            <a:xfrm>
              <a:off x="1699315" y="21513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1"/>
            <p:cNvSpPr/>
            <p:nvPr/>
          </p:nvSpPr>
          <p:spPr>
            <a:xfrm>
              <a:off x="1804292" y="21097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2"/>
            <p:cNvSpPr/>
            <p:nvPr/>
          </p:nvSpPr>
          <p:spPr>
            <a:xfrm>
              <a:off x="3942004" y="20740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3"/>
            <p:cNvSpPr/>
            <p:nvPr/>
          </p:nvSpPr>
          <p:spPr>
            <a:xfrm>
              <a:off x="1470274" y="20454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4"/>
            <p:cNvSpPr/>
            <p:nvPr/>
          </p:nvSpPr>
          <p:spPr>
            <a:xfrm>
              <a:off x="2758627" y="20254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5"/>
            <p:cNvSpPr/>
            <p:nvPr/>
          </p:nvSpPr>
          <p:spPr>
            <a:xfrm>
              <a:off x="3522096" y="20152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6"/>
            <p:cNvSpPr/>
            <p:nvPr/>
          </p:nvSpPr>
          <p:spPr>
            <a:xfrm>
              <a:off x="2968581" y="20158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7"/>
            <p:cNvSpPr/>
            <p:nvPr/>
          </p:nvSpPr>
          <p:spPr>
            <a:xfrm>
              <a:off x="3483923" y="20278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8"/>
            <p:cNvSpPr/>
            <p:nvPr/>
          </p:nvSpPr>
          <p:spPr>
            <a:xfrm>
              <a:off x="3102188" y="20514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29"/>
            <p:cNvSpPr/>
            <p:nvPr/>
          </p:nvSpPr>
          <p:spPr>
            <a:xfrm>
              <a:off x="2481870" y="20871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0"/>
            <p:cNvSpPr/>
            <p:nvPr/>
          </p:nvSpPr>
          <p:spPr>
            <a:xfrm>
              <a:off x="3980177" y="21348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1"/>
            <p:cNvSpPr/>
            <p:nvPr/>
          </p:nvSpPr>
          <p:spPr>
            <a:xfrm>
              <a:off x="4075611" y="21946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2"/>
            <p:cNvSpPr/>
            <p:nvPr/>
          </p:nvSpPr>
          <p:spPr>
            <a:xfrm>
              <a:off x="3989721" y="22661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3"/>
            <p:cNvSpPr/>
            <p:nvPr/>
          </p:nvSpPr>
          <p:spPr>
            <a:xfrm>
              <a:off x="3865657" y="23487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4"/>
            <p:cNvSpPr/>
            <p:nvPr/>
          </p:nvSpPr>
          <p:spPr>
            <a:xfrm>
              <a:off x="3722507" y="24413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5"/>
            <p:cNvSpPr/>
            <p:nvPr/>
          </p:nvSpPr>
          <p:spPr>
            <a:xfrm>
              <a:off x="4237848" y="25426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6"/>
            <p:cNvSpPr/>
            <p:nvPr/>
          </p:nvSpPr>
          <p:spPr>
            <a:xfrm>
              <a:off x="3512553" y="26508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7"/>
            <p:cNvSpPr/>
            <p:nvPr/>
          </p:nvSpPr>
          <p:spPr>
            <a:xfrm>
              <a:off x="3321686" y="27639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8"/>
            <p:cNvSpPr/>
            <p:nvPr/>
          </p:nvSpPr>
          <p:spPr>
            <a:xfrm>
              <a:off x="4190131" y="28802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39"/>
            <p:cNvSpPr/>
            <p:nvPr/>
          </p:nvSpPr>
          <p:spPr>
            <a:xfrm>
              <a:off x="3827484" y="29979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0"/>
            <p:cNvSpPr/>
            <p:nvPr/>
          </p:nvSpPr>
          <p:spPr>
            <a:xfrm>
              <a:off x="3913374" y="31041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1"/>
            <p:cNvSpPr/>
            <p:nvPr/>
          </p:nvSpPr>
          <p:spPr>
            <a:xfrm>
              <a:off x="4581409" y="31747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2"/>
            <p:cNvSpPr/>
            <p:nvPr/>
          </p:nvSpPr>
          <p:spPr>
            <a:xfrm>
              <a:off x="4781819" y="25181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3"/>
            <p:cNvSpPr/>
            <p:nvPr/>
          </p:nvSpPr>
          <p:spPr>
            <a:xfrm>
              <a:off x="3865657" y="24668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4"/>
            <p:cNvSpPr/>
            <p:nvPr/>
          </p:nvSpPr>
          <p:spPr>
            <a:xfrm>
              <a:off x="3636616" y="24143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5"/>
            <p:cNvSpPr/>
            <p:nvPr/>
          </p:nvSpPr>
          <p:spPr>
            <a:xfrm>
              <a:off x="3216709" y="23683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6"/>
            <p:cNvSpPr/>
            <p:nvPr/>
          </p:nvSpPr>
          <p:spPr>
            <a:xfrm>
              <a:off x="4056524" y="23282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7"/>
            <p:cNvSpPr/>
            <p:nvPr/>
          </p:nvSpPr>
          <p:spPr>
            <a:xfrm>
              <a:off x="2281459" y="22935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8"/>
            <p:cNvSpPr/>
            <p:nvPr/>
          </p:nvSpPr>
          <p:spPr>
            <a:xfrm>
              <a:off x="3273969" y="22649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49"/>
            <p:cNvSpPr/>
            <p:nvPr/>
          </p:nvSpPr>
          <p:spPr>
            <a:xfrm>
              <a:off x="1880638" y="22438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0"/>
            <p:cNvSpPr/>
            <p:nvPr/>
          </p:nvSpPr>
          <p:spPr>
            <a:xfrm>
              <a:off x="3980177" y="22317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1"/>
            <p:cNvSpPr/>
            <p:nvPr/>
          </p:nvSpPr>
          <p:spPr>
            <a:xfrm>
              <a:off x="3302599" y="22296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2"/>
            <p:cNvSpPr/>
            <p:nvPr/>
          </p:nvSpPr>
          <p:spPr>
            <a:xfrm>
              <a:off x="3264425" y="22381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3"/>
            <p:cNvSpPr/>
            <p:nvPr/>
          </p:nvSpPr>
          <p:spPr>
            <a:xfrm>
              <a:off x="1823378" y="22573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4"/>
            <p:cNvSpPr/>
            <p:nvPr/>
          </p:nvSpPr>
          <p:spPr>
            <a:xfrm>
              <a:off x="2453240" y="22872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5"/>
            <p:cNvSpPr/>
            <p:nvPr/>
          </p:nvSpPr>
          <p:spPr>
            <a:xfrm>
              <a:off x="3340772" y="23276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6"/>
            <p:cNvSpPr/>
            <p:nvPr/>
          </p:nvSpPr>
          <p:spPr>
            <a:xfrm>
              <a:off x="3770223" y="23784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7"/>
            <p:cNvSpPr/>
            <p:nvPr/>
          </p:nvSpPr>
          <p:spPr>
            <a:xfrm>
              <a:off x="3235795" y="24397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8"/>
            <p:cNvSpPr/>
            <p:nvPr/>
          </p:nvSpPr>
          <p:spPr>
            <a:xfrm>
              <a:off x="3865657" y="25111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59"/>
            <p:cNvSpPr/>
            <p:nvPr/>
          </p:nvSpPr>
          <p:spPr>
            <a:xfrm>
              <a:off x="4018351" y="25920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0"/>
            <p:cNvSpPr/>
            <p:nvPr/>
          </p:nvSpPr>
          <p:spPr>
            <a:xfrm>
              <a:off x="4142414" y="26812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1"/>
            <p:cNvSpPr/>
            <p:nvPr/>
          </p:nvSpPr>
          <p:spPr>
            <a:xfrm>
              <a:off x="3407576" y="27775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2"/>
            <p:cNvSpPr/>
            <p:nvPr/>
          </p:nvSpPr>
          <p:spPr>
            <a:xfrm>
              <a:off x="2882691" y="28793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3"/>
            <p:cNvSpPr/>
            <p:nvPr/>
          </p:nvSpPr>
          <p:spPr>
            <a:xfrm>
              <a:off x="3560269" y="29848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4"/>
            <p:cNvSpPr/>
            <p:nvPr/>
          </p:nvSpPr>
          <p:spPr>
            <a:xfrm>
              <a:off x="4304651" y="30924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5"/>
            <p:cNvSpPr/>
            <p:nvPr/>
          </p:nvSpPr>
          <p:spPr>
            <a:xfrm>
              <a:off x="5888849" y="31869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6"/>
            <p:cNvSpPr/>
            <p:nvPr/>
          </p:nvSpPr>
          <p:spPr>
            <a:xfrm>
              <a:off x="5163554" y="32371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7"/>
            <p:cNvSpPr/>
            <p:nvPr/>
          </p:nvSpPr>
          <p:spPr>
            <a:xfrm>
              <a:off x="2500957" y="35697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8"/>
            <p:cNvSpPr/>
            <p:nvPr/>
          </p:nvSpPr>
          <p:spPr>
            <a:xfrm>
              <a:off x="4027894" y="36046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69"/>
            <p:cNvSpPr/>
            <p:nvPr/>
          </p:nvSpPr>
          <p:spPr>
            <a:xfrm>
              <a:off x="2481870" y="26407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0"/>
            <p:cNvSpPr/>
            <p:nvPr/>
          </p:nvSpPr>
          <p:spPr>
            <a:xfrm>
              <a:off x="3226252" y="25896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1"/>
            <p:cNvSpPr/>
            <p:nvPr/>
          </p:nvSpPr>
          <p:spPr>
            <a:xfrm>
              <a:off x="1594338" y="25989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2"/>
            <p:cNvSpPr/>
            <p:nvPr/>
          </p:nvSpPr>
          <p:spPr>
            <a:xfrm>
              <a:off x="1861552" y="25636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3"/>
            <p:cNvSpPr/>
            <p:nvPr/>
          </p:nvSpPr>
          <p:spPr>
            <a:xfrm>
              <a:off x="1909268" y="25328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4"/>
            <p:cNvSpPr/>
            <p:nvPr/>
          </p:nvSpPr>
          <p:spPr>
            <a:xfrm>
              <a:off x="2415066" y="25073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5"/>
            <p:cNvSpPr/>
            <p:nvPr/>
          </p:nvSpPr>
          <p:spPr>
            <a:xfrm>
              <a:off x="2434153" y="24877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6"/>
            <p:cNvSpPr/>
            <p:nvPr/>
          </p:nvSpPr>
          <p:spPr>
            <a:xfrm>
              <a:off x="3140362" y="24751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7"/>
            <p:cNvSpPr/>
            <p:nvPr/>
          </p:nvSpPr>
          <p:spPr>
            <a:xfrm>
              <a:off x="1804292" y="24757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8"/>
            <p:cNvSpPr/>
            <p:nvPr/>
          </p:nvSpPr>
          <p:spPr>
            <a:xfrm>
              <a:off x="4743646" y="24897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79"/>
            <p:cNvSpPr/>
            <p:nvPr/>
          </p:nvSpPr>
          <p:spPr>
            <a:xfrm>
              <a:off x="1575251" y="25130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0"/>
            <p:cNvSpPr/>
            <p:nvPr/>
          </p:nvSpPr>
          <p:spPr>
            <a:xfrm>
              <a:off x="2605934" y="25454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1"/>
            <p:cNvSpPr/>
            <p:nvPr/>
          </p:nvSpPr>
          <p:spPr>
            <a:xfrm>
              <a:off x="3693876" y="25868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2"/>
            <p:cNvSpPr/>
            <p:nvPr/>
          </p:nvSpPr>
          <p:spPr>
            <a:xfrm>
              <a:off x="4247391" y="26371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3"/>
            <p:cNvSpPr/>
            <p:nvPr/>
          </p:nvSpPr>
          <p:spPr>
            <a:xfrm>
              <a:off x="3436206" y="26964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4"/>
            <p:cNvSpPr/>
            <p:nvPr/>
          </p:nvSpPr>
          <p:spPr>
            <a:xfrm>
              <a:off x="2529587" y="27643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5"/>
            <p:cNvSpPr/>
            <p:nvPr/>
          </p:nvSpPr>
          <p:spPr>
            <a:xfrm>
              <a:off x="3588900" y="28401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6"/>
            <p:cNvSpPr/>
            <p:nvPr/>
          </p:nvSpPr>
          <p:spPr>
            <a:xfrm>
              <a:off x="4810449" y="29228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7"/>
            <p:cNvSpPr/>
            <p:nvPr/>
          </p:nvSpPr>
          <p:spPr>
            <a:xfrm>
              <a:off x="4056524" y="30113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8"/>
            <p:cNvSpPr/>
            <p:nvPr/>
          </p:nvSpPr>
          <p:spPr>
            <a:xfrm>
              <a:off x="3703420" y="31041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89"/>
            <p:cNvSpPr/>
            <p:nvPr/>
          </p:nvSpPr>
          <p:spPr>
            <a:xfrm>
              <a:off x="4409628" y="31998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0"/>
            <p:cNvSpPr/>
            <p:nvPr/>
          </p:nvSpPr>
          <p:spPr>
            <a:xfrm>
              <a:off x="4581409" y="32808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1"/>
            <p:cNvSpPr/>
            <p:nvPr/>
          </p:nvSpPr>
          <p:spPr>
            <a:xfrm>
              <a:off x="2529587" y="33086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2"/>
            <p:cNvSpPr/>
            <p:nvPr/>
          </p:nvSpPr>
          <p:spPr>
            <a:xfrm>
              <a:off x="3369402" y="36870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3"/>
            <p:cNvSpPr/>
            <p:nvPr/>
          </p:nvSpPr>
          <p:spPr>
            <a:xfrm>
              <a:off x="2233743" y="37374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4"/>
            <p:cNvSpPr/>
            <p:nvPr/>
          </p:nvSpPr>
          <p:spPr>
            <a:xfrm>
              <a:off x="1460731" y="27741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5"/>
            <p:cNvSpPr/>
            <p:nvPr/>
          </p:nvSpPr>
          <p:spPr>
            <a:xfrm>
              <a:off x="2911321" y="27529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6"/>
            <p:cNvSpPr/>
            <p:nvPr/>
          </p:nvSpPr>
          <p:spPr>
            <a:xfrm>
              <a:off x="1575251" y="27236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7"/>
            <p:cNvSpPr/>
            <p:nvPr/>
          </p:nvSpPr>
          <p:spPr>
            <a:xfrm>
              <a:off x="3235795" y="27149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8"/>
            <p:cNvSpPr/>
            <p:nvPr/>
          </p:nvSpPr>
          <p:spPr>
            <a:xfrm>
              <a:off x="1976072" y="26979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199"/>
            <p:cNvSpPr/>
            <p:nvPr/>
          </p:nvSpPr>
          <p:spPr>
            <a:xfrm>
              <a:off x="3751137" y="26719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0"/>
            <p:cNvSpPr/>
            <p:nvPr/>
          </p:nvSpPr>
          <p:spPr>
            <a:xfrm>
              <a:off x="3560269" y="27202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1"/>
            <p:cNvSpPr/>
            <p:nvPr/>
          </p:nvSpPr>
          <p:spPr>
            <a:xfrm>
              <a:off x="2978125" y="27675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2"/>
            <p:cNvSpPr/>
            <p:nvPr/>
          </p:nvSpPr>
          <p:spPr>
            <a:xfrm>
              <a:off x="4944056" y="27995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3"/>
            <p:cNvSpPr/>
            <p:nvPr/>
          </p:nvSpPr>
          <p:spPr>
            <a:xfrm>
              <a:off x="3541183" y="28393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4"/>
            <p:cNvSpPr/>
            <p:nvPr/>
          </p:nvSpPr>
          <p:spPr>
            <a:xfrm>
              <a:off x="3722507" y="28868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5"/>
            <p:cNvSpPr/>
            <p:nvPr/>
          </p:nvSpPr>
          <p:spPr>
            <a:xfrm>
              <a:off x="3178535" y="29418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6"/>
            <p:cNvSpPr/>
            <p:nvPr/>
          </p:nvSpPr>
          <p:spPr>
            <a:xfrm>
              <a:off x="2854061" y="30040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7"/>
            <p:cNvSpPr/>
            <p:nvPr/>
          </p:nvSpPr>
          <p:spPr>
            <a:xfrm>
              <a:off x="4896340" y="30727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8"/>
            <p:cNvSpPr/>
            <p:nvPr/>
          </p:nvSpPr>
          <p:spPr>
            <a:xfrm>
              <a:off x="5163554" y="31444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09"/>
            <p:cNvSpPr/>
            <p:nvPr/>
          </p:nvSpPr>
          <p:spPr>
            <a:xfrm>
              <a:off x="5134924" y="32246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0"/>
            <p:cNvSpPr/>
            <p:nvPr/>
          </p:nvSpPr>
          <p:spPr>
            <a:xfrm>
              <a:off x="4581409" y="33002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1"/>
            <p:cNvSpPr/>
            <p:nvPr/>
          </p:nvSpPr>
          <p:spPr>
            <a:xfrm>
              <a:off x="4552779" y="33625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2"/>
            <p:cNvSpPr/>
            <p:nvPr/>
          </p:nvSpPr>
          <p:spPr>
            <a:xfrm>
              <a:off x="3684333" y="33856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3"/>
            <p:cNvSpPr/>
            <p:nvPr/>
          </p:nvSpPr>
          <p:spPr>
            <a:xfrm>
              <a:off x="3083102" y="37608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4"/>
            <p:cNvSpPr/>
            <p:nvPr/>
          </p:nvSpPr>
          <p:spPr>
            <a:xfrm>
              <a:off x="2615477" y="38204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5"/>
            <p:cNvSpPr/>
            <p:nvPr/>
          </p:nvSpPr>
          <p:spPr>
            <a:xfrm>
              <a:off x="1995159" y="29798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6"/>
            <p:cNvSpPr/>
            <p:nvPr/>
          </p:nvSpPr>
          <p:spPr>
            <a:xfrm>
              <a:off x="3016298" y="29802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7"/>
            <p:cNvSpPr/>
            <p:nvPr/>
          </p:nvSpPr>
          <p:spPr>
            <a:xfrm>
              <a:off x="3741593" y="29726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8"/>
            <p:cNvSpPr/>
            <p:nvPr/>
          </p:nvSpPr>
          <p:spPr>
            <a:xfrm>
              <a:off x="2271916" y="29152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19"/>
            <p:cNvSpPr/>
            <p:nvPr/>
          </p:nvSpPr>
          <p:spPr>
            <a:xfrm>
              <a:off x="1479817" y="28582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0"/>
            <p:cNvSpPr/>
            <p:nvPr/>
          </p:nvSpPr>
          <p:spPr>
            <a:xfrm>
              <a:off x="4295108" y="29763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1"/>
            <p:cNvSpPr/>
            <p:nvPr/>
          </p:nvSpPr>
          <p:spPr>
            <a:xfrm>
              <a:off x="4724559" y="30041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2"/>
            <p:cNvSpPr/>
            <p:nvPr/>
          </p:nvSpPr>
          <p:spPr>
            <a:xfrm>
              <a:off x="4667299" y="30352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3"/>
            <p:cNvSpPr/>
            <p:nvPr/>
          </p:nvSpPr>
          <p:spPr>
            <a:xfrm>
              <a:off x="3168992" y="30723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4"/>
            <p:cNvSpPr/>
            <p:nvPr/>
          </p:nvSpPr>
          <p:spPr>
            <a:xfrm>
              <a:off x="3035385" y="31157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5"/>
            <p:cNvSpPr/>
            <p:nvPr/>
          </p:nvSpPr>
          <p:spPr>
            <a:xfrm>
              <a:off x="3321686" y="31653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6"/>
            <p:cNvSpPr/>
            <p:nvPr/>
          </p:nvSpPr>
          <p:spPr>
            <a:xfrm>
              <a:off x="2873148" y="32207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7"/>
            <p:cNvSpPr/>
            <p:nvPr/>
          </p:nvSpPr>
          <p:spPr>
            <a:xfrm>
              <a:off x="4619582" y="32749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8"/>
            <p:cNvSpPr/>
            <p:nvPr/>
          </p:nvSpPr>
          <p:spPr>
            <a:xfrm>
              <a:off x="4466889" y="33129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29"/>
            <p:cNvSpPr/>
            <p:nvPr/>
          </p:nvSpPr>
          <p:spPr>
            <a:xfrm>
              <a:off x="5411681" y="33527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0"/>
            <p:cNvSpPr/>
            <p:nvPr/>
          </p:nvSpPr>
          <p:spPr>
            <a:xfrm>
              <a:off x="2052419" y="38547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1"/>
            <p:cNvSpPr/>
            <p:nvPr/>
          </p:nvSpPr>
          <p:spPr>
            <a:xfrm>
              <a:off x="2586847" y="39144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2"/>
            <p:cNvSpPr/>
            <p:nvPr/>
          </p:nvSpPr>
          <p:spPr>
            <a:xfrm>
              <a:off x="1966529" y="40105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3"/>
            <p:cNvSpPr/>
            <p:nvPr/>
          </p:nvSpPr>
          <p:spPr>
            <a:xfrm>
              <a:off x="2081049" y="31315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4"/>
            <p:cNvSpPr/>
            <p:nvPr/>
          </p:nvSpPr>
          <p:spPr>
            <a:xfrm>
              <a:off x="3083102" y="31389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t1235"/>
            <p:cNvSpPr/>
            <p:nvPr/>
          </p:nvSpPr>
          <p:spPr>
            <a:xfrm>
              <a:off x="2920864" y="31604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t1236"/>
            <p:cNvSpPr/>
            <p:nvPr/>
          </p:nvSpPr>
          <p:spPr>
            <a:xfrm>
              <a:off x="1785205" y="31485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t1237"/>
            <p:cNvSpPr/>
            <p:nvPr/>
          </p:nvSpPr>
          <p:spPr>
            <a:xfrm>
              <a:off x="3732050" y="31828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t1238"/>
            <p:cNvSpPr/>
            <p:nvPr/>
          </p:nvSpPr>
          <p:spPr>
            <a:xfrm>
              <a:off x="5144467" y="32319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t1239"/>
            <p:cNvSpPr/>
            <p:nvPr/>
          </p:nvSpPr>
          <p:spPr>
            <a:xfrm>
              <a:off x="4724559" y="33158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t1240"/>
            <p:cNvSpPr/>
            <p:nvPr/>
          </p:nvSpPr>
          <p:spPr>
            <a:xfrm>
              <a:off x="3732050" y="33310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t1241"/>
            <p:cNvSpPr/>
            <p:nvPr/>
          </p:nvSpPr>
          <p:spPr>
            <a:xfrm>
              <a:off x="4304651" y="33502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t1242"/>
            <p:cNvSpPr/>
            <p:nvPr/>
          </p:nvSpPr>
          <p:spPr>
            <a:xfrm>
              <a:off x="2395980" y="33934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t1243"/>
            <p:cNvSpPr/>
            <p:nvPr/>
          </p:nvSpPr>
          <p:spPr>
            <a:xfrm>
              <a:off x="4505062" y="35041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t1244"/>
            <p:cNvSpPr/>
            <p:nvPr/>
          </p:nvSpPr>
          <p:spPr>
            <a:xfrm>
              <a:off x="2701367" y="35012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t1245"/>
            <p:cNvSpPr/>
            <p:nvPr/>
          </p:nvSpPr>
          <p:spPr>
            <a:xfrm>
              <a:off x="4037437" y="36920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t1246"/>
            <p:cNvSpPr/>
            <p:nvPr/>
          </p:nvSpPr>
          <p:spPr>
            <a:xfrm>
              <a:off x="4151958" y="36964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t1247"/>
            <p:cNvSpPr/>
            <p:nvPr/>
          </p:nvSpPr>
          <p:spPr>
            <a:xfrm>
              <a:off x="3856114" y="3712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t1248"/>
            <p:cNvSpPr/>
            <p:nvPr/>
          </p:nvSpPr>
          <p:spPr>
            <a:xfrm>
              <a:off x="3369402" y="37774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t1249"/>
            <p:cNvSpPr/>
            <p:nvPr/>
          </p:nvSpPr>
          <p:spPr>
            <a:xfrm>
              <a:off x="4409628" y="38012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t1250"/>
            <p:cNvSpPr/>
            <p:nvPr/>
          </p:nvSpPr>
          <p:spPr>
            <a:xfrm>
              <a:off x="4314195" y="38221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t1251"/>
            <p:cNvSpPr/>
            <p:nvPr/>
          </p:nvSpPr>
          <p:spPr>
            <a:xfrm>
              <a:off x="2739541" y="38069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t1252"/>
            <p:cNvSpPr/>
            <p:nvPr/>
          </p:nvSpPr>
          <p:spPr>
            <a:xfrm>
              <a:off x="4085154" y="38965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t1253"/>
            <p:cNvSpPr/>
            <p:nvPr/>
          </p:nvSpPr>
          <p:spPr>
            <a:xfrm>
              <a:off x="3999264" y="39097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l1254"/>
            <p:cNvSpPr/>
            <p:nvPr/>
          </p:nvSpPr>
          <p:spPr>
            <a:xfrm>
              <a:off x="964491" y="1397033"/>
              <a:ext cx="4943459" cy="3364879"/>
            </a:xfrm>
            <a:custGeom>
              <a:avLst/>
              <a:pathLst>
                <a:path w="4943459" h="3364879">
                  <a:moveTo>
                    <a:pt x="0" y="3364879"/>
                  </a:moveTo>
                  <a:lnTo>
                    <a:pt x="62575" y="3322286"/>
                  </a:lnTo>
                  <a:lnTo>
                    <a:pt x="125150" y="3279692"/>
                  </a:lnTo>
                  <a:lnTo>
                    <a:pt x="187726" y="3237099"/>
                  </a:lnTo>
                  <a:lnTo>
                    <a:pt x="250301" y="3194506"/>
                  </a:lnTo>
                  <a:lnTo>
                    <a:pt x="312877" y="3151912"/>
                  </a:lnTo>
                  <a:lnTo>
                    <a:pt x="375452" y="3109319"/>
                  </a:lnTo>
                  <a:lnTo>
                    <a:pt x="438028" y="3066725"/>
                  </a:lnTo>
                  <a:lnTo>
                    <a:pt x="500603" y="3024132"/>
                  </a:lnTo>
                  <a:lnTo>
                    <a:pt x="563178" y="2981539"/>
                  </a:lnTo>
                  <a:lnTo>
                    <a:pt x="625754" y="2938945"/>
                  </a:lnTo>
                  <a:lnTo>
                    <a:pt x="688329" y="2896352"/>
                  </a:lnTo>
                  <a:lnTo>
                    <a:pt x="750905" y="2853758"/>
                  </a:lnTo>
                  <a:lnTo>
                    <a:pt x="813480" y="2811165"/>
                  </a:lnTo>
                  <a:lnTo>
                    <a:pt x="876056" y="2768572"/>
                  </a:lnTo>
                  <a:lnTo>
                    <a:pt x="938631" y="2725978"/>
                  </a:lnTo>
                  <a:lnTo>
                    <a:pt x="1001207" y="2683385"/>
                  </a:lnTo>
                  <a:lnTo>
                    <a:pt x="1063782" y="2640791"/>
                  </a:lnTo>
                  <a:lnTo>
                    <a:pt x="1126357" y="2598198"/>
                  </a:lnTo>
                  <a:lnTo>
                    <a:pt x="1188933" y="2555604"/>
                  </a:lnTo>
                  <a:lnTo>
                    <a:pt x="1251508" y="2513011"/>
                  </a:lnTo>
                  <a:lnTo>
                    <a:pt x="1314084" y="2470418"/>
                  </a:lnTo>
                  <a:lnTo>
                    <a:pt x="1376659" y="2427824"/>
                  </a:lnTo>
                  <a:lnTo>
                    <a:pt x="1439235" y="2385231"/>
                  </a:lnTo>
                  <a:lnTo>
                    <a:pt x="1501810" y="2342637"/>
                  </a:lnTo>
                  <a:lnTo>
                    <a:pt x="1564385" y="2300044"/>
                  </a:lnTo>
                  <a:lnTo>
                    <a:pt x="1626961" y="2257451"/>
                  </a:lnTo>
                  <a:lnTo>
                    <a:pt x="1689536" y="2214857"/>
                  </a:lnTo>
                  <a:lnTo>
                    <a:pt x="1752112" y="2172264"/>
                  </a:lnTo>
                  <a:lnTo>
                    <a:pt x="1814687" y="2129670"/>
                  </a:lnTo>
                  <a:lnTo>
                    <a:pt x="1877263" y="2087077"/>
                  </a:lnTo>
                  <a:lnTo>
                    <a:pt x="1939838" y="2044483"/>
                  </a:lnTo>
                  <a:lnTo>
                    <a:pt x="2002414" y="2001890"/>
                  </a:lnTo>
                  <a:lnTo>
                    <a:pt x="2064989" y="1959297"/>
                  </a:lnTo>
                  <a:lnTo>
                    <a:pt x="2127564" y="1916703"/>
                  </a:lnTo>
                  <a:lnTo>
                    <a:pt x="2190140" y="1874110"/>
                  </a:lnTo>
                  <a:lnTo>
                    <a:pt x="2252715" y="1831516"/>
                  </a:lnTo>
                  <a:lnTo>
                    <a:pt x="2315291" y="1788923"/>
                  </a:lnTo>
                  <a:lnTo>
                    <a:pt x="2377866" y="1746330"/>
                  </a:lnTo>
                  <a:lnTo>
                    <a:pt x="2440442" y="1703736"/>
                  </a:lnTo>
                  <a:lnTo>
                    <a:pt x="2503017" y="1661143"/>
                  </a:lnTo>
                  <a:lnTo>
                    <a:pt x="2565592" y="1618549"/>
                  </a:lnTo>
                  <a:lnTo>
                    <a:pt x="2628168" y="1575956"/>
                  </a:lnTo>
                  <a:lnTo>
                    <a:pt x="2690743" y="1533362"/>
                  </a:lnTo>
                  <a:lnTo>
                    <a:pt x="2753319" y="1490769"/>
                  </a:lnTo>
                  <a:lnTo>
                    <a:pt x="2815894" y="1448176"/>
                  </a:lnTo>
                  <a:lnTo>
                    <a:pt x="2878470" y="1405582"/>
                  </a:lnTo>
                  <a:lnTo>
                    <a:pt x="2941045" y="1362989"/>
                  </a:lnTo>
                  <a:lnTo>
                    <a:pt x="3003621" y="1320395"/>
                  </a:lnTo>
                  <a:lnTo>
                    <a:pt x="3066196" y="1277802"/>
                  </a:lnTo>
                  <a:lnTo>
                    <a:pt x="3128771" y="1235209"/>
                  </a:lnTo>
                  <a:lnTo>
                    <a:pt x="3191347" y="1192615"/>
                  </a:lnTo>
                  <a:lnTo>
                    <a:pt x="3253922" y="1150022"/>
                  </a:lnTo>
                  <a:lnTo>
                    <a:pt x="3316498" y="1107428"/>
                  </a:lnTo>
                  <a:lnTo>
                    <a:pt x="3379073" y="1064835"/>
                  </a:lnTo>
                  <a:lnTo>
                    <a:pt x="3441649" y="1022241"/>
                  </a:lnTo>
                  <a:lnTo>
                    <a:pt x="3504224" y="979648"/>
                  </a:lnTo>
                  <a:lnTo>
                    <a:pt x="3566799" y="937055"/>
                  </a:lnTo>
                  <a:lnTo>
                    <a:pt x="3629375" y="894461"/>
                  </a:lnTo>
                  <a:lnTo>
                    <a:pt x="3691950" y="851868"/>
                  </a:lnTo>
                  <a:lnTo>
                    <a:pt x="3754526" y="809274"/>
                  </a:lnTo>
                  <a:lnTo>
                    <a:pt x="3817101" y="766681"/>
                  </a:lnTo>
                  <a:lnTo>
                    <a:pt x="3879677" y="724088"/>
                  </a:lnTo>
                  <a:lnTo>
                    <a:pt x="3942252" y="681494"/>
                  </a:lnTo>
                  <a:lnTo>
                    <a:pt x="4004828" y="638901"/>
                  </a:lnTo>
                  <a:lnTo>
                    <a:pt x="4067403" y="596307"/>
                  </a:lnTo>
                  <a:lnTo>
                    <a:pt x="4129978" y="553714"/>
                  </a:lnTo>
                  <a:lnTo>
                    <a:pt x="4192554" y="511120"/>
                  </a:lnTo>
                  <a:lnTo>
                    <a:pt x="4255129" y="468527"/>
                  </a:lnTo>
                  <a:lnTo>
                    <a:pt x="4317705" y="425934"/>
                  </a:lnTo>
                  <a:lnTo>
                    <a:pt x="4380280" y="383340"/>
                  </a:lnTo>
                  <a:lnTo>
                    <a:pt x="4442856" y="340747"/>
                  </a:lnTo>
                  <a:lnTo>
                    <a:pt x="4505431" y="298153"/>
                  </a:lnTo>
                  <a:lnTo>
                    <a:pt x="4568006" y="255560"/>
                  </a:lnTo>
                  <a:lnTo>
                    <a:pt x="4630582" y="212967"/>
                  </a:lnTo>
                  <a:lnTo>
                    <a:pt x="4693157" y="170373"/>
                  </a:lnTo>
                  <a:lnTo>
                    <a:pt x="4755733" y="127780"/>
                  </a:lnTo>
                  <a:lnTo>
                    <a:pt x="4818308" y="85186"/>
                  </a:lnTo>
                  <a:lnTo>
                    <a:pt x="4880884" y="42593"/>
                  </a:lnTo>
                  <a:lnTo>
                    <a:pt x="4943459" y="0"/>
                  </a:lnTo>
                </a:path>
              </a:pathLst>
            </a:custGeom>
            <a:ln w="14905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tx1255"/>
            <p:cNvSpPr/>
            <p:nvPr/>
          </p:nvSpPr>
          <p:spPr>
            <a:xfrm>
              <a:off x="1441659" y="1669412"/>
              <a:ext cx="1026413" cy="685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3" i="0" b="0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Direction flips: 37 / 1247</a:t>
              </a:r>
            </a:p>
          </p:txBody>
        </p:sp>
        <p:sp>
          <p:nvSpPr>
            <p:cNvPr id="1257" name="rc1256"/>
            <p:cNvSpPr/>
            <p:nvPr/>
          </p:nvSpPr>
          <p:spPr>
            <a:xfrm>
              <a:off x="6368588" y="1184274"/>
              <a:ext cx="5437805" cy="468069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8" name="pl1257"/>
            <p:cNvSpPr/>
            <p:nvPr/>
          </p:nvSpPr>
          <p:spPr>
            <a:xfrm>
              <a:off x="7133396" y="1184274"/>
              <a:ext cx="798776" cy="4680694"/>
            </a:xfrm>
            <a:custGeom>
              <a:avLst/>
              <a:pathLst>
                <a:path w="798776" h="4680694">
                  <a:moveTo>
                    <a:pt x="0" y="4680694"/>
                  </a:moveTo>
                  <a:lnTo>
                    <a:pt x="798776" y="0"/>
                  </a:lnTo>
                </a:path>
              </a:pathLst>
            </a:custGeom>
            <a:ln w="12195" cap="flat">
              <a:solidFill>
                <a:srgbClr val="8F9BA4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59" name="pt1258"/>
            <p:cNvSpPr/>
            <p:nvPr/>
          </p:nvSpPr>
          <p:spPr>
            <a:xfrm>
              <a:off x="7054859" y="46655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59"/>
            <p:cNvSpPr/>
            <p:nvPr/>
          </p:nvSpPr>
          <p:spPr>
            <a:xfrm>
              <a:off x="7177046" y="44867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0"/>
            <p:cNvSpPr/>
            <p:nvPr/>
          </p:nvSpPr>
          <p:spPr>
            <a:xfrm>
              <a:off x="7222865" y="44964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1"/>
            <p:cNvSpPr/>
            <p:nvPr/>
          </p:nvSpPr>
          <p:spPr>
            <a:xfrm>
              <a:off x="7278868" y="43828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2"/>
            <p:cNvSpPr/>
            <p:nvPr/>
          </p:nvSpPr>
          <p:spPr>
            <a:xfrm>
              <a:off x="7787978" y="43106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3"/>
            <p:cNvSpPr/>
            <p:nvPr/>
          </p:nvSpPr>
          <p:spPr>
            <a:xfrm>
              <a:off x="7380690" y="50599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4"/>
            <p:cNvSpPr/>
            <p:nvPr/>
          </p:nvSpPr>
          <p:spPr>
            <a:xfrm>
              <a:off x="7915255" y="44034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5"/>
            <p:cNvSpPr/>
            <p:nvPr/>
          </p:nvSpPr>
          <p:spPr>
            <a:xfrm>
              <a:off x="7828707" y="43543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6"/>
            <p:cNvSpPr/>
            <p:nvPr/>
          </p:nvSpPr>
          <p:spPr>
            <a:xfrm>
              <a:off x="7151590" y="43585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7"/>
            <p:cNvSpPr/>
            <p:nvPr/>
          </p:nvSpPr>
          <p:spPr>
            <a:xfrm>
              <a:off x="7003948" y="43215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8"/>
            <p:cNvSpPr/>
            <p:nvPr/>
          </p:nvSpPr>
          <p:spPr>
            <a:xfrm>
              <a:off x="7136317" y="45433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69"/>
            <p:cNvSpPr/>
            <p:nvPr/>
          </p:nvSpPr>
          <p:spPr>
            <a:xfrm>
              <a:off x="7411236" y="45484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0"/>
            <p:cNvSpPr/>
            <p:nvPr/>
          </p:nvSpPr>
          <p:spPr>
            <a:xfrm>
              <a:off x="7187228" y="47752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1"/>
            <p:cNvSpPr/>
            <p:nvPr/>
          </p:nvSpPr>
          <p:spPr>
            <a:xfrm>
              <a:off x="7523240" y="48262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2"/>
            <p:cNvSpPr/>
            <p:nvPr/>
          </p:nvSpPr>
          <p:spPr>
            <a:xfrm>
              <a:off x="7065041" y="46090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3"/>
            <p:cNvSpPr/>
            <p:nvPr/>
          </p:nvSpPr>
          <p:spPr>
            <a:xfrm>
              <a:off x="7003948" y="44821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4"/>
            <p:cNvSpPr/>
            <p:nvPr/>
          </p:nvSpPr>
          <p:spPr>
            <a:xfrm>
              <a:off x="7299232" y="45400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5"/>
            <p:cNvSpPr/>
            <p:nvPr/>
          </p:nvSpPr>
          <p:spPr>
            <a:xfrm>
              <a:off x="7156681" y="44314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6"/>
            <p:cNvSpPr/>
            <p:nvPr/>
          </p:nvSpPr>
          <p:spPr>
            <a:xfrm>
              <a:off x="7584334" y="42208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7"/>
            <p:cNvSpPr/>
            <p:nvPr/>
          </p:nvSpPr>
          <p:spPr>
            <a:xfrm>
              <a:off x="7686156" y="42139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8"/>
            <p:cNvSpPr/>
            <p:nvPr/>
          </p:nvSpPr>
          <p:spPr>
            <a:xfrm>
              <a:off x="8271632" y="41694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79"/>
            <p:cNvSpPr/>
            <p:nvPr/>
          </p:nvSpPr>
          <p:spPr>
            <a:xfrm>
              <a:off x="6596660" y="418235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0"/>
            <p:cNvSpPr/>
            <p:nvPr/>
          </p:nvSpPr>
          <p:spPr>
            <a:xfrm>
              <a:off x="7003948" y="48285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1"/>
            <p:cNvSpPr/>
            <p:nvPr/>
          </p:nvSpPr>
          <p:spPr>
            <a:xfrm>
              <a:off x="7299232" y="48059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2"/>
            <p:cNvSpPr/>
            <p:nvPr/>
          </p:nvSpPr>
          <p:spPr>
            <a:xfrm>
              <a:off x="6744302" y="425018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3"/>
            <p:cNvSpPr/>
            <p:nvPr/>
          </p:nvSpPr>
          <p:spPr>
            <a:xfrm>
              <a:off x="7686156" y="43720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4"/>
            <p:cNvSpPr/>
            <p:nvPr/>
          </p:nvSpPr>
          <p:spPr>
            <a:xfrm>
              <a:off x="7100679" y="43725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5"/>
            <p:cNvSpPr/>
            <p:nvPr/>
          </p:nvSpPr>
          <p:spPr>
            <a:xfrm>
              <a:off x="7115952" y="42132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6"/>
            <p:cNvSpPr/>
            <p:nvPr/>
          </p:nvSpPr>
          <p:spPr>
            <a:xfrm>
              <a:off x="7579243" y="42985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7"/>
            <p:cNvSpPr/>
            <p:nvPr/>
          </p:nvSpPr>
          <p:spPr>
            <a:xfrm>
              <a:off x="7879618" y="42105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8"/>
            <p:cNvSpPr/>
            <p:nvPr/>
          </p:nvSpPr>
          <p:spPr>
            <a:xfrm>
              <a:off x="7854162" y="42682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89"/>
            <p:cNvSpPr/>
            <p:nvPr/>
          </p:nvSpPr>
          <p:spPr>
            <a:xfrm>
              <a:off x="8032351" y="43954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0"/>
            <p:cNvSpPr/>
            <p:nvPr/>
          </p:nvSpPr>
          <p:spPr>
            <a:xfrm>
              <a:off x="8073079" y="44863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1"/>
            <p:cNvSpPr/>
            <p:nvPr/>
          </p:nvSpPr>
          <p:spPr>
            <a:xfrm>
              <a:off x="7869435" y="44654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2"/>
            <p:cNvSpPr/>
            <p:nvPr/>
          </p:nvSpPr>
          <p:spPr>
            <a:xfrm>
              <a:off x="9406948" y="43032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3"/>
            <p:cNvSpPr/>
            <p:nvPr/>
          </p:nvSpPr>
          <p:spPr>
            <a:xfrm>
              <a:off x="7309414" y="43779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4"/>
            <p:cNvSpPr/>
            <p:nvPr/>
          </p:nvSpPr>
          <p:spPr>
            <a:xfrm>
              <a:off x="7105770" y="49262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5"/>
            <p:cNvSpPr/>
            <p:nvPr/>
          </p:nvSpPr>
          <p:spPr>
            <a:xfrm>
              <a:off x="7334870" y="47318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6"/>
            <p:cNvSpPr/>
            <p:nvPr/>
          </p:nvSpPr>
          <p:spPr>
            <a:xfrm>
              <a:off x="7075224" y="48600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7"/>
            <p:cNvSpPr/>
            <p:nvPr/>
          </p:nvSpPr>
          <p:spPr>
            <a:xfrm>
              <a:off x="8668738" y="49582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8"/>
            <p:cNvSpPr/>
            <p:nvPr/>
          </p:nvSpPr>
          <p:spPr>
            <a:xfrm>
              <a:off x="7843980" y="50722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299"/>
            <p:cNvSpPr/>
            <p:nvPr/>
          </p:nvSpPr>
          <p:spPr>
            <a:xfrm>
              <a:off x="7105770" y="48054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0"/>
            <p:cNvSpPr/>
            <p:nvPr/>
          </p:nvSpPr>
          <p:spPr>
            <a:xfrm>
              <a:off x="8337817" y="47887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1"/>
            <p:cNvSpPr/>
            <p:nvPr/>
          </p:nvSpPr>
          <p:spPr>
            <a:xfrm>
              <a:off x="7182137" y="45939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2"/>
            <p:cNvSpPr/>
            <p:nvPr/>
          </p:nvSpPr>
          <p:spPr>
            <a:xfrm>
              <a:off x="8159628" y="46705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3"/>
            <p:cNvSpPr/>
            <p:nvPr/>
          </p:nvSpPr>
          <p:spPr>
            <a:xfrm>
              <a:off x="8495641" y="46219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4"/>
            <p:cNvSpPr/>
            <p:nvPr/>
          </p:nvSpPr>
          <p:spPr>
            <a:xfrm>
              <a:off x="7462147" y="46234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5"/>
            <p:cNvSpPr/>
            <p:nvPr/>
          </p:nvSpPr>
          <p:spPr>
            <a:xfrm>
              <a:off x="6993766" y="429860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6"/>
            <p:cNvSpPr/>
            <p:nvPr/>
          </p:nvSpPr>
          <p:spPr>
            <a:xfrm>
              <a:off x="7329779" y="45899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7"/>
            <p:cNvSpPr/>
            <p:nvPr/>
          </p:nvSpPr>
          <p:spPr>
            <a:xfrm>
              <a:off x="7472329" y="50098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8"/>
            <p:cNvSpPr/>
            <p:nvPr/>
          </p:nvSpPr>
          <p:spPr>
            <a:xfrm>
              <a:off x="7105770" y="50055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09"/>
            <p:cNvSpPr/>
            <p:nvPr/>
          </p:nvSpPr>
          <p:spPr>
            <a:xfrm>
              <a:off x="7380690" y="44110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0"/>
            <p:cNvSpPr/>
            <p:nvPr/>
          </p:nvSpPr>
          <p:spPr>
            <a:xfrm>
              <a:off x="8027260" y="51107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1"/>
            <p:cNvSpPr/>
            <p:nvPr/>
          </p:nvSpPr>
          <p:spPr>
            <a:xfrm>
              <a:off x="8897838" y="50829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2"/>
            <p:cNvSpPr/>
            <p:nvPr/>
          </p:nvSpPr>
          <p:spPr>
            <a:xfrm>
              <a:off x="8332726" y="50380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3"/>
            <p:cNvSpPr/>
            <p:nvPr/>
          </p:nvSpPr>
          <p:spPr>
            <a:xfrm>
              <a:off x="7660700" y="50529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4"/>
            <p:cNvSpPr/>
            <p:nvPr/>
          </p:nvSpPr>
          <p:spPr>
            <a:xfrm>
              <a:off x="7034495" y="44850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5"/>
            <p:cNvSpPr/>
            <p:nvPr/>
          </p:nvSpPr>
          <p:spPr>
            <a:xfrm>
              <a:off x="8388728" y="45570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6"/>
            <p:cNvSpPr/>
            <p:nvPr/>
          </p:nvSpPr>
          <p:spPr>
            <a:xfrm>
              <a:off x="7726885" y="45169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7"/>
            <p:cNvSpPr/>
            <p:nvPr/>
          </p:nvSpPr>
          <p:spPr>
            <a:xfrm>
              <a:off x="7059950" y="46059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8"/>
            <p:cNvSpPr/>
            <p:nvPr/>
          </p:nvSpPr>
          <p:spPr>
            <a:xfrm>
              <a:off x="7146499" y="45297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19"/>
            <p:cNvSpPr/>
            <p:nvPr/>
          </p:nvSpPr>
          <p:spPr>
            <a:xfrm>
              <a:off x="7105770" y="48096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0"/>
            <p:cNvSpPr/>
            <p:nvPr/>
          </p:nvSpPr>
          <p:spPr>
            <a:xfrm>
              <a:off x="7146499" y="46251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1"/>
            <p:cNvSpPr/>
            <p:nvPr/>
          </p:nvSpPr>
          <p:spPr>
            <a:xfrm>
              <a:off x="7263594" y="45822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2"/>
            <p:cNvSpPr/>
            <p:nvPr/>
          </p:nvSpPr>
          <p:spPr>
            <a:xfrm>
              <a:off x="7187228" y="40864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3"/>
            <p:cNvSpPr/>
            <p:nvPr/>
          </p:nvSpPr>
          <p:spPr>
            <a:xfrm>
              <a:off x="7151590" y="44134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4"/>
            <p:cNvSpPr/>
            <p:nvPr/>
          </p:nvSpPr>
          <p:spPr>
            <a:xfrm>
              <a:off x="7248321" y="44645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5"/>
            <p:cNvSpPr/>
            <p:nvPr/>
          </p:nvSpPr>
          <p:spPr>
            <a:xfrm>
              <a:off x="8032351" y="44292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6"/>
            <p:cNvSpPr/>
            <p:nvPr/>
          </p:nvSpPr>
          <p:spPr>
            <a:xfrm>
              <a:off x="7579243" y="45938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7"/>
            <p:cNvSpPr/>
            <p:nvPr/>
          </p:nvSpPr>
          <p:spPr>
            <a:xfrm>
              <a:off x="7115952" y="43648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8"/>
            <p:cNvSpPr/>
            <p:nvPr/>
          </p:nvSpPr>
          <p:spPr>
            <a:xfrm>
              <a:off x="7431601" y="46458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29"/>
            <p:cNvSpPr/>
            <p:nvPr/>
          </p:nvSpPr>
          <p:spPr>
            <a:xfrm>
              <a:off x="7731976" y="51755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0"/>
            <p:cNvSpPr/>
            <p:nvPr/>
          </p:nvSpPr>
          <p:spPr>
            <a:xfrm>
              <a:off x="9060753" y="50943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1"/>
            <p:cNvSpPr/>
            <p:nvPr/>
          </p:nvSpPr>
          <p:spPr>
            <a:xfrm>
              <a:off x="8877473" y="50831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2"/>
            <p:cNvSpPr/>
            <p:nvPr/>
          </p:nvSpPr>
          <p:spPr>
            <a:xfrm>
              <a:off x="9137120" y="50074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3"/>
            <p:cNvSpPr/>
            <p:nvPr/>
          </p:nvSpPr>
          <p:spPr>
            <a:xfrm>
              <a:off x="6866488" y="489452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4"/>
            <p:cNvSpPr/>
            <p:nvPr/>
          </p:nvSpPr>
          <p:spPr>
            <a:xfrm>
              <a:off x="7329779" y="48223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5"/>
            <p:cNvSpPr/>
            <p:nvPr/>
          </p:nvSpPr>
          <p:spPr>
            <a:xfrm>
              <a:off x="7309414" y="46327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6"/>
            <p:cNvSpPr/>
            <p:nvPr/>
          </p:nvSpPr>
          <p:spPr>
            <a:xfrm>
              <a:off x="7034495" y="47351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7"/>
            <p:cNvSpPr/>
            <p:nvPr/>
          </p:nvSpPr>
          <p:spPr>
            <a:xfrm>
              <a:off x="7278868" y="46648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8"/>
            <p:cNvSpPr/>
            <p:nvPr/>
          </p:nvSpPr>
          <p:spPr>
            <a:xfrm>
              <a:off x="8149446" y="44945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39"/>
            <p:cNvSpPr/>
            <p:nvPr/>
          </p:nvSpPr>
          <p:spPr>
            <a:xfrm>
              <a:off x="7192319" y="47017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0"/>
            <p:cNvSpPr/>
            <p:nvPr/>
          </p:nvSpPr>
          <p:spPr>
            <a:xfrm>
              <a:off x="7258503" y="49842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1"/>
            <p:cNvSpPr/>
            <p:nvPr/>
          </p:nvSpPr>
          <p:spPr>
            <a:xfrm>
              <a:off x="7329779" y="49432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2"/>
            <p:cNvSpPr/>
            <p:nvPr/>
          </p:nvSpPr>
          <p:spPr>
            <a:xfrm>
              <a:off x="7034495" y="49916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3"/>
            <p:cNvSpPr/>
            <p:nvPr/>
          </p:nvSpPr>
          <p:spPr>
            <a:xfrm>
              <a:off x="7080315" y="49424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4"/>
            <p:cNvSpPr/>
            <p:nvPr/>
          </p:nvSpPr>
          <p:spPr>
            <a:xfrm>
              <a:off x="8460003" y="53188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5"/>
            <p:cNvSpPr/>
            <p:nvPr/>
          </p:nvSpPr>
          <p:spPr>
            <a:xfrm>
              <a:off x="8388728" y="51263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6"/>
            <p:cNvSpPr/>
            <p:nvPr/>
          </p:nvSpPr>
          <p:spPr>
            <a:xfrm>
              <a:off x="7513058" y="49888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7"/>
            <p:cNvSpPr/>
            <p:nvPr/>
          </p:nvSpPr>
          <p:spPr>
            <a:xfrm>
              <a:off x="8052715" y="52547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t1348"/>
            <p:cNvSpPr/>
            <p:nvPr/>
          </p:nvSpPr>
          <p:spPr>
            <a:xfrm>
              <a:off x="8251268" y="51369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t1349"/>
            <p:cNvSpPr/>
            <p:nvPr/>
          </p:nvSpPr>
          <p:spPr>
            <a:xfrm>
              <a:off x="8897838" y="50325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t1350"/>
            <p:cNvSpPr/>
            <p:nvPr/>
          </p:nvSpPr>
          <p:spPr>
            <a:xfrm>
              <a:off x="8118899" y="49888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t1351"/>
            <p:cNvSpPr/>
            <p:nvPr/>
          </p:nvSpPr>
          <p:spPr>
            <a:xfrm>
              <a:off x="7864344" y="49512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t1352"/>
            <p:cNvSpPr/>
            <p:nvPr/>
          </p:nvSpPr>
          <p:spPr>
            <a:xfrm>
              <a:off x="7502876" y="48538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t1353"/>
            <p:cNvSpPr/>
            <p:nvPr/>
          </p:nvSpPr>
          <p:spPr>
            <a:xfrm>
              <a:off x="7350143" y="49061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t1354"/>
            <p:cNvSpPr/>
            <p:nvPr/>
          </p:nvSpPr>
          <p:spPr>
            <a:xfrm>
              <a:off x="7711611" y="41907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t1355"/>
            <p:cNvSpPr/>
            <p:nvPr/>
          </p:nvSpPr>
          <p:spPr>
            <a:xfrm>
              <a:off x="6917399" y="4516603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6"/>
            <p:cNvSpPr/>
            <p:nvPr/>
          </p:nvSpPr>
          <p:spPr>
            <a:xfrm>
              <a:off x="7268685" y="43404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7"/>
            <p:cNvSpPr/>
            <p:nvPr/>
          </p:nvSpPr>
          <p:spPr>
            <a:xfrm>
              <a:off x="6947946" y="425908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8"/>
            <p:cNvSpPr/>
            <p:nvPr/>
          </p:nvSpPr>
          <p:spPr>
            <a:xfrm>
              <a:off x="8073079" y="42932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59"/>
            <p:cNvSpPr/>
            <p:nvPr/>
          </p:nvSpPr>
          <p:spPr>
            <a:xfrm>
              <a:off x="8633101" y="43951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t1360"/>
            <p:cNvSpPr/>
            <p:nvPr/>
          </p:nvSpPr>
          <p:spPr>
            <a:xfrm>
              <a:off x="7075224" y="49273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t1361"/>
            <p:cNvSpPr/>
            <p:nvPr/>
          </p:nvSpPr>
          <p:spPr>
            <a:xfrm>
              <a:off x="7777796" y="53288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t1362"/>
            <p:cNvSpPr/>
            <p:nvPr/>
          </p:nvSpPr>
          <p:spPr>
            <a:xfrm>
              <a:off x="7380690" y="53540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t1363"/>
            <p:cNvSpPr/>
            <p:nvPr/>
          </p:nvSpPr>
          <p:spPr>
            <a:xfrm>
              <a:off x="7584334" y="52350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t1364"/>
            <p:cNvSpPr/>
            <p:nvPr/>
          </p:nvSpPr>
          <p:spPr>
            <a:xfrm>
              <a:off x="7584334" y="49088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t1365"/>
            <p:cNvSpPr/>
            <p:nvPr/>
          </p:nvSpPr>
          <p:spPr>
            <a:xfrm>
              <a:off x="6993766" y="5037865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t1366"/>
            <p:cNvSpPr/>
            <p:nvPr/>
          </p:nvSpPr>
          <p:spPr>
            <a:xfrm>
              <a:off x="7492694" y="50570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t1367"/>
            <p:cNvSpPr/>
            <p:nvPr/>
          </p:nvSpPr>
          <p:spPr>
            <a:xfrm>
              <a:off x="8622918" y="52160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t1368"/>
            <p:cNvSpPr/>
            <p:nvPr/>
          </p:nvSpPr>
          <p:spPr>
            <a:xfrm>
              <a:off x="8424365" y="50980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t1369"/>
            <p:cNvSpPr/>
            <p:nvPr/>
          </p:nvSpPr>
          <p:spPr>
            <a:xfrm>
              <a:off x="7268685" y="50694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t1370"/>
            <p:cNvSpPr/>
            <p:nvPr/>
          </p:nvSpPr>
          <p:spPr>
            <a:xfrm>
              <a:off x="8449821" y="50411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t1371"/>
            <p:cNvSpPr/>
            <p:nvPr/>
          </p:nvSpPr>
          <p:spPr>
            <a:xfrm>
              <a:off x="7350143" y="49705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t1372"/>
            <p:cNvSpPr/>
            <p:nvPr/>
          </p:nvSpPr>
          <p:spPr>
            <a:xfrm>
              <a:off x="7299232" y="49016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t1373"/>
            <p:cNvSpPr/>
            <p:nvPr/>
          </p:nvSpPr>
          <p:spPr>
            <a:xfrm>
              <a:off x="7563969" y="49251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t1374"/>
            <p:cNvSpPr/>
            <p:nvPr/>
          </p:nvSpPr>
          <p:spPr>
            <a:xfrm>
              <a:off x="7630154" y="48455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t1375"/>
            <p:cNvSpPr/>
            <p:nvPr/>
          </p:nvSpPr>
          <p:spPr>
            <a:xfrm>
              <a:off x="7971257" y="48910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t1376"/>
            <p:cNvSpPr/>
            <p:nvPr/>
          </p:nvSpPr>
          <p:spPr>
            <a:xfrm>
              <a:off x="7645427" y="45009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t1377"/>
            <p:cNvSpPr/>
            <p:nvPr/>
          </p:nvSpPr>
          <p:spPr>
            <a:xfrm>
              <a:off x="7370507" y="45114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t1378"/>
            <p:cNvSpPr/>
            <p:nvPr/>
          </p:nvSpPr>
          <p:spPr>
            <a:xfrm>
              <a:off x="7136317" y="46409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t1379"/>
            <p:cNvSpPr/>
            <p:nvPr/>
          </p:nvSpPr>
          <p:spPr>
            <a:xfrm>
              <a:off x="7513058" y="47137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t1380"/>
            <p:cNvSpPr/>
            <p:nvPr/>
          </p:nvSpPr>
          <p:spPr>
            <a:xfrm>
              <a:off x="7675974" y="49082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t1381"/>
            <p:cNvSpPr/>
            <p:nvPr/>
          </p:nvSpPr>
          <p:spPr>
            <a:xfrm>
              <a:off x="7655609" y="49724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t1382"/>
            <p:cNvSpPr/>
            <p:nvPr/>
          </p:nvSpPr>
          <p:spPr>
            <a:xfrm>
              <a:off x="8190175" y="49197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t1383"/>
            <p:cNvSpPr/>
            <p:nvPr/>
          </p:nvSpPr>
          <p:spPr>
            <a:xfrm>
              <a:off x="7299232" y="51234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t1384"/>
            <p:cNvSpPr/>
            <p:nvPr/>
          </p:nvSpPr>
          <p:spPr>
            <a:xfrm>
              <a:off x="7044677" y="51652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t1385"/>
            <p:cNvSpPr/>
            <p:nvPr/>
          </p:nvSpPr>
          <p:spPr>
            <a:xfrm>
              <a:off x="7818524" y="51416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t1386"/>
            <p:cNvSpPr/>
            <p:nvPr/>
          </p:nvSpPr>
          <p:spPr>
            <a:xfrm>
              <a:off x="7227957" y="51434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t1387"/>
            <p:cNvSpPr/>
            <p:nvPr/>
          </p:nvSpPr>
          <p:spPr>
            <a:xfrm>
              <a:off x="7731976" y="51203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t1388"/>
            <p:cNvSpPr/>
            <p:nvPr/>
          </p:nvSpPr>
          <p:spPr>
            <a:xfrm>
              <a:off x="7538514" y="51571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t1389"/>
            <p:cNvSpPr/>
            <p:nvPr/>
          </p:nvSpPr>
          <p:spPr>
            <a:xfrm>
              <a:off x="8592372" y="50275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t1390"/>
            <p:cNvSpPr/>
            <p:nvPr/>
          </p:nvSpPr>
          <p:spPr>
            <a:xfrm>
              <a:off x="8149446" y="49763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t1391"/>
            <p:cNvSpPr/>
            <p:nvPr/>
          </p:nvSpPr>
          <p:spPr>
            <a:xfrm>
              <a:off x="7095588" y="49049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t1392"/>
            <p:cNvSpPr/>
            <p:nvPr/>
          </p:nvSpPr>
          <p:spPr>
            <a:xfrm>
              <a:off x="7024313" y="48581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t1393"/>
            <p:cNvSpPr/>
            <p:nvPr/>
          </p:nvSpPr>
          <p:spPr>
            <a:xfrm>
              <a:off x="6983584" y="4793967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t1394"/>
            <p:cNvSpPr/>
            <p:nvPr/>
          </p:nvSpPr>
          <p:spPr>
            <a:xfrm>
              <a:off x="7289050" y="47674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t1395"/>
            <p:cNvSpPr/>
            <p:nvPr/>
          </p:nvSpPr>
          <p:spPr>
            <a:xfrm>
              <a:off x="7034495" y="45462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t1396"/>
            <p:cNvSpPr/>
            <p:nvPr/>
          </p:nvSpPr>
          <p:spPr>
            <a:xfrm>
              <a:off x="7360325" y="45515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t1397"/>
            <p:cNvSpPr/>
            <p:nvPr/>
          </p:nvSpPr>
          <p:spPr>
            <a:xfrm>
              <a:off x="7126135" y="45560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t1398"/>
            <p:cNvSpPr/>
            <p:nvPr/>
          </p:nvSpPr>
          <p:spPr>
            <a:xfrm>
              <a:off x="7350143" y="45950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t1399"/>
            <p:cNvSpPr/>
            <p:nvPr/>
          </p:nvSpPr>
          <p:spPr>
            <a:xfrm>
              <a:off x="7482512" y="46148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t1400"/>
            <p:cNvSpPr/>
            <p:nvPr/>
          </p:nvSpPr>
          <p:spPr>
            <a:xfrm>
              <a:off x="7431601" y="47532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t1401"/>
            <p:cNvSpPr/>
            <p:nvPr/>
          </p:nvSpPr>
          <p:spPr>
            <a:xfrm>
              <a:off x="7782887" y="47246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t1402"/>
            <p:cNvSpPr/>
            <p:nvPr/>
          </p:nvSpPr>
          <p:spPr>
            <a:xfrm>
              <a:off x="7513058" y="47575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t1403"/>
            <p:cNvSpPr/>
            <p:nvPr/>
          </p:nvSpPr>
          <p:spPr>
            <a:xfrm>
              <a:off x="7309414" y="48356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t1404"/>
            <p:cNvSpPr/>
            <p:nvPr/>
          </p:nvSpPr>
          <p:spPr>
            <a:xfrm>
              <a:off x="7268685" y="47980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t1405"/>
            <p:cNvSpPr/>
            <p:nvPr/>
          </p:nvSpPr>
          <p:spPr>
            <a:xfrm>
              <a:off x="8892747" y="47869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t1406"/>
            <p:cNvSpPr/>
            <p:nvPr/>
          </p:nvSpPr>
          <p:spPr>
            <a:xfrm>
              <a:off x="8398910" y="48414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t1407"/>
            <p:cNvSpPr/>
            <p:nvPr/>
          </p:nvSpPr>
          <p:spPr>
            <a:xfrm>
              <a:off x="7177046" y="48261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t1408"/>
            <p:cNvSpPr/>
            <p:nvPr/>
          </p:nvSpPr>
          <p:spPr>
            <a:xfrm>
              <a:off x="7823615" y="50061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t1409"/>
            <p:cNvSpPr/>
            <p:nvPr/>
          </p:nvSpPr>
          <p:spPr>
            <a:xfrm>
              <a:off x="7054859" y="51390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t1410"/>
            <p:cNvSpPr/>
            <p:nvPr/>
          </p:nvSpPr>
          <p:spPr>
            <a:xfrm>
              <a:off x="7024313" y="51564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t1411"/>
            <p:cNvSpPr/>
            <p:nvPr/>
          </p:nvSpPr>
          <p:spPr>
            <a:xfrm>
              <a:off x="7482512" y="52676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t1412"/>
            <p:cNvSpPr/>
            <p:nvPr/>
          </p:nvSpPr>
          <p:spPr>
            <a:xfrm>
              <a:off x="7772704" y="52515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t1413"/>
            <p:cNvSpPr/>
            <p:nvPr/>
          </p:nvSpPr>
          <p:spPr>
            <a:xfrm>
              <a:off x="7584334" y="51436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t1414"/>
            <p:cNvSpPr/>
            <p:nvPr/>
          </p:nvSpPr>
          <p:spPr>
            <a:xfrm>
              <a:off x="8093444" y="50404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t1415"/>
            <p:cNvSpPr/>
            <p:nvPr/>
          </p:nvSpPr>
          <p:spPr>
            <a:xfrm>
              <a:off x="7258503" y="49545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t1416"/>
            <p:cNvSpPr/>
            <p:nvPr/>
          </p:nvSpPr>
          <p:spPr>
            <a:xfrm>
              <a:off x="7121043" y="49243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t1417"/>
            <p:cNvSpPr/>
            <p:nvPr/>
          </p:nvSpPr>
          <p:spPr>
            <a:xfrm>
              <a:off x="7497785" y="48666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t1418"/>
            <p:cNvSpPr/>
            <p:nvPr/>
          </p:nvSpPr>
          <p:spPr>
            <a:xfrm>
              <a:off x="7141408" y="48189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t1419"/>
            <p:cNvSpPr/>
            <p:nvPr/>
          </p:nvSpPr>
          <p:spPr>
            <a:xfrm>
              <a:off x="7350143" y="47127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t1420"/>
            <p:cNvSpPr/>
            <p:nvPr/>
          </p:nvSpPr>
          <p:spPr>
            <a:xfrm>
              <a:off x="7258503" y="45658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t1421"/>
            <p:cNvSpPr/>
            <p:nvPr/>
          </p:nvSpPr>
          <p:spPr>
            <a:xfrm>
              <a:off x="7309414" y="44393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t1422"/>
            <p:cNvSpPr/>
            <p:nvPr/>
          </p:nvSpPr>
          <p:spPr>
            <a:xfrm>
              <a:off x="7207592" y="41281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3"/>
            <p:cNvSpPr/>
            <p:nvPr/>
          </p:nvSpPr>
          <p:spPr>
            <a:xfrm>
              <a:off x="7126135" y="48405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4"/>
            <p:cNvSpPr/>
            <p:nvPr/>
          </p:nvSpPr>
          <p:spPr>
            <a:xfrm>
              <a:off x="7502876" y="49463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5"/>
            <p:cNvSpPr/>
            <p:nvPr/>
          </p:nvSpPr>
          <p:spPr>
            <a:xfrm>
              <a:off x="7324688" y="49171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6"/>
            <p:cNvSpPr/>
            <p:nvPr/>
          </p:nvSpPr>
          <p:spPr>
            <a:xfrm>
              <a:off x="7370507" y="50163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7"/>
            <p:cNvSpPr/>
            <p:nvPr/>
          </p:nvSpPr>
          <p:spPr>
            <a:xfrm>
              <a:off x="8042533" y="50438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8"/>
            <p:cNvSpPr/>
            <p:nvPr/>
          </p:nvSpPr>
          <p:spPr>
            <a:xfrm>
              <a:off x="7451965" y="48753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29"/>
            <p:cNvSpPr/>
            <p:nvPr/>
          </p:nvSpPr>
          <p:spPr>
            <a:xfrm>
              <a:off x="7548696" y="49551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0"/>
            <p:cNvSpPr/>
            <p:nvPr/>
          </p:nvSpPr>
          <p:spPr>
            <a:xfrm>
              <a:off x="7630154" y="49936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1"/>
            <p:cNvSpPr/>
            <p:nvPr/>
          </p:nvSpPr>
          <p:spPr>
            <a:xfrm>
              <a:off x="7370507" y="50608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2"/>
            <p:cNvSpPr/>
            <p:nvPr/>
          </p:nvSpPr>
          <p:spPr>
            <a:xfrm>
              <a:off x="7502876" y="51109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3"/>
            <p:cNvSpPr/>
            <p:nvPr/>
          </p:nvSpPr>
          <p:spPr>
            <a:xfrm>
              <a:off x="7121043" y="51295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4"/>
            <p:cNvSpPr/>
            <p:nvPr/>
          </p:nvSpPr>
          <p:spPr>
            <a:xfrm>
              <a:off x="7054859" y="51606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5"/>
            <p:cNvSpPr/>
            <p:nvPr/>
          </p:nvSpPr>
          <p:spPr>
            <a:xfrm>
              <a:off x="8235995" y="51189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6"/>
            <p:cNvSpPr/>
            <p:nvPr/>
          </p:nvSpPr>
          <p:spPr>
            <a:xfrm>
              <a:off x="7161772" y="50320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7"/>
            <p:cNvSpPr/>
            <p:nvPr/>
          </p:nvSpPr>
          <p:spPr>
            <a:xfrm>
              <a:off x="7681065" y="49581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8"/>
            <p:cNvSpPr/>
            <p:nvPr/>
          </p:nvSpPr>
          <p:spPr>
            <a:xfrm>
              <a:off x="7233048" y="48897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39"/>
            <p:cNvSpPr/>
            <p:nvPr/>
          </p:nvSpPr>
          <p:spPr>
            <a:xfrm>
              <a:off x="9050571" y="48167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0"/>
            <p:cNvSpPr/>
            <p:nvPr/>
          </p:nvSpPr>
          <p:spPr>
            <a:xfrm>
              <a:off x="9325490" y="48505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1"/>
            <p:cNvSpPr/>
            <p:nvPr/>
          </p:nvSpPr>
          <p:spPr>
            <a:xfrm>
              <a:off x="7823615" y="49152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2"/>
            <p:cNvSpPr/>
            <p:nvPr/>
          </p:nvSpPr>
          <p:spPr>
            <a:xfrm>
              <a:off x="8465094" y="48744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3"/>
            <p:cNvSpPr/>
            <p:nvPr/>
          </p:nvSpPr>
          <p:spPr>
            <a:xfrm>
              <a:off x="7268685" y="48333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4"/>
            <p:cNvSpPr/>
            <p:nvPr/>
          </p:nvSpPr>
          <p:spPr>
            <a:xfrm>
              <a:off x="7014130" y="49040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5"/>
            <p:cNvSpPr/>
            <p:nvPr/>
          </p:nvSpPr>
          <p:spPr>
            <a:xfrm>
              <a:off x="7136317" y="49493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6"/>
            <p:cNvSpPr/>
            <p:nvPr/>
          </p:nvSpPr>
          <p:spPr>
            <a:xfrm>
              <a:off x="7065041" y="46181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7"/>
            <p:cNvSpPr/>
            <p:nvPr/>
          </p:nvSpPr>
          <p:spPr>
            <a:xfrm>
              <a:off x="7024313" y="44335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8"/>
            <p:cNvSpPr/>
            <p:nvPr/>
          </p:nvSpPr>
          <p:spPr>
            <a:xfrm>
              <a:off x="7319596" y="44267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49"/>
            <p:cNvSpPr/>
            <p:nvPr/>
          </p:nvSpPr>
          <p:spPr>
            <a:xfrm>
              <a:off x="7314505" y="44576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0"/>
            <p:cNvSpPr/>
            <p:nvPr/>
          </p:nvSpPr>
          <p:spPr>
            <a:xfrm>
              <a:off x="7024313" y="44326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1"/>
            <p:cNvSpPr/>
            <p:nvPr/>
          </p:nvSpPr>
          <p:spPr>
            <a:xfrm>
              <a:off x="7095588" y="45745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2"/>
            <p:cNvSpPr/>
            <p:nvPr/>
          </p:nvSpPr>
          <p:spPr>
            <a:xfrm>
              <a:off x="7238139" y="45740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3"/>
            <p:cNvSpPr/>
            <p:nvPr/>
          </p:nvSpPr>
          <p:spPr>
            <a:xfrm>
              <a:off x="7518149" y="45661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4"/>
            <p:cNvSpPr/>
            <p:nvPr/>
          </p:nvSpPr>
          <p:spPr>
            <a:xfrm>
              <a:off x="7070132" y="4626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5"/>
            <p:cNvSpPr/>
            <p:nvPr/>
          </p:nvSpPr>
          <p:spPr>
            <a:xfrm>
              <a:off x="7187228" y="46716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6"/>
            <p:cNvSpPr/>
            <p:nvPr/>
          </p:nvSpPr>
          <p:spPr>
            <a:xfrm>
              <a:off x="7859253" y="47007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7"/>
            <p:cNvSpPr/>
            <p:nvPr/>
          </p:nvSpPr>
          <p:spPr>
            <a:xfrm>
              <a:off x="7339961" y="47246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8"/>
            <p:cNvSpPr/>
            <p:nvPr/>
          </p:nvSpPr>
          <p:spPr>
            <a:xfrm>
              <a:off x="7268685" y="47431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59"/>
            <p:cNvSpPr/>
            <p:nvPr/>
          </p:nvSpPr>
          <p:spPr>
            <a:xfrm>
              <a:off x="7197410" y="48493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0"/>
            <p:cNvSpPr/>
            <p:nvPr/>
          </p:nvSpPr>
          <p:spPr>
            <a:xfrm>
              <a:off x="7197410" y="47532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1"/>
            <p:cNvSpPr/>
            <p:nvPr/>
          </p:nvSpPr>
          <p:spPr>
            <a:xfrm>
              <a:off x="7416327" y="46045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2"/>
            <p:cNvSpPr/>
            <p:nvPr/>
          </p:nvSpPr>
          <p:spPr>
            <a:xfrm>
              <a:off x="7166863" y="43369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3"/>
            <p:cNvSpPr/>
            <p:nvPr/>
          </p:nvSpPr>
          <p:spPr>
            <a:xfrm>
              <a:off x="8001804" y="51732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4"/>
            <p:cNvSpPr/>
            <p:nvPr/>
          </p:nvSpPr>
          <p:spPr>
            <a:xfrm>
              <a:off x="8612736" y="51922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5"/>
            <p:cNvSpPr/>
            <p:nvPr/>
          </p:nvSpPr>
          <p:spPr>
            <a:xfrm>
              <a:off x="7523240" y="51271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6"/>
            <p:cNvSpPr/>
            <p:nvPr/>
          </p:nvSpPr>
          <p:spPr>
            <a:xfrm>
              <a:off x="7655609" y="50825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7"/>
            <p:cNvSpPr/>
            <p:nvPr/>
          </p:nvSpPr>
          <p:spPr>
            <a:xfrm>
              <a:off x="7925437" y="49851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8"/>
            <p:cNvSpPr/>
            <p:nvPr/>
          </p:nvSpPr>
          <p:spPr>
            <a:xfrm>
              <a:off x="7899982" y="49478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69"/>
            <p:cNvSpPr/>
            <p:nvPr/>
          </p:nvSpPr>
          <p:spPr>
            <a:xfrm>
              <a:off x="8908020" y="48932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0"/>
            <p:cNvSpPr/>
            <p:nvPr/>
          </p:nvSpPr>
          <p:spPr>
            <a:xfrm>
              <a:off x="7599607" y="48416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1"/>
            <p:cNvSpPr/>
            <p:nvPr/>
          </p:nvSpPr>
          <p:spPr>
            <a:xfrm>
              <a:off x="9264397" y="47647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2"/>
            <p:cNvSpPr/>
            <p:nvPr/>
          </p:nvSpPr>
          <p:spPr>
            <a:xfrm>
              <a:off x="7599607" y="47728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3"/>
            <p:cNvSpPr/>
            <p:nvPr/>
          </p:nvSpPr>
          <p:spPr>
            <a:xfrm>
              <a:off x="7523240" y="47296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4"/>
            <p:cNvSpPr/>
            <p:nvPr/>
          </p:nvSpPr>
          <p:spPr>
            <a:xfrm>
              <a:off x="7518149" y="46963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5"/>
            <p:cNvSpPr/>
            <p:nvPr/>
          </p:nvSpPr>
          <p:spPr>
            <a:xfrm>
              <a:off x="7136317" y="46798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6"/>
            <p:cNvSpPr/>
            <p:nvPr/>
          </p:nvSpPr>
          <p:spPr>
            <a:xfrm>
              <a:off x="7793069" y="45935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7"/>
            <p:cNvSpPr/>
            <p:nvPr/>
          </p:nvSpPr>
          <p:spPr>
            <a:xfrm>
              <a:off x="7187228" y="38887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8"/>
            <p:cNvSpPr/>
            <p:nvPr/>
          </p:nvSpPr>
          <p:spPr>
            <a:xfrm>
              <a:off x="7095588" y="36757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79"/>
            <p:cNvSpPr/>
            <p:nvPr/>
          </p:nvSpPr>
          <p:spPr>
            <a:xfrm>
              <a:off x="7044677" y="35943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0"/>
            <p:cNvSpPr/>
            <p:nvPr/>
          </p:nvSpPr>
          <p:spPr>
            <a:xfrm>
              <a:off x="8699285" y="35757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1"/>
            <p:cNvSpPr/>
            <p:nvPr/>
          </p:nvSpPr>
          <p:spPr>
            <a:xfrm>
              <a:off x="8149446" y="35738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2"/>
            <p:cNvSpPr/>
            <p:nvPr/>
          </p:nvSpPr>
          <p:spPr>
            <a:xfrm>
              <a:off x="8322543" y="44877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3"/>
            <p:cNvSpPr/>
            <p:nvPr/>
          </p:nvSpPr>
          <p:spPr>
            <a:xfrm>
              <a:off x="8195266" y="46971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4"/>
            <p:cNvSpPr/>
            <p:nvPr/>
          </p:nvSpPr>
          <p:spPr>
            <a:xfrm>
              <a:off x="7217774" y="44098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5"/>
            <p:cNvSpPr/>
            <p:nvPr/>
          </p:nvSpPr>
          <p:spPr>
            <a:xfrm>
              <a:off x="7024313" y="48084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6"/>
            <p:cNvSpPr/>
            <p:nvPr/>
          </p:nvSpPr>
          <p:spPr>
            <a:xfrm>
              <a:off x="7625062" y="48407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7"/>
            <p:cNvSpPr/>
            <p:nvPr/>
          </p:nvSpPr>
          <p:spPr>
            <a:xfrm>
              <a:off x="7594516" y="48209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8"/>
            <p:cNvSpPr/>
            <p:nvPr/>
          </p:nvSpPr>
          <p:spPr>
            <a:xfrm>
              <a:off x="7192319" y="48216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89"/>
            <p:cNvSpPr/>
            <p:nvPr/>
          </p:nvSpPr>
          <p:spPr>
            <a:xfrm>
              <a:off x="7329779" y="47794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0"/>
            <p:cNvSpPr/>
            <p:nvPr/>
          </p:nvSpPr>
          <p:spPr>
            <a:xfrm>
              <a:off x="7879618" y="49180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1"/>
            <p:cNvSpPr/>
            <p:nvPr/>
          </p:nvSpPr>
          <p:spPr>
            <a:xfrm>
              <a:off x="7451965" y="50431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2"/>
            <p:cNvSpPr/>
            <p:nvPr/>
          </p:nvSpPr>
          <p:spPr>
            <a:xfrm>
              <a:off x="9615683" y="50421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3"/>
            <p:cNvSpPr/>
            <p:nvPr/>
          </p:nvSpPr>
          <p:spPr>
            <a:xfrm>
              <a:off x="8806198" y="49936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4"/>
            <p:cNvSpPr/>
            <p:nvPr/>
          </p:nvSpPr>
          <p:spPr>
            <a:xfrm>
              <a:off x="7849071" y="50255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5"/>
            <p:cNvSpPr/>
            <p:nvPr/>
          </p:nvSpPr>
          <p:spPr>
            <a:xfrm>
              <a:off x="7197410" y="51102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6"/>
            <p:cNvSpPr/>
            <p:nvPr/>
          </p:nvSpPr>
          <p:spPr>
            <a:xfrm>
              <a:off x="7324688" y="51580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7"/>
            <p:cNvSpPr/>
            <p:nvPr/>
          </p:nvSpPr>
          <p:spPr>
            <a:xfrm>
              <a:off x="7003948" y="51850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8"/>
            <p:cNvSpPr/>
            <p:nvPr/>
          </p:nvSpPr>
          <p:spPr>
            <a:xfrm>
              <a:off x="8297088" y="49948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499"/>
            <p:cNvSpPr/>
            <p:nvPr/>
          </p:nvSpPr>
          <p:spPr>
            <a:xfrm>
              <a:off x="8225812" y="49595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0"/>
            <p:cNvSpPr/>
            <p:nvPr/>
          </p:nvSpPr>
          <p:spPr>
            <a:xfrm>
              <a:off x="8363272" y="49124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1"/>
            <p:cNvSpPr/>
            <p:nvPr/>
          </p:nvSpPr>
          <p:spPr>
            <a:xfrm>
              <a:off x="8429457" y="48396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2"/>
            <p:cNvSpPr/>
            <p:nvPr/>
          </p:nvSpPr>
          <p:spPr>
            <a:xfrm>
              <a:off x="7772704" y="48219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3"/>
            <p:cNvSpPr/>
            <p:nvPr/>
          </p:nvSpPr>
          <p:spPr>
            <a:xfrm>
              <a:off x="7146499" y="48025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4"/>
            <p:cNvSpPr/>
            <p:nvPr/>
          </p:nvSpPr>
          <p:spPr>
            <a:xfrm>
              <a:off x="7640336" y="47970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5"/>
            <p:cNvSpPr/>
            <p:nvPr/>
          </p:nvSpPr>
          <p:spPr>
            <a:xfrm>
              <a:off x="8332726" y="48506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6"/>
            <p:cNvSpPr/>
            <p:nvPr/>
          </p:nvSpPr>
          <p:spPr>
            <a:xfrm>
              <a:off x="7833798" y="48837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7"/>
            <p:cNvSpPr/>
            <p:nvPr/>
          </p:nvSpPr>
          <p:spPr>
            <a:xfrm>
              <a:off x="7314505" y="49239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8"/>
            <p:cNvSpPr/>
            <p:nvPr/>
          </p:nvSpPr>
          <p:spPr>
            <a:xfrm>
              <a:off x="7014130" y="49523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09"/>
            <p:cNvSpPr/>
            <p:nvPr/>
          </p:nvSpPr>
          <p:spPr>
            <a:xfrm>
              <a:off x="7095588" y="48256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0"/>
            <p:cNvSpPr/>
            <p:nvPr/>
          </p:nvSpPr>
          <p:spPr>
            <a:xfrm>
              <a:off x="7156681" y="47683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1"/>
            <p:cNvSpPr/>
            <p:nvPr/>
          </p:nvSpPr>
          <p:spPr>
            <a:xfrm>
              <a:off x="7548696" y="46865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2"/>
            <p:cNvSpPr/>
            <p:nvPr/>
          </p:nvSpPr>
          <p:spPr>
            <a:xfrm>
              <a:off x="7187228" y="45910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3"/>
            <p:cNvSpPr/>
            <p:nvPr/>
          </p:nvSpPr>
          <p:spPr>
            <a:xfrm>
              <a:off x="7075224" y="43397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4"/>
            <p:cNvSpPr/>
            <p:nvPr/>
          </p:nvSpPr>
          <p:spPr>
            <a:xfrm>
              <a:off x="7034495" y="42732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5"/>
            <p:cNvSpPr/>
            <p:nvPr/>
          </p:nvSpPr>
          <p:spPr>
            <a:xfrm>
              <a:off x="7024313" y="42378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6"/>
            <p:cNvSpPr/>
            <p:nvPr/>
          </p:nvSpPr>
          <p:spPr>
            <a:xfrm>
              <a:off x="9162575" y="42831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7"/>
            <p:cNvSpPr/>
            <p:nvPr/>
          </p:nvSpPr>
          <p:spPr>
            <a:xfrm>
              <a:off x="9218577" y="43246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8"/>
            <p:cNvSpPr/>
            <p:nvPr/>
          </p:nvSpPr>
          <p:spPr>
            <a:xfrm>
              <a:off x="8429457" y="43687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19"/>
            <p:cNvSpPr/>
            <p:nvPr/>
          </p:nvSpPr>
          <p:spPr>
            <a:xfrm>
              <a:off x="8291997" y="44234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0"/>
            <p:cNvSpPr/>
            <p:nvPr/>
          </p:nvSpPr>
          <p:spPr>
            <a:xfrm>
              <a:off x="7324688" y="44291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1"/>
            <p:cNvSpPr/>
            <p:nvPr/>
          </p:nvSpPr>
          <p:spPr>
            <a:xfrm>
              <a:off x="7920346" y="44749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2"/>
            <p:cNvSpPr/>
            <p:nvPr/>
          </p:nvSpPr>
          <p:spPr>
            <a:xfrm>
              <a:off x="7299232" y="45932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3"/>
            <p:cNvSpPr/>
            <p:nvPr/>
          </p:nvSpPr>
          <p:spPr>
            <a:xfrm>
              <a:off x="7075224" y="46130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4"/>
            <p:cNvSpPr/>
            <p:nvPr/>
          </p:nvSpPr>
          <p:spPr>
            <a:xfrm>
              <a:off x="7289050" y="45895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5"/>
            <p:cNvSpPr/>
            <p:nvPr/>
          </p:nvSpPr>
          <p:spPr>
            <a:xfrm>
              <a:off x="8347999" y="45912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6"/>
            <p:cNvSpPr/>
            <p:nvPr/>
          </p:nvSpPr>
          <p:spPr>
            <a:xfrm>
              <a:off x="7462147" y="46439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7"/>
            <p:cNvSpPr/>
            <p:nvPr/>
          </p:nvSpPr>
          <p:spPr>
            <a:xfrm>
              <a:off x="8246177" y="47433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8"/>
            <p:cNvSpPr/>
            <p:nvPr/>
          </p:nvSpPr>
          <p:spPr>
            <a:xfrm>
              <a:off x="7406145" y="47693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29"/>
            <p:cNvSpPr/>
            <p:nvPr/>
          </p:nvSpPr>
          <p:spPr>
            <a:xfrm>
              <a:off x="7238139" y="47731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0"/>
            <p:cNvSpPr/>
            <p:nvPr/>
          </p:nvSpPr>
          <p:spPr>
            <a:xfrm>
              <a:off x="7141408" y="46955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1"/>
            <p:cNvSpPr/>
            <p:nvPr/>
          </p:nvSpPr>
          <p:spPr>
            <a:xfrm>
              <a:off x="7345052" y="46332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2"/>
            <p:cNvSpPr/>
            <p:nvPr/>
          </p:nvSpPr>
          <p:spPr>
            <a:xfrm>
              <a:off x="7879618" y="46853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3"/>
            <p:cNvSpPr/>
            <p:nvPr/>
          </p:nvSpPr>
          <p:spPr>
            <a:xfrm>
              <a:off x="7843980" y="51272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4"/>
            <p:cNvSpPr/>
            <p:nvPr/>
          </p:nvSpPr>
          <p:spPr>
            <a:xfrm>
              <a:off x="7319596" y="51247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5"/>
            <p:cNvSpPr/>
            <p:nvPr/>
          </p:nvSpPr>
          <p:spPr>
            <a:xfrm>
              <a:off x="7451965" y="51202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6"/>
            <p:cNvSpPr/>
            <p:nvPr/>
          </p:nvSpPr>
          <p:spPr>
            <a:xfrm>
              <a:off x="7319596" y="52352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7"/>
            <p:cNvSpPr/>
            <p:nvPr/>
          </p:nvSpPr>
          <p:spPr>
            <a:xfrm>
              <a:off x="7793069" y="53525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8"/>
            <p:cNvSpPr/>
            <p:nvPr/>
          </p:nvSpPr>
          <p:spPr>
            <a:xfrm>
              <a:off x="7085406" y="49566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39"/>
            <p:cNvSpPr/>
            <p:nvPr/>
          </p:nvSpPr>
          <p:spPr>
            <a:xfrm>
              <a:off x="7533423" y="49359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0"/>
            <p:cNvSpPr/>
            <p:nvPr/>
          </p:nvSpPr>
          <p:spPr>
            <a:xfrm>
              <a:off x="7273776" y="47867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1"/>
            <p:cNvSpPr/>
            <p:nvPr/>
          </p:nvSpPr>
          <p:spPr>
            <a:xfrm>
              <a:off x="7706520" y="47839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2"/>
            <p:cNvSpPr/>
            <p:nvPr/>
          </p:nvSpPr>
          <p:spPr>
            <a:xfrm>
              <a:off x="7238139" y="47092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3"/>
            <p:cNvSpPr/>
            <p:nvPr/>
          </p:nvSpPr>
          <p:spPr>
            <a:xfrm>
              <a:off x="7054859" y="45666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4"/>
            <p:cNvSpPr/>
            <p:nvPr/>
          </p:nvSpPr>
          <p:spPr>
            <a:xfrm>
              <a:off x="7370507" y="44589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5"/>
            <p:cNvSpPr/>
            <p:nvPr/>
          </p:nvSpPr>
          <p:spPr>
            <a:xfrm>
              <a:off x="7304323" y="44820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6"/>
            <p:cNvSpPr/>
            <p:nvPr/>
          </p:nvSpPr>
          <p:spPr>
            <a:xfrm>
              <a:off x="7054859" y="44971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7"/>
            <p:cNvSpPr/>
            <p:nvPr/>
          </p:nvSpPr>
          <p:spPr>
            <a:xfrm>
              <a:off x="7910164" y="43943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8"/>
            <p:cNvSpPr/>
            <p:nvPr/>
          </p:nvSpPr>
          <p:spPr>
            <a:xfrm>
              <a:off x="7003948" y="42709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49"/>
            <p:cNvSpPr/>
            <p:nvPr/>
          </p:nvSpPr>
          <p:spPr>
            <a:xfrm>
              <a:off x="7034495" y="40348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0"/>
            <p:cNvSpPr/>
            <p:nvPr/>
          </p:nvSpPr>
          <p:spPr>
            <a:xfrm>
              <a:off x="7263594" y="40881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1"/>
            <p:cNvSpPr/>
            <p:nvPr/>
          </p:nvSpPr>
          <p:spPr>
            <a:xfrm>
              <a:off x="7294141" y="39057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2"/>
            <p:cNvSpPr/>
            <p:nvPr/>
          </p:nvSpPr>
          <p:spPr>
            <a:xfrm>
              <a:off x="8067988" y="38958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3"/>
            <p:cNvSpPr/>
            <p:nvPr/>
          </p:nvSpPr>
          <p:spPr>
            <a:xfrm>
              <a:off x="8734923" y="38893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4"/>
            <p:cNvSpPr/>
            <p:nvPr/>
          </p:nvSpPr>
          <p:spPr>
            <a:xfrm>
              <a:off x="8093444" y="47152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5"/>
            <p:cNvSpPr/>
            <p:nvPr/>
          </p:nvSpPr>
          <p:spPr>
            <a:xfrm>
              <a:off x="7258503" y="47265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6"/>
            <p:cNvSpPr/>
            <p:nvPr/>
          </p:nvSpPr>
          <p:spPr>
            <a:xfrm>
              <a:off x="7156681" y="43807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7"/>
            <p:cNvSpPr/>
            <p:nvPr/>
          </p:nvSpPr>
          <p:spPr>
            <a:xfrm>
              <a:off x="8271632" y="44943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8"/>
            <p:cNvSpPr/>
            <p:nvPr/>
          </p:nvSpPr>
          <p:spPr>
            <a:xfrm>
              <a:off x="8190175" y="44021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59"/>
            <p:cNvSpPr/>
            <p:nvPr/>
          </p:nvSpPr>
          <p:spPr>
            <a:xfrm>
              <a:off x="7523240" y="43077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0"/>
            <p:cNvSpPr/>
            <p:nvPr/>
          </p:nvSpPr>
          <p:spPr>
            <a:xfrm>
              <a:off x="7227957" y="43013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1"/>
            <p:cNvSpPr/>
            <p:nvPr/>
          </p:nvSpPr>
          <p:spPr>
            <a:xfrm>
              <a:off x="7446874" y="50330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2"/>
            <p:cNvSpPr/>
            <p:nvPr/>
          </p:nvSpPr>
          <p:spPr>
            <a:xfrm>
              <a:off x="7869435" y="48668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3"/>
            <p:cNvSpPr/>
            <p:nvPr/>
          </p:nvSpPr>
          <p:spPr>
            <a:xfrm>
              <a:off x="7329779" y="46061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4"/>
            <p:cNvSpPr/>
            <p:nvPr/>
          </p:nvSpPr>
          <p:spPr>
            <a:xfrm>
              <a:off x="7818524" y="52081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5"/>
            <p:cNvSpPr/>
            <p:nvPr/>
          </p:nvSpPr>
          <p:spPr>
            <a:xfrm>
              <a:off x="8419274" y="52898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6"/>
            <p:cNvSpPr/>
            <p:nvPr/>
          </p:nvSpPr>
          <p:spPr>
            <a:xfrm>
              <a:off x="7238139" y="50905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7"/>
            <p:cNvSpPr/>
            <p:nvPr/>
          </p:nvSpPr>
          <p:spPr>
            <a:xfrm>
              <a:off x="7390872" y="50073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8"/>
            <p:cNvSpPr/>
            <p:nvPr/>
          </p:nvSpPr>
          <p:spPr>
            <a:xfrm>
              <a:off x="7553787" y="49255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69"/>
            <p:cNvSpPr/>
            <p:nvPr/>
          </p:nvSpPr>
          <p:spPr>
            <a:xfrm>
              <a:off x="7100679" y="49239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0"/>
            <p:cNvSpPr/>
            <p:nvPr/>
          </p:nvSpPr>
          <p:spPr>
            <a:xfrm>
              <a:off x="7121043" y="50595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1"/>
            <p:cNvSpPr/>
            <p:nvPr/>
          </p:nvSpPr>
          <p:spPr>
            <a:xfrm>
              <a:off x="7971257" y="49975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2"/>
            <p:cNvSpPr/>
            <p:nvPr/>
          </p:nvSpPr>
          <p:spPr>
            <a:xfrm>
              <a:off x="7940711" y="50467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3"/>
            <p:cNvSpPr/>
            <p:nvPr/>
          </p:nvSpPr>
          <p:spPr>
            <a:xfrm>
              <a:off x="7075224" y="49960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4"/>
            <p:cNvSpPr/>
            <p:nvPr/>
          </p:nvSpPr>
          <p:spPr>
            <a:xfrm>
              <a:off x="7024313" y="49959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5"/>
            <p:cNvSpPr/>
            <p:nvPr/>
          </p:nvSpPr>
          <p:spPr>
            <a:xfrm>
              <a:off x="7014130" y="47422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6"/>
            <p:cNvSpPr/>
            <p:nvPr/>
          </p:nvSpPr>
          <p:spPr>
            <a:xfrm>
              <a:off x="7757431" y="45412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7"/>
            <p:cNvSpPr/>
            <p:nvPr/>
          </p:nvSpPr>
          <p:spPr>
            <a:xfrm>
              <a:off x="7003948" y="43521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8"/>
            <p:cNvSpPr/>
            <p:nvPr/>
          </p:nvSpPr>
          <p:spPr>
            <a:xfrm>
              <a:off x="7024313" y="44054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79"/>
            <p:cNvSpPr/>
            <p:nvPr/>
          </p:nvSpPr>
          <p:spPr>
            <a:xfrm>
              <a:off x="7431601" y="43207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0"/>
            <p:cNvSpPr/>
            <p:nvPr/>
          </p:nvSpPr>
          <p:spPr>
            <a:xfrm>
              <a:off x="7243230" y="42805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1"/>
            <p:cNvSpPr/>
            <p:nvPr/>
          </p:nvSpPr>
          <p:spPr>
            <a:xfrm>
              <a:off x="7991622" y="43079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2"/>
            <p:cNvSpPr/>
            <p:nvPr/>
          </p:nvSpPr>
          <p:spPr>
            <a:xfrm>
              <a:off x="8347999" y="43100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3"/>
            <p:cNvSpPr/>
            <p:nvPr/>
          </p:nvSpPr>
          <p:spPr>
            <a:xfrm>
              <a:off x="8144355" y="44268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4"/>
            <p:cNvSpPr/>
            <p:nvPr/>
          </p:nvSpPr>
          <p:spPr>
            <a:xfrm>
              <a:off x="7991622" y="41365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5"/>
            <p:cNvSpPr/>
            <p:nvPr/>
          </p:nvSpPr>
          <p:spPr>
            <a:xfrm>
              <a:off x="7502876" y="42612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6"/>
            <p:cNvSpPr/>
            <p:nvPr/>
          </p:nvSpPr>
          <p:spPr>
            <a:xfrm>
              <a:off x="7472329" y="44129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7"/>
            <p:cNvSpPr/>
            <p:nvPr/>
          </p:nvSpPr>
          <p:spPr>
            <a:xfrm>
              <a:off x="7329779" y="45411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8"/>
            <p:cNvSpPr/>
            <p:nvPr/>
          </p:nvSpPr>
          <p:spPr>
            <a:xfrm>
              <a:off x="8709467" y="44937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89"/>
            <p:cNvSpPr/>
            <p:nvPr/>
          </p:nvSpPr>
          <p:spPr>
            <a:xfrm>
              <a:off x="7523240" y="44314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0"/>
            <p:cNvSpPr/>
            <p:nvPr/>
          </p:nvSpPr>
          <p:spPr>
            <a:xfrm>
              <a:off x="8185084" y="45186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1"/>
            <p:cNvSpPr/>
            <p:nvPr/>
          </p:nvSpPr>
          <p:spPr>
            <a:xfrm>
              <a:off x="9264397" y="45224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2"/>
            <p:cNvSpPr/>
            <p:nvPr/>
          </p:nvSpPr>
          <p:spPr>
            <a:xfrm>
              <a:off x="8368363" y="44697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3"/>
            <p:cNvSpPr/>
            <p:nvPr/>
          </p:nvSpPr>
          <p:spPr>
            <a:xfrm>
              <a:off x="7411236" y="43516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4"/>
            <p:cNvSpPr/>
            <p:nvPr/>
          </p:nvSpPr>
          <p:spPr>
            <a:xfrm>
              <a:off x="7462147" y="40768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5"/>
            <p:cNvSpPr/>
            <p:nvPr/>
          </p:nvSpPr>
          <p:spPr>
            <a:xfrm>
              <a:off x="7976349" y="44629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6"/>
            <p:cNvSpPr/>
            <p:nvPr/>
          </p:nvSpPr>
          <p:spPr>
            <a:xfrm>
              <a:off x="7859253" y="45336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7"/>
            <p:cNvSpPr/>
            <p:nvPr/>
          </p:nvSpPr>
          <p:spPr>
            <a:xfrm>
              <a:off x="7177046" y="54119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8"/>
            <p:cNvSpPr/>
            <p:nvPr/>
          </p:nvSpPr>
          <p:spPr>
            <a:xfrm>
              <a:off x="7767613" y="50349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599"/>
            <p:cNvSpPr/>
            <p:nvPr/>
          </p:nvSpPr>
          <p:spPr>
            <a:xfrm>
              <a:off x="7085406" y="49876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0"/>
            <p:cNvSpPr/>
            <p:nvPr/>
          </p:nvSpPr>
          <p:spPr>
            <a:xfrm>
              <a:off x="7268685" y="49674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1"/>
            <p:cNvSpPr/>
            <p:nvPr/>
          </p:nvSpPr>
          <p:spPr>
            <a:xfrm>
              <a:off x="7630154" y="49089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2"/>
            <p:cNvSpPr/>
            <p:nvPr/>
          </p:nvSpPr>
          <p:spPr>
            <a:xfrm>
              <a:off x="7070132" y="48794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3"/>
            <p:cNvSpPr/>
            <p:nvPr/>
          </p:nvSpPr>
          <p:spPr>
            <a:xfrm>
              <a:off x="7497785" y="48429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4"/>
            <p:cNvSpPr/>
            <p:nvPr/>
          </p:nvSpPr>
          <p:spPr>
            <a:xfrm>
              <a:off x="7757431" y="48086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5"/>
            <p:cNvSpPr/>
            <p:nvPr/>
          </p:nvSpPr>
          <p:spPr>
            <a:xfrm>
              <a:off x="6993766" y="4730782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6"/>
            <p:cNvSpPr/>
            <p:nvPr/>
          </p:nvSpPr>
          <p:spPr>
            <a:xfrm>
              <a:off x="6993766" y="4386463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7"/>
            <p:cNvSpPr/>
            <p:nvPr/>
          </p:nvSpPr>
          <p:spPr>
            <a:xfrm>
              <a:off x="7044677" y="44312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8"/>
            <p:cNvSpPr/>
            <p:nvPr/>
          </p:nvSpPr>
          <p:spPr>
            <a:xfrm>
              <a:off x="7014130" y="43872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09"/>
            <p:cNvSpPr/>
            <p:nvPr/>
          </p:nvSpPr>
          <p:spPr>
            <a:xfrm>
              <a:off x="7818524" y="44249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0"/>
            <p:cNvSpPr/>
            <p:nvPr/>
          </p:nvSpPr>
          <p:spPr>
            <a:xfrm>
              <a:off x="7065041" y="41864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1"/>
            <p:cNvSpPr/>
            <p:nvPr/>
          </p:nvSpPr>
          <p:spPr>
            <a:xfrm>
              <a:off x="7146499" y="43050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2"/>
            <p:cNvSpPr/>
            <p:nvPr/>
          </p:nvSpPr>
          <p:spPr>
            <a:xfrm>
              <a:off x="7003948" y="45797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3"/>
            <p:cNvSpPr/>
            <p:nvPr/>
          </p:nvSpPr>
          <p:spPr>
            <a:xfrm>
              <a:off x="8195266" y="43962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4"/>
            <p:cNvSpPr/>
            <p:nvPr/>
          </p:nvSpPr>
          <p:spPr>
            <a:xfrm>
              <a:off x="7034495" y="42617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5"/>
            <p:cNvSpPr/>
            <p:nvPr/>
          </p:nvSpPr>
          <p:spPr>
            <a:xfrm>
              <a:off x="7273776" y="45429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6"/>
            <p:cNvSpPr/>
            <p:nvPr/>
          </p:nvSpPr>
          <p:spPr>
            <a:xfrm>
              <a:off x="7838889" y="44744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7"/>
            <p:cNvSpPr/>
            <p:nvPr/>
          </p:nvSpPr>
          <p:spPr>
            <a:xfrm>
              <a:off x="7889800" y="44513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8"/>
            <p:cNvSpPr/>
            <p:nvPr/>
          </p:nvSpPr>
          <p:spPr>
            <a:xfrm>
              <a:off x="7859253" y="43879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19"/>
            <p:cNvSpPr/>
            <p:nvPr/>
          </p:nvSpPr>
          <p:spPr>
            <a:xfrm>
              <a:off x="7869435" y="41219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0"/>
            <p:cNvSpPr/>
            <p:nvPr/>
          </p:nvSpPr>
          <p:spPr>
            <a:xfrm>
              <a:off x="8526187" y="38976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1"/>
            <p:cNvSpPr/>
            <p:nvPr/>
          </p:nvSpPr>
          <p:spPr>
            <a:xfrm>
              <a:off x="8628010" y="42144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2"/>
            <p:cNvSpPr/>
            <p:nvPr/>
          </p:nvSpPr>
          <p:spPr>
            <a:xfrm>
              <a:off x="7039586" y="45580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3"/>
            <p:cNvSpPr/>
            <p:nvPr/>
          </p:nvSpPr>
          <p:spPr>
            <a:xfrm>
              <a:off x="7884709" y="34354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4"/>
            <p:cNvSpPr/>
            <p:nvPr/>
          </p:nvSpPr>
          <p:spPr>
            <a:xfrm>
              <a:off x="7319596" y="43721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5"/>
            <p:cNvSpPr/>
            <p:nvPr/>
          </p:nvSpPr>
          <p:spPr>
            <a:xfrm>
              <a:off x="8144355" y="45220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6"/>
            <p:cNvSpPr/>
            <p:nvPr/>
          </p:nvSpPr>
          <p:spPr>
            <a:xfrm>
              <a:off x="8836745" y="43308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7"/>
            <p:cNvSpPr/>
            <p:nvPr/>
          </p:nvSpPr>
          <p:spPr>
            <a:xfrm>
              <a:off x="9809145" y="41062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8"/>
            <p:cNvSpPr/>
            <p:nvPr/>
          </p:nvSpPr>
          <p:spPr>
            <a:xfrm>
              <a:off x="8750196" y="41814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29"/>
            <p:cNvSpPr/>
            <p:nvPr/>
          </p:nvSpPr>
          <p:spPr>
            <a:xfrm>
              <a:off x="8500732" y="43824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0"/>
            <p:cNvSpPr/>
            <p:nvPr/>
          </p:nvSpPr>
          <p:spPr>
            <a:xfrm>
              <a:off x="7859253" y="45127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1"/>
            <p:cNvSpPr/>
            <p:nvPr/>
          </p:nvSpPr>
          <p:spPr>
            <a:xfrm>
              <a:off x="7034495" y="46234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2"/>
            <p:cNvSpPr/>
            <p:nvPr/>
          </p:nvSpPr>
          <p:spPr>
            <a:xfrm>
              <a:off x="7324688" y="46848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3"/>
            <p:cNvSpPr/>
            <p:nvPr/>
          </p:nvSpPr>
          <p:spPr>
            <a:xfrm>
              <a:off x="7059950" y="45705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4"/>
            <p:cNvSpPr/>
            <p:nvPr/>
          </p:nvSpPr>
          <p:spPr>
            <a:xfrm>
              <a:off x="7115952" y="53292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5"/>
            <p:cNvSpPr/>
            <p:nvPr/>
          </p:nvSpPr>
          <p:spPr>
            <a:xfrm>
              <a:off x="7085406" y="52463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6"/>
            <p:cNvSpPr/>
            <p:nvPr/>
          </p:nvSpPr>
          <p:spPr>
            <a:xfrm>
              <a:off x="7497785" y="52657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7"/>
            <p:cNvSpPr/>
            <p:nvPr/>
          </p:nvSpPr>
          <p:spPr>
            <a:xfrm>
              <a:off x="7533423" y="52546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8"/>
            <p:cNvSpPr/>
            <p:nvPr/>
          </p:nvSpPr>
          <p:spPr>
            <a:xfrm>
              <a:off x="7054859" y="53196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39"/>
            <p:cNvSpPr/>
            <p:nvPr/>
          </p:nvSpPr>
          <p:spPr>
            <a:xfrm>
              <a:off x="7207592" y="49184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0"/>
            <p:cNvSpPr/>
            <p:nvPr/>
          </p:nvSpPr>
          <p:spPr>
            <a:xfrm>
              <a:off x="7085406" y="48811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1"/>
            <p:cNvSpPr/>
            <p:nvPr/>
          </p:nvSpPr>
          <p:spPr>
            <a:xfrm>
              <a:off x="7075224" y="45481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2"/>
            <p:cNvSpPr/>
            <p:nvPr/>
          </p:nvSpPr>
          <p:spPr>
            <a:xfrm>
              <a:off x="7202501" y="44576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3"/>
            <p:cNvSpPr/>
            <p:nvPr/>
          </p:nvSpPr>
          <p:spPr>
            <a:xfrm>
              <a:off x="7009039" y="43541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4"/>
            <p:cNvSpPr/>
            <p:nvPr/>
          </p:nvSpPr>
          <p:spPr>
            <a:xfrm>
              <a:off x="7248321" y="45524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5"/>
            <p:cNvSpPr/>
            <p:nvPr/>
          </p:nvSpPr>
          <p:spPr>
            <a:xfrm>
              <a:off x="7070132" y="46166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6"/>
            <p:cNvSpPr/>
            <p:nvPr/>
          </p:nvSpPr>
          <p:spPr>
            <a:xfrm>
              <a:off x="7492694" y="46595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7"/>
            <p:cNvSpPr/>
            <p:nvPr/>
          </p:nvSpPr>
          <p:spPr>
            <a:xfrm>
              <a:off x="7299232" y="43646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8"/>
            <p:cNvSpPr/>
            <p:nvPr/>
          </p:nvSpPr>
          <p:spPr>
            <a:xfrm>
              <a:off x="8027260" y="42128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49"/>
            <p:cNvSpPr/>
            <p:nvPr/>
          </p:nvSpPr>
          <p:spPr>
            <a:xfrm>
              <a:off x="7828707" y="41521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0"/>
            <p:cNvSpPr/>
            <p:nvPr/>
          </p:nvSpPr>
          <p:spPr>
            <a:xfrm>
              <a:off x="7146499" y="40769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1"/>
            <p:cNvSpPr/>
            <p:nvPr/>
          </p:nvSpPr>
          <p:spPr>
            <a:xfrm>
              <a:off x="8439639" y="40055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2"/>
            <p:cNvSpPr/>
            <p:nvPr/>
          </p:nvSpPr>
          <p:spPr>
            <a:xfrm>
              <a:off x="8235995" y="40930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3"/>
            <p:cNvSpPr/>
            <p:nvPr/>
          </p:nvSpPr>
          <p:spPr>
            <a:xfrm>
              <a:off x="7803251" y="39971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4"/>
            <p:cNvSpPr/>
            <p:nvPr/>
          </p:nvSpPr>
          <p:spPr>
            <a:xfrm>
              <a:off x="9142211" y="31524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5"/>
            <p:cNvSpPr/>
            <p:nvPr/>
          </p:nvSpPr>
          <p:spPr>
            <a:xfrm>
              <a:off x="7843980" y="31376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6"/>
            <p:cNvSpPr/>
            <p:nvPr/>
          </p:nvSpPr>
          <p:spPr>
            <a:xfrm>
              <a:off x="7726885" y="32983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7"/>
            <p:cNvSpPr/>
            <p:nvPr/>
          </p:nvSpPr>
          <p:spPr>
            <a:xfrm>
              <a:off x="8098535" y="32925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8"/>
            <p:cNvSpPr/>
            <p:nvPr/>
          </p:nvSpPr>
          <p:spPr>
            <a:xfrm>
              <a:off x="9977151" y="31598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59"/>
            <p:cNvSpPr/>
            <p:nvPr/>
          </p:nvSpPr>
          <p:spPr>
            <a:xfrm>
              <a:off x="9086209" y="31854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0"/>
            <p:cNvSpPr/>
            <p:nvPr/>
          </p:nvSpPr>
          <p:spPr>
            <a:xfrm>
              <a:off x="9783690" y="32175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1"/>
            <p:cNvSpPr/>
            <p:nvPr/>
          </p:nvSpPr>
          <p:spPr>
            <a:xfrm>
              <a:off x="7569060" y="32545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2"/>
            <p:cNvSpPr/>
            <p:nvPr/>
          </p:nvSpPr>
          <p:spPr>
            <a:xfrm>
              <a:off x="8378546" y="32957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3"/>
            <p:cNvSpPr/>
            <p:nvPr/>
          </p:nvSpPr>
          <p:spPr>
            <a:xfrm>
              <a:off x="8052715" y="33403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4"/>
            <p:cNvSpPr/>
            <p:nvPr/>
          </p:nvSpPr>
          <p:spPr>
            <a:xfrm>
              <a:off x="7726885" y="44584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5"/>
            <p:cNvSpPr/>
            <p:nvPr/>
          </p:nvSpPr>
          <p:spPr>
            <a:xfrm>
              <a:off x="8826562" y="45568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6"/>
            <p:cNvSpPr/>
            <p:nvPr/>
          </p:nvSpPr>
          <p:spPr>
            <a:xfrm>
              <a:off x="8373454" y="45025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7"/>
            <p:cNvSpPr/>
            <p:nvPr/>
          </p:nvSpPr>
          <p:spPr>
            <a:xfrm>
              <a:off x="7248321" y="46637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8"/>
            <p:cNvSpPr/>
            <p:nvPr/>
          </p:nvSpPr>
          <p:spPr>
            <a:xfrm>
              <a:off x="7823615" y="45645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69"/>
            <p:cNvSpPr/>
            <p:nvPr/>
          </p:nvSpPr>
          <p:spPr>
            <a:xfrm>
              <a:off x="7024313" y="44752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0"/>
            <p:cNvSpPr/>
            <p:nvPr/>
          </p:nvSpPr>
          <p:spPr>
            <a:xfrm>
              <a:off x="7238139" y="53698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1"/>
            <p:cNvSpPr/>
            <p:nvPr/>
          </p:nvSpPr>
          <p:spPr>
            <a:xfrm>
              <a:off x="7339961" y="53209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2"/>
            <p:cNvSpPr/>
            <p:nvPr/>
          </p:nvSpPr>
          <p:spPr>
            <a:xfrm>
              <a:off x="7131226" y="52786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3"/>
            <p:cNvSpPr/>
            <p:nvPr/>
          </p:nvSpPr>
          <p:spPr>
            <a:xfrm>
              <a:off x="7009039" y="52778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4"/>
            <p:cNvSpPr/>
            <p:nvPr/>
          </p:nvSpPr>
          <p:spPr>
            <a:xfrm>
              <a:off x="7319596" y="53439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5"/>
            <p:cNvSpPr/>
            <p:nvPr/>
          </p:nvSpPr>
          <p:spPr>
            <a:xfrm>
              <a:off x="7411236" y="54014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6"/>
            <p:cNvSpPr/>
            <p:nvPr/>
          </p:nvSpPr>
          <p:spPr>
            <a:xfrm>
              <a:off x="7268685" y="56331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7"/>
            <p:cNvSpPr/>
            <p:nvPr/>
          </p:nvSpPr>
          <p:spPr>
            <a:xfrm>
              <a:off x="7339961" y="54666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8"/>
            <p:cNvSpPr/>
            <p:nvPr/>
          </p:nvSpPr>
          <p:spPr>
            <a:xfrm>
              <a:off x="7054859" y="50447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79"/>
            <p:cNvSpPr/>
            <p:nvPr/>
          </p:nvSpPr>
          <p:spPr>
            <a:xfrm>
              <a:off x="7126135" y="47591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0"/>
            <p:cNvSpPr/>
            <p:nvPr/>
          </p:nvSpPr>
          <p:spPr>
            <a:xfrm>
              <a:off x="7227957" y="44338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1"/>
            <p:cNvSpPr/>
            <p:nvPr/>
          </p:nvSpPr>
          <p:spPr>
            <a:xfrm>
              <a:off x="7614880" y="44377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2"/>
            <p:cNvSpPr/>
            <p:nvPr/>
          </p:nvSpPr>
          <p:spPr>
            <a:xfrm>
              <a:off x="7268685" y="44395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3"/>
            <p:cNvSpPr/>
            <p:nvPr/>
          </p:nvSpPr>
          <p:spPr>
            <a:xfrm>
              <a:off x="7177046" y="43603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4"/>
            <p:cNvSpPr/>
            <p:nvPr/>
          </p:nvSpPr>
          <p:spPr>
            <a:xfrm>
              <a:off x="7385781" y="43565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5"/>
            <p:cNvSpPr/>
            <p:nvPr/>
          </p:nvSpPr>
          <p:spPr>
            <a:xfrm>
              <a:off x="7681065" y="44596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6"/>
            <p:cNvSpPr/>
            <p:nvPr/>
          </p:nvSpPr>
          <p:spPr>
            <a:xfrm>
              <a:off x="7105770" y="44412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7"/>
            <p:cNvSpPr/>
            <p:nvPr/>
          </p:nvSpPr>
          <p:spPr>
            <a:xfrm>
              <a:off x="7156681" y="43358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8"/>
            <p:cNvSpPr/>
            <p:nvPr/>
          </p:nvSpPr>
          <p:spPr>
            <a:xfrm>
              <a:off x="6902126" y="425806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89"/>
            <p:cNvSpPr/>
            <p:nvPr/>
          </p:nvSpPr>
          <p:spPr>
            <a:xfrm>
              <a:off x="7065041" y="41852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0"/>
            <p:cNvSpPr/>
            <p:nvPr/>
          </p:nvSpPr>
          <p:spPr>
            <a:xfrm>
              <a:off x="7507967" y="41290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1"/>
            <p:cNvSpPr/>
            <p:nvPr/>
          </p:nvSpPr>
          <p:spPr>
            <a:xfrm>
              <a:off x="7065041" y="40134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2"/>
            <p:cNvSpPr/>
            <p:nvPr/>
          </p:nvSpPr>
          <p:spPr>
            <a:xfrm>
              <a:off x="8439639" y="38799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3"/>
            <p:cNvSpPr/>
            <p:nvPr/>
          </p:nvSpPr>
          <p:spPr>
            <a:xfrm>
              <a:off x="7238139" y="39022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4"/>
            <p:cNvSpPr/>
            <p:nvPr/>
          </p:nvSpPr>
          <p:spPr>
            <a:xfrm>
              <a:off x="7115952" y="41863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5"/>
            <p:cNvSpPr/>
            <p:nvPr/>
          </p:nvSpPr>
          <p:spPr>
            <a:xfrm>
              <a:off x="7675974" y="45116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6"/>
            <p:cNvSpPr/>
            <p:nvPr/>
          </p:nvSpPr>
          <p:spPr>
            <a:xfrm>
              <a:off x="7772704" y="39624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7"/>
            <p:cNvSpPr/>
            <p:nvPr/>
          </p:nvSpPr>
          <p:spPr>
            <a:xfrm>
              <a:off x="7523240" y="49295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t1698"/>
            <p:cNvSpPr/>
            <p:nvPr/>
          </p:nvSpPr>
          <p:spPr>
            <a:xfrm>
              <a:off x="7910164" y="30462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t1699"/>
            <p:cNvSpPr/>
            <p:nvPr/>
          </p:nvSpPr>
          <p:spPr>
            <a:xfrm>
              <a:off x="9030207" y="30400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t1700"/>
            <p:cNvSpPr/>
            <p:nvPr/>
          </p:nvSpPr>
          <p:spPr>
            <a:xfrm>
              <a:off x="8154537" y="30455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t1701"/>
            <p:cNvSpPr/>
            <p:nvPr/>
          </p:nvSpPr>
          <p:spPr>
            <a:xfrm>
              <a:off x="9931331" y="38919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t1702"/>
            <p:cNvSpPr/>
            <p:nvPr/>
          </p:nvSpPr>
          <p:spPr>
            <a:xfrm>
              <a:off x="9742961" y="37363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t1703"/>
            <p:cNvSpPr/>
            <p:nvPr/>
          </p:nvSpPr>
          <p:spPr>
            <a:xfrm>
              <a:off x="10333529" y="38164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t1704"/>
            <p:cNvSpPr/>
            <p:nvPr/>
          </p:nvSpPr>
          <p:spPr>
            <a:xfrm>
              <a:off x="8266541" y="39474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t1705"/>
            <p:cNvSpPr/>
            <p:nvPr/>
          </p:nvSpPr>
          <p:spPr>
            <a:xfrm>
              <a:off x="6785031" y="4117143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t1706"/>
            <p:cNvSpPr/>
            <p:nvPr/>
          </p:nvSpPr>
          <p:spPr>
            <a:xfrm>
              <a:off x="8144355" y="40873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t1707"/>
            <p:cNvSpPr/>
            <p:nvPr/>
          </p:nvSpPr>
          <p:spPr>
            <a:xfrm>
              <a:off x="8337817" y="43956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t1708"/>
            <p:cNvSpPr/>
            <p:nvPr/>
          </p:nvSpPr>
          <p:spPr>
            <a:xfrm>
              <a:off x="7899982" y="41309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t1709"/>
            <p:cNvSpPr/>
            <p:nvPr/>
          </p:nvSpPr>
          <p:spPr>
            <a:xfrm>
              <a:off x="7640336" y="37531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t1710"/>
            <p:cNvSpPr/>
            <p:nvPr/>
          </p:nvSpPr>
          <p:spPr>
            <a:xfrm>
              <a:off x="8200357" y="38242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t1711"/>
            <p:cNvSpPr/>
            <p:nvPr/>
          </p:nvSpPr>
          <p:spPr>
            <a:xfrm>
              <a:off x="7156681" y="54257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t1712"/>
            <p:cNvSpPr/>
            <p:nvPr/>
          </p:nvSpPr>
          <p:spPr>
            <a:xfrm>
              <a:off x="7635245" y="52204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3"/>
            <p:cNvSpPr/>
            <p:nvPr/>
          </p:nvSpPr>
          <p:spPr>
            <a:xfrm>
              <a:off x="8083262" y="51374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4"/>
            <p:cNvSpPr/>
            <p:nvPr/>
          </p:nvSpPr>
          <p:spPr>
            <a:xfrm>
              <a:off x="7009039" y="51115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5"/>
            <p:cNvSpPr/>
            <p:nvPr/>
          </p:nvSpPr>
          <p:spPr>
            <a:xfrm>
              <a:off x="7421418" y="50764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6"/>
            <p:cNvSpPr/>
            <p:nvPr/>
          </p:nvSpPr>
          <p:spPr>
            <a:xfrm>
              <a:off x="7085406" y="51348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7"/>
            <p:cNvSpPr/>
            <p:nvPr/>
          </p:nvSpPr>
          <p:spPr>
            <a:xfrm>
              <a:off x="7451965" y="51241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8"/>
            <p:cNvSpPr/>
            <p:nvPr/>
          </p:nvSpPr>
          <p:spPr>
            <a:xfrm>
              <a:off x="7034495" y="50282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19"/>
            <p:cNvSpPr/>
            <p:nvPr/>
          </p:nvSpPr>
          <p:spPr>
            <a:xfrm>
              <a:off x="7360325" y="48908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0"/>
            <p:cNvSpPr/>
            <p:nvPr/>
          </p:nvSpPr>
          <p:spPr>
            <a:xfrm>
              <a:off x="6998857" y="51595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1"/>
            <p:cNvSpPr/>
            <p:nvPr/>
          </p:nvSpPr>
          <p:spPr>
            <a:xfrm>
              <a:off x="7258503" y="52422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2"/>
            <p:cNvSpPr/>
            <p:nvPr/>
          </p:nvSpPr>
          <p:spPr>
            <a:xfrm>
              <a:off x="7075224" y="47530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3"/>
            <p:cNvSpPr/>
            <p:nvPr/>
          </p:nvSpPr>
          <p:spPr>
            <a:xfrm>
              <a:off x="7009039" y="49221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4"/>
            <p:cNvSpPr/>
            <p:nvPr/>
          </p:nvSpPr>
          <p:spPr>
            <a:xfrm>
              <a:off x="7492694" y="4937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5"/>
            <p:cNvSpPr/>
            <p:nvPr/>
          </p:nvSpPr>
          <p:spPr>
            <a:xfrm>
              <a:off x="7003948" y="48007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6"/>
            <p:cNvSpPr/>
            <p:nvPr/>
          </p:nvSpPr>
          <p:spPr>
            <a:xfrm>
              <a:off x="7085406" y="45202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7"/>
            <p:cNvSpPr/>
            <p:nvPr/>
          </p:nvSpPr>
          <p:spPr>
            <a:xfrm>
              <a:off x="7095588" y="41624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8"/>
            <p:cNvSpPr/>
            <p:nvPr/>
          </p:nvSpPr>
          <p:spPr>
            <a:xfrm>
              <a:off x="7426510" y="39785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29"/>
            <p:cNvSpPr/>
            <p:nvPr/>
          </p:nvSpPr>
          <p:spPr>
            <a:xfrm>
              <a:off x="8337817" y="39235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0"/>
            <p:cNvSpPr/>
            <p:nvPr/>
          </p:nvSpPr>
          <p:spPr>
            <a:xfrm>
              <a:off x="7207592" y="38983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1"/>
            <p:cNvSpPr/>
            <p:nvPr/>
          </p:nvSpPr>
          <p:spPr>
            <a:xfrm>
              <a:off x="7299232" y="37978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2"/>
            <p:cNvSpPr/>
            <p:nvPr/>
          </p:nvSpPr>
          <p:spPr>
            <a:xfrm>
              <a:off x="7421418" y="36131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3"/>
            <p:cNvSpPr/>
            <p:nvPr/>
          </p:nvSpPr>
          <p:spPr>
            <a:xfrm>
              <a:off x="8790925" y="35419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4"/>
            <p:cNvSpPr/>
            <p:nvPr/>
          </p:nvSpPr>
          <p:spPr>
            <a:xfrm>
              <a:off x="8256359" y="36810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5"/>
            <p:cNvSpPr/>
            <p:nvPr/>
          </p:nvSpPr>
          <p:spPr>
            <a:xfrm>
              <a:off x="7370507" y="38145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6"/>
            <p:cNvSpPr/>
            <p:nvPr/>
          </p:nvSpPr>
          <p:spPr>
            <a:xfrm>
              <a:off x="7126135" y="36534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7"/>
            <p:cNvSpPr/>
            <p:nvPr/>
          </p:nvSpPr>
          <p:spPr>
            <a:xfrm>
              <a:off x="7355234" y="36727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8"/>
            <p:cNvSpPr/>
            <p:nvPr/>
          </p:nvSpPr>
          <p:spPr>
            <a:xfrm>
              <a:off x="8200357" y="35942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39"/>
            <p:cNvSpPr/>
            <p:nvPr/>
          </p:nvSpPr>
          <p:spPr>
            <a:xfrm>
              <a:off x="7462147" y="35681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0"/>
            <p:cNvSpPr/>
            <p:nvPr/>
          </p:nvSpPr>
          <p:spPr>
            <a:xfrm>
              <a:off x="7828707" y="37738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1"/>
            <p:cNvSpPr/>
            <p:nvPr/>
          </p:nvSpPr>
          <p:spPr>
            <a:xfrm>
              <a:off x="7747249" y="46533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2"/>
            <p:cNvSpPr/>
            <p:nvPr/>
          </p:nvSpPr>
          <p:spPr>
            <a:xfrm>
              <a:off x="7981440" y="42522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3"/>
            <p:cNvSpPr/>
            <p:nvPr/>
          </p:nvSpPr>
          <p:spPr>
            <a:xfrm>
              <a:off x="8083262" y="37612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4"/>
            <p:cNvSpPr/>
            <p:nvPr/>
          </p:nvSpPr>
          <p:spPr>
            <a:xfrm>
              <a:off x="8235995" y="52020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5"/>
            <p:cNvSpPr/>
            <p:nvPr/>
          </p:nvSpPr>
          <p:spPr>
            <a:xfrm>
              <a:off x="8902929" y="39775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6"/>
            <p:cNvSpPr/>
            <p:nvPr/>
          </p:nvSpPr>
          <p:spPr>
            <a:xfrm>
              <a:off x="10593175" y="43548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7"/>
            <p:cNvSpPr/>
            <p:nvPr/>
          </p:nvSpPr>
          <p:spPr>
            <a:xfrm>
              <a:off x="11158287" y="30752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8"/>
            <p:cNvSpPr/>
            <p:nvPr/>
          </p:nvSpPr>
          <p:spPr>
            <a:xfrm>
              <a:off x="7039586" y="39994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49"/>
            <p:cNvSpPr/>
            <p:nvPr/>
          </p:nvSpPr>
          <p:spPr>
            <a:xfrm>
              <a:off x="8628010" y="42607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0"/>
            <p:cNvSpPr/>
            <p:nvPr/>
          </p:nvSpPr>
          <p:spPr>
            <a:xfrm>
              <a:off x="9656412" y="37591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1"/>
            <p:cNvSpPr/>
            <p:nvPr/>
          </p:nvSpPr>
          <p:spPr>
            <a:xfrm>
              <a:off x="7828707" y="37840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2"/>
            <p:cNvSpPr/>
            <p:nvPr/>
          </p:nvSpPr>
          <p:spPr>
            <a:xfrm>
              <a:off x="7772704" y="52130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3"/>
            <p:cNvSpPr/>
            <p:nvPr/>
          </p:nvSpPr>
          <p:spPr>
            <a:xfrm>
              <a:off x="7187228" y="52403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4"/>
            <p:cNvSpPr/>
            <p:nvPr/>
          </p:nvSpPr>
          <p:spPr>
            <a:xfrm>
              <a:off x="7574151" y="50375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5"/>
            <p:cNvSpPr/>
            <p:nvPr/>
          </p:nvSpPr>
          <p:spPr>
            <a:xfrm>
              <a:off x="7365416" y="50577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6"/>
            <p:cNvSpPr/>
            <p:nvPr/>
          </p:nvSpPr>
          <p:spPr>
            <a:xfrm>
              <a:off x="7014130" y="48201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7"/>
            <p:cNvSpPr/>
            <p:nvPr/>
          </p:nvSpPr>
          <p:spPr>
            <a:xfrm>
              <a:off x="7146499" y="50911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8"/>
            <p:cNvSpPr/>
            <p:nvPr/>
          </p:nvSpPr>
          <p:spPr>
            <a:xfrm>
              <a:off x="7411236" y="49924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59"/>
            <p:cNvSpPr/>
            <p:nvPr/>
          </p:nvSpPr>
          <p:spPr>
            <a:xfrm>
              <a:off x="7314505" y="47931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0"/>
            <p:cNvSpPr/>
            <p:nvPr/>
          </p:nvSpPr>
          <p:spPr>
            <a:xfrm>
              <a:off x="7197410" y="47400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1"/>
            <p:cNvSpPr/>
            <p:nvPr/>
          </p:nvSpPr>
          <p:spPr>
            <a:xfrm>
              <a:off x="7034495" y="44769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2"/>
            <p:cNvSpPr/>
            <p:nvPr/>
          </p:nvSpPr>
          <p:spPr>
            <a:xfrm>
              <a:off x="7003948" y="43156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3"/>
            <p:cNvSpPr/>
            <p:nvPr/>
          </p:nvSpPr>
          <p:spPr>
            <a:xfrm>
              <a:off x="7273776" y="42287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4"/>
            <p:cNvSpPr/>
            <p:nvPr/>
          </p:nvSpPr>
          <p:spPr>
            <a:xfrm>
              <a:off x="7675974" y="41386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5"/>
            <p:cNvSpPr/>
            <p:nvPr/>
          </p:nvSpPr>
          <p:spPr>
            <a:xfrm>
              <a:off x="8164719" y="40457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6"/>
            <p:cNvSpPr/>
            <p:nvPr/>
          </p:nvSpPr>
          <p:spPr>
            <a:xfrm>
              <a:off x="8821471" y="39506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7"/>
            <p:cNvSpPr/>
            <p:nvPr/>
          </p:nvSpPr>
          <p:spPr>
            <a:xfrm>
              <a:off x="7823615" y="38533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8"/>
            <p:cNvSpPr/>
            <p:nvPr/>
          </p:nvSpPr>
          <p:spPr>
            <a:xfrm>
              <a:off x="7533423" y="37538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69"/>
            <p:cNvSpPr/>
            <p:nvPr/>
          </p:nvSpPr>
          <p:spPr>
            <a:xfrm>
              <a:off x="7645427" y="36518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0"/>
            <p:cNvSpPr/>
            <p:nvPr/>
          </p:nvSpPr>
          <p:spPr>
            <a:xfrm>
              <a:off x="7380690" y="34422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1"/>
            <p:cNvSpPr/>
            <p:nvPr/>
          </p:nvSpPr>
          <p:spPr>
            <a:xfrm>
              <a:off x="9381493" y="33395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2"/>
            <p:cNvSpPr/>
            <p:nvPr/>
          </p:nvSpPr>
          <p:spPr>
            <a:xfrm>
              <a:off x="9646230" y="32437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3"/>
            <p:cNvSpPr/>
            <p:nvPr/>
          </p:nvSpPr>
          <p:spPr>
            <a:xfrm>
              <a:off x="8235995" y="31583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4"/>
            <p:cNvSpPr/>
            <p:nvPr/>
          </p:nvSpPr>
          <p:spPr>
            <a:xfrm>
              <a:off x="7889800" y="30182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5"/>
            <p:cNvSpPr/>
            <p:nvPr/>
          </p:nvSpPr>
          <p:spPr>
            <a:xfrm>
              <a:off x="7584334" y="29611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6"/>
            <p:cNvSpPr/>
            <p:nvPr/>
          </p:nvSpPr>
          <p:spPr>
            <a:xfrm>
              <a:off x="8113808" y="28743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7"/>
            <p:cNvSpPr/>
            <p:nvPr/>
          </p:nvSpPr>
          <p:spPr>
            <a:xfrm>
              <a:off x="8475276" y="28474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8"/>
            <p:cNvSpPr/>
            <p:nvPr/>
          </p:nvSpPr>
          <p:spPr>
            <a:xfrm>
              <a:off x="8078171" y="28336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79"/>
            <p:cNvSpPr/>
            <p:nvPr/>
          </p:nvSpPr>
          <p:spPr>
            <a:xfrm>
              <a:off x="8653465" y="28335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0"/>
            <p:cNvSpPr/>
            <p:nvPr/>
          </p:nvSpPr>
          <p:spPr>
            <a:xfrm>
              <a:off x="7787978" y="28468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1"/>
            <p:cNvSpPr/>
            <p:nvPr/>
          </p:nvSpPr>
          <p:spPr>
            <a:xfrm>
              <a:off x="7650518" y="28721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2"/>
            <p:cNvSpPr/>
            <p:nvPr/>
          </p:nvSpPr>
          <p:spPr>
            <a:xfrm>
              <a:off x="10440442" y="29038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3"/>
            <p:cNvSpPr/>
            <p:nvPr/>
          </p:nvSpPr>
          <p:spPr>
            <a:xfrm>
              <a:off x="7085406" y="28887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4"/>
            <p:cNvSpPr/>
            <p:nvPr/>
          </p:nvSpPr>
          <p:spPr>
            <a:xfrm>
              <a:off x="10012789" y="31555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5"/>
            <p:cNvSpPr/>
            <p:nvPr/>
          </p:nvSpPr>
          <p:spPr>
            <a:xfrm>
              <a:off x="7818524" y="31923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6"/>
            <p:cNvSpPr/>
            <p:nvPr/>
          </p:nvSpPr>
          <p:spPr>
            <a:xfrm>
              <a:off x="8093444" y="52071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7"/>
            <p:cNvSpPr/>
            <p:nvPr/>
          </p:nvSpPr>
          <p:spPr>
            <a:xfrm>
              <a:off x="7380690" y="51975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8"/>
            <p:cNvSpPr/>
            <p:nvPr/>
          </p:nvSpPr>
          <p:spPr>
            <a:xfrm>
              <a:off x="7421418" y="51854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89"/>
            <p:cNvSpPr/>
            <p:nvPr/>
          </p:nvSpPr>
          <p:spPr>
            <a:xfrm>
              <a:off x="7492694" y="51730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0"/>
            <p:cNvSpPr/>
            <p:nvPr/>
          </p:nvSpPr>
          <p:spPr>
            <a:xfrm>
              <a:off x="7166863" y="51602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1"/>
            <p:cNvSpPr/>
            <p:nvPr/>
          </p:nvSpPr>
          <p:spPr>
            <a:xfrm>
              <a:off x="7258503" y="51316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2"/>
            <p:cNvSpPr/>
            <p:nvPr/>
          </p:nvSpPr>
          <p:spPr>
            <a:xfrm>
              <a:off x="7126135" y="50006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3"/>
            <p:cNvSpPr/>
            <p:nvPr/>
          </p:nvSpPr>
          <p:spPr>
            <a:xfrm>
              <a:off x="7309414" y="49686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4"/>
            <p:cNvSpPr/>
            <p:nvPr/>
          </p:nvSpPr>
          <p:spPr>
            <a:xfrm>
              <a:off x="7126135" y="48481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5"/>
            <p:cNvSpPr/>
            <p:nvPr/>
          </p:nvSpPr>
          <p:spPr>
            <a:xfrm>
              <a:off x="7319596" y="47986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6"/>
            <p:cNvSpPr/>
            <p:nvPr/>
          </p:nvSpPr>
          <p:spPr>
            <a:xfrm>
              <a:off x="7177046" y="47440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7"/>
            <p:cNvSpPr/>
            <p:nvPr/>
          </p:nvSpPr>
          <p:spPr>
            <a:xfrm>
              <a:off x="7126135" y="46185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8"/>
            <p:cNvSpPr/>
            <p:nvPr/>
          </p:nvSpPr>
          <p:spPr>
            <a:xfrm>
              <a:off x="7248321" y="45473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799"/>
            <p:cNvSpPr/>
            <p:nvPr/>
          </p:nvSpPr>
          <p:spPr>
            <a:xfrm>
              <a:off x="7003948" y="44705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0"/>
            <p:cNvSpPr/>
            <p:nvPr/>
          </p:nvSpPr>
          <p:spPr>
            <a:xfrm>
              <a:off x="7507967" y="43881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1"/>
            <p:cNvSpPr/>
            <p:nvPr/>
          </p:nvSpPr>
          <p:spPr>
            <a:xfrm>
              <a:off x="7487603" y="42084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2"/>
            <p:cNvSpPr/>
            <p:nvPr/>
          </p:nvSpPr>
          <p:spPr>
            <a:xfrm>
              <a:off x="7243230" y="41124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3"/>
            <p:cNvSpPr/>
            <p:nvPr/>
          </p:nvSpPr>
          <p:spPr>
            <a:xfrm>
              <a:off x="7299232" y="40134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4"/>
            <p:cNvSpPr/>
            <p:nvPr/>
          </p:nvSpPr>
          <p:spPr>
            <a:xfrm>
              <a:off x="7966166" y="39118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5"/>
            <p:cNvSpPr/>
            <p:nvPr/>
          </p:nvSpPr>
          <p:spPr>
            <a:xfrm>
              <a:off x="8928384" y="38078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6"/>
            <p:cNvSpPr/>
            <p:nvPr/>
          </p:nvSpPr>
          <p:spPr>
            <a:xfrm>
              <a:off x="8200357" y="37013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7"/>
            <p:cNvSpPr/>
            <p:nvPr/>
          </p:nvSpPr>
          <p:spPr>
            <a:xfrm>
              <a:off x="7838889" y="35922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8"/>
            <p:cNvSpPr/>
            <p:nvPr/>
          </p:nvSpPr>
          <p:spPr>
            <a:xfrm>
              <a:off x="7472329" y="34809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09"/>
            <p:cNvSpPr/>
            <p:nvPr/>
          </p:nvSpPr>
          <p:spPr>
            <a:xfrm>
              <a:off x="8291997" y="33697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0"/>
            <p:cNvSpPr/>
            <p:nvPr/>
          </p:nvSpPr>
          <p:spPr>
            <a:xfrm>
              <a:off x="8460003" y="32626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1"/>
            <p:cNvSpPr/>
            <p:nvPr/>
          </p:nvSpPr>
          <p:spPr>
            <a:xfrm>
              <a:off x="8052715" y="31640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2"/>
            <p:cNvSpPr/>
            <p:nvPr/>
          </p:nvSpPr>
          <p:spPr>
            <a:xfrm>
              <a:off x="8113808" y="30759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3"/>
            <p:cNvSpPr/>
            <p:nvPr/>
          </p:nvSpPr>
          <p:spPr>
            <a:xfrm>
              <a:off x="7655609" y="29974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4"/>
            <p:cNvSpPr/>
            <p:nvPr/>
          </p:nvSpPr>
          <p:spPr>
            <a:xfrm>
              <a:off x="7920346" y="29272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5"/>
            <p:cNvSpPr/>
            <p:nvPr/>
          </p:nvSpPr>
          <p:spPr>
            <a:xfrm>
              <a:off x="7177046" y="28650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6"/>
            <p:cNvSpPr/>
            <p:nvPr/>
          </p:nvSpPr>
          <p:spPr>
            <a:xfrm>
              <a:off x="7370507" y="28118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7"/>
            <p:cNvSpPr/>
            <p:nvPr/>
          </p:nvSpPr>
          <p:spPr>
            <a:xfrm>
              <a:off x="8587281" y="27690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8"/>
            <p:cNvSpPr/>
            <p:nvPr/>
          </p:nvSpPr>
          <p:spPr>
            <a:xfrm>
              <a:off x="10109520" y="27385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19"/>
            <p:cNvSpPr/>
            <p:nvPr/>
          </p:nvSpPr>
          <p:spPr>
            <a:xfrm>
              <a:off x="8047624" y="27217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0"/>
            <p:cNvSpPr/>
            <p:nvPr/>
          </p:nvSpPr>
          <p:spPr>
            <a:xfrm>
              <a:off x="9086209" y="27197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1"/>
            <p:cNvSpPr/>
            <p:nvPr/>
          </p:nvSpPr>
          <p:spPr>
            <a:xfrm>
              <a:off x="8821471" y="27322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2"/>
            <p:cNvSpPr/>
            <p:nvPr/>
          </p:nvSpPr>
          <p:spPr>
            <a:xfrm>
              <a:off x="7487603" y="27578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3"/>
            <p:cNvSpPr/>
            <p:nvPr/>
          </p:nvSpPr>
          <p:spPr>
            <a:xfrm>
              <a:off x="8154537" y="27943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4"/>
            <p:cNvSpPr/>
            <p:nvPr/>
          </p:nvSpPr>
          <p:spPr>
            <a:xfrm>
              <a:off x="8378546" y="28332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5"/>
            <p:cNvSpPr/>
            <p:nvPr/>
          </p:nvSpPr>
          <p:spPr>
            <a:xfrm>
              <a:off x="9890603" y="28748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6"/>
            <p:cNvSpPr/>
            <p:nvPr/>
          </p:nvSpPr>
          <p:spPr>
            <a:xfrm>
              <a:off x="7105770" y="29279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7"/>
            <p:cNvSpPr/>
            <p:nvPr/>
          </p:nvSpPr>
          <p:spPr>
            <a:xfrm>
              <a:off x="7889800" y="29704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8"/>
            <p:cNvSpPr/>
            <p:nvPr/>
          </p:nvSpPr>
          <p:spPr>
            <a:xfrm>
              <a:off x="8734923" y="30141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29"/>
            <p:cNvSpPr/>
            <p:nvPr/>
          </p:nvSpPr>
          <p:spPr>
            <a:xfrm>
              <a:off x="7075224" y="30446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0"/>
            <p:cNvSpPr/>
            <p:nvPr/>
          </p:nvSpPr>
          <p:spPr>
            <a:xfrm>
              <a:off x="7584334" y="52061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1"/>
            <p:cNvSpPr/>
            <p:nvPr/>
          </p:nvSpPr>
          <p:spPr>
            <a:xfrm>
              <a:off x="7329779" y="51957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2"/>
            <p:cNvSpPr/>
            <p:nvPr/>
          </p:nvSpPr>
          <p:spPr>
            <a:xfrm>
              <a:off x="7289050" y="51848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3"/>
            <p:cNvSpPr/>
            <p:nvPr/>
          </p:nvSpPr>
          <p:spPr>
            <a:xfrm>
              <a:off x="7105770" y="51734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4"/>
            <p:cNvSpPr/>
            <p:nvPr/>
          </p:nvSpPr>
          <p:spPr>
            <a:xfrm>
              <a:off x="7136317" y="51614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5"/>
            <p:cNvSpPr/>
            <p:nvPr/>
          </p:nvSpPr>
          <p:spPr>
            <a:xfrm>
              <a:off x="8022168" y="51484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6"/>
            <p:cNvSpPr/>
            <p:nvPr/>
          </p:nvSpPr>
          <p:spPr>
            <a:xfrm>
              <a:off x="7625062" y="51342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7"/>
            <p:cNvSpPr/>
            <p:nvPr/>
          </p:nvSpPr>
          <p:spPr>
            <a:xfrm>
              <a:off x="7645427" y="51183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8"/>
            <p:cNvSpPr/>
            <p:nvPr/>
          </p:nvSpPr>
          <p:spPr>
            <a:xfrm>
              <a:off x="7289050" y="50806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39"/>
            <p:cNvSpPr/>
            <p:nvPr/>
          </p:nvSpPr>
          <p:spPr>
            <a:xfrm>
              <a:off x="7350143" y="47972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0"/>
            <p:cNvSpPr/>
            <p:nvPr/>
          </p:nvSpPr>
          <p:spPr>
            <a:xfrm>
              <a:off x="7100679" y="46120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1"/>
            <p:cNvSpPr/>
            <p:nvPr/>
          </p:nvSpPr>
          <p:spPr>
            <a:xfrm>
              <a:off x="6998857" y="45385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2"/>
            <p:cNvSpPr/>
            <p:nvPr/>
          </p:nvSpPr>
          <p:spPr>
            <a:xfrm>
              <a:off x="7166863" y="44588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3"/>
            <p:cNvSpPr/>
            <p:nvPr/>
          </p:nvSpPr>
          <p:spPr>
            <a:xfrm>
              <a:off x="8500732" y="42817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4"/>
            <p:cNvSpPr/>
            <p:nvPr/>
          </p:nvSpPr>
          <p:spPr>
            <a:xfrm>
              <a:off x="7935620" y="41852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5"/>
            <p:cNvSpPr/>
            <p:nvPr/>
          </p:nvSpPr>
          <p:spPr>
            <a:xfrm>
              <a:off x="8689103" y="40844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6"/>
            <p:cNvSpPr/>
            <p:nvPr/>
          </p:nvSpPr>
          <p:spPr>
            <a:xfrm>
              <a:off x="7757431" y="39800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7"/>
            <p:cNvSpPr/>
            <p:nvPr/>
          </p:nvSpPr>
          <p:spPr>
            <a:xfrm>
              <a:off x="8022168" y="38728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8"/>
            <p:cNvSpPr/>
            <p:nvPr/>
          </p:nvSpPr>
          <p:spPr>
            <a:xfrm>
              <a:off x="9539317" y="37627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49"/>
            <p:cNvSpPr/>
            <p:nvPr/>
          </p:nvSpPr>
          <p:spPr>
            <a:xfrm>
              <a:off x="8597463" y="36495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0"/>
            <p:cNvSpPr/>
            <p:nvPr/>
          </p:nvSpPr>
          <p:spPr>
            <a:xfrm>
              <a:off x="8398910" y="35332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1"/>
            <p:cNvSpPr/>
            <p:nvPr/>
          </p:nvSpPr>
          <p:spPr>
            <a:xfrm>
              <a:off x="7182137" y="34146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2"/>
            <p:cNvSpPr/>
            <p:nvPr/>
          </p:nvSpPr>
          <p:spPr>
            <a:xfrm>
              <a:off x="7650518" y="32970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3"/>
            <p:cNvSpPr/>
            <p:nvPr/>
          </p:nvSpPr>
          <p:spPr>
            <a:xfrm>
              <a:off x="7385781" y="31849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4"/>
            <p:cNvSpPr/>
            <p:nvPr/>
          </p:nvSpPr>
          <p:spPr>
            <a:xfrm>
              <a:off x="7630154" y="30821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5"/>
            <p:cNvSpPr/>
            <p:nvPr/>
          </p:nvSpPr>
          <p:spPr>
            <a:xfrm>
              <a:off x="7065041" y="29891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6"/>
            <p:cNvSpPr/>
            <p:nvPr/>
          </p:nvSpPr>
          <p:spPr>
            <a:xfrm>
              <a:off x="7737067" y="29046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7"/>
            <p:cNvSpPr/>
            <p:nvPr/>
          </p:nvSpPr>
          <p:spPr>
            <a:xfrm>
              <a:off x="7207592" y="28279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8"/>
            <p:cNvSpPr/>
            <p:nvPr/>
          </p:nvSpPr>
          <p:spPr>
            <a:xfrm>
              <a:off x="7553787" y="27600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59"/>
            <p:cNvSpPr/>
            <p:nvPr/>
          </p:nvSpPr>
          <p:spPr>
            <a:xfrm>
              <a:off x="9193122" y="26560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0"/>
            <p:cNvSpPr/>
            <p:nvPr/>
          </p:nvSpPr>
          <p:spPr>
            <a:xfrm>
              <a:off x="8363272" y="26232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1"/>
            <p:cNvSpPr/>
            <p:nvPr/>
          </p:nvSpPr>
          <p:spPr>
            <a:xfrm>
              <a:off x="8067988" y="26050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2"/>
            <p:cNvSpPr/>
            <p:nvPr/>
          </p:nvSpPr>
          <p:spPr>
            <a:xfrm>
              <a:off x="8256359" y="26020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3"/>
            <p:cNvSpPr/>
            <p:nvPr/>
          </p:nvSpPr>
          <p:spPr>
            <a:xfrm>
              <a:off x="7584334" y="26138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4"/>
            <p:cNvSpPr/>
            <p:nvPr/>
          </p:nvSpPr>
          <p:spPr>
            <a:xfrm>
              <a:off x="7787978" y="26392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5"/>
            <p:cNvSpPr/>
            <p:nvPr/>
          </p:nvSpPr>
          <p:spPr>
            <a:xfrm>
              <a:off x="8928384" y="26760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6"/>
            <p:cNvSpPr/>
            <p:nvPr/>
          </p:nvSpPr>
          <p:spPr>
            <a:xfrm>
              <a:off x="8607645" y="27217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7"/>
            <p:cNvSpPr/>
            <p:nvPr/>
          </p:nvSpPr>
          <p:spPr>
            <a:xfrm>
              <a:off x="9020024" y="27584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8"/>
            <p:cNvSpPr/>
            <p:nvPr/>
          </p:nvSpPr>
          <p:spPr>
            <a:xfrm>
              <a:off x="8897838" y="28266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69"/>
            <p:cNvSpPr/>
            <p:nvPr/>
          </p:nvSpPr>
          <p:spPr>
            <a:xfrm>
              <a:off x="8653465" y="28911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0"/>
            <p:cNvSpPr/>
            <p:nvPr/>
          </p:nvSpPr>
          <p:spPr>
            <a:xfrm>
              <a:off x="8592372" y="29606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1"/>
            <p:cNvSpPr/>
            <p:nvPr/>
          </p:nvSpPr>
          <p:spPr>
            <a:xfrm>
              <a:off x="8811289" y="30097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2"/>
            <p:cNvSpPr/>
            <p:nvPr/>
          </p:nvSpPr>
          <p:spPr>
            <a:xfrm>
              <a:off x="7019221" y="51726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3"/>
            <p:cNvSpPr/>
            <p:nvPr/>
          </p:nvSpPr>
          <p:spPr>
            <a:xfrm>
              <a:off x="7105770" y="51609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4"/>
            <p:cNvSpPr/>
            <p:nvPr/>
          </p:nvSpPr>
          <p:spPr>
            <a:xfrm>
              <a:off x="7090497" y="51481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5"/>
            <p:cNvSpPr/>
            <p:nvPr/>
          </p:nvSpPr>
          <p:spPr>
            <a:xfrm>
              <a:off x="7095588" y="51338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6"/>
            <p:cNvSpPr/>
            <p:nvPr/>
          </p:nvSpPr>
          <p:spPr>
            <a:xfrm>
              <a:off x="7075224" y="45993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7"/>
            <p:cNvSpPr/>
            <p:nvPr/>
          </p:nvSpPr>
          <p:spPr>
            <a:xfrm>
              <a:off x="7014130" y="45239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8"/>
            <p:cNvSpPr/>
            <p:nvPr/>
          </p:nvSpPr>
          <p:spPr>
            <a:xfrm>
              <a:off x="7910164" y="44421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79"/>
            <p:cNvSpPr/>
            <p:nvPr/>
          </p:nvSpPr>
          <p:spPr>
            <a:xfrm>
              <a:off x="6861397" y="435385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0"/>
            <p:cNvSpPr/>
            <p:nvPr/>
          </p:nvSpPr>
          <p:spPr>
            <a:xfrm>
              <a:off x="7319596" y="42594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1"/>
            <p:cNvSpPr/>
            <p:nvPr/>
          </p:nvSpPr>
          <p:spPr>
            <a:xfrm>
              <a:off x="7462147" y="41593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2"/>
            <p:cNvSpPr/>
            <p:nvPr/>
          </p:nvSpPr>
          <p:spPr>
            <a:xfrm>
              <a:off x="7579243" y="40545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3"/>
            <p:cNvSpPr/>
            <p:nvPr/>
          </p:nvSpPr>
          <p:spPr>
            <a:xfrm>
              <a:off x="7614880" y="39456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4"/>
            <p:cNvSpPr/>
            <p:nvPr/>
          </p:nvSpPr>
          <p:spPr>
            <a:xfrm>
              <a:off x="8001804" y="38331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5"/>
            <p:cNvSpPr/>
            <p:nvPr/>
          </p:nvSpPr>
          <p:spPr>
            <a:xfrm>
              <a:off x="8342908" y="37169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6"/>
            <p:cNvSpPr/>
            <p:nvPr/>
          </p:nvSpPr>
          <p:spPr>
            <a:xfrm>
              <a:off x="9417130" y="35966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7"/>
            <p:cNvSpPr/>
            <p:nvPr/>
          </p:nvSpPr>
          <p:spPr>
            <a:xfrm>
              <a:off x="7991622" y="34721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8"/>
            <p:cNvSpPr/>
            <p:nvPr/>
          </p:nvSpPr>
          <p:spPr>
            <a:xfrm>
              <a:off x="9753143" y="33455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89"/>
            <p:cNvSpPr/>
            <p:nvPr/>
          </p:nvSpPr>
          <p:spPr>
            <a:xfrm>
              <a:off x="7370507" y="32208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0"/>
            <p:cNvSpPr/>
            <p:nvPr/>
          </p:nvSpPr>
          <p:spPr>
            <a:xfrm>
              <a:off x="7777796" y="31030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1"/>
            <p:cNvSpPr/>
            <p:nvPr/>
          </p:nvSpPr>
          <p:spPr>
            <a:xfrm>
              <a:off x="7762522" y="29945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2"/>
            <p:cNvSpPr/>
            <p:nvPr/>
          </p:nvSpPr>
          <p:spPr>
            <a:xfrm>
              <a:off x="7126135" y="28947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3"/>
            <p:cNvSpPr/>
            <p:nvPr/>
          </p:nvSpPr>
          <p:spPr>
            <a:xfrm>
              <a:off x="8042533" y="28027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4"/>
            <p:cNvSpPr/>
            <p:nvPr/>
          </p:nvSpPr>
          <p:spPr>
            <a:xfrm>
              <a:off x="8154537" y="27192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5"/>
            <p:cNvSpPr/>
            <p:nvPr/>
          </p:nvSpPr>
          <p:spPr>
            <a:xfrm>
              <a:off x="7757431" y="26457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6"/>
            <p:cNvSpPr/>
            <p:nvPr/>
          </p:nvSpPr>
          <p:spPr>
            <a:xfrm>
              <a:off x="7289050" y="25841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7"/>
            <p:cNvSpPr/>
            <p:nvPr/>
          </p:nvSpPr>
          <p:spPr>
            <a:xfrm>
              <a:off x="9819327" y="25361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8"/>
            <p:cNvSpPr/>
            <p:nvPr/>
          </p:nvSpPr>
          <p:spPr>
            <a:xfrm>
              <a:off x="9829509" y="25027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899"/>
            <p:cNvSpPr/>
            <p:nvPr/>
          </p:nvSpPr>
          <p:spPr>
            <a:xfrm>
              <a:off x="8256359" y="24844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0"/>
            <p:cNvSpPr/>
            <p:nvPr/>
          </p:nvSpPr>
          <p:spPr>
            <a:xfrm>
              <a:off x="8740014" y="24810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1"/>
            <p:cNvSpPr/>
            <p:nvPr/>
          </p:nvSpPr>
          <p:spPr>
            <a:xfrm>
              <a:off x="7350143" y="24923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2"/>
            <p:cNvSpPr/>
            <p:nvPr/>
          </p:nvSpPr>
          <p:spPr>
            <a:xfrm>
              <a:off x="8358181" y="25171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3"/>
            <p:cNvSpPr/>
            <p:nvPr/>
          </p:nvSpPr>
          <p:spPr>
            <a:xfrm>
              <a:off x="10078973" y="25540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4"/>
            <p:cNvSpPr/>
            <p:nvPr/>
          </p:nvSpPr>
          <p:spPr>
            <a:xfrm>
              <a:off x="8454912" y="26006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5"/>
            <p:cNvSpPr/>
            <p:nvPr/>
          </p:nvSpPr>
          <p:spPr>
            <a:xfrm>
              <a:off x="9188031" y="26547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6"/>
            <p:cNvSpPr/>
            <p:nvPr/>
          </p:nvSpPr>
          <p:spPr>
            <a:xfrm>
              <a:off x="10389531" y="27161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7"/>
            <p:cNvSpPr/>
            <p:nvPr/>
          </p:nvSpPr>
          <p:spPr>
            <a:xfrm>
              <a:off x="10033154" y="27819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8"/>
            <p:cNvSpPr/>
            <p:nvPr/>
          </p:nvSpPr>
          <p:spPr>
            <a:xfrm>
              <a:off x="7009039" y="51443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09"/>
            <p:cNvSpPr/>
            <p:nvPr/>
          </p:nvSpPr>
          <p:spPr>
            <a:xfrm>
              <a:off x="6998857" y="50933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0"/>
            <p:cNvSpPr/>
            <p:nvPr/>
          </p:nvSpPr>
          <p:spPr>
            <a:xfrm>
              <a:off x="6993766" y="5071806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1"/>
            <p:cNvSpPr/>
            <p:nvPr/>
          </p:nvSpPr>
          <p:spPr>
            <a:xfrm>
              <a:off x="7869435" y="45804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2"/>
            <p:cNvSpPr/>
            <p:nvPr/>
          </p:nvSpPr>
          <p:spPr>
            <a:xfrm>
              <a:off x="7594516" y="45036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3"/>
            <p:cNvSpPr/>
            <p:nvPr/>
          </p:nvSpPr>
          <p:spPr>
            <a:xfrm>
              <a:off x="7401054" y="44201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4"/>
            <p:cNvSpPr/>
            <p:nvPr/>
          </p:nvSpPr>
          <p:spPr>
            <a:xfrm>
              <a:off x="8103626" y="41299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5"/>
            <p:cNvSpPr/>
            <p:nvPr/>
          </p:nvSpPr>
          <p:spPr>
            <a:xfrm>
              <a:off x="8312361" y="40215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6"/>
            <p:cNvSpPr/>
            <p:nvPr/>
          </p:nvSpPr>
          <p:spPr>
            <a:xfrm>
              <a:off x="7243230" y="39082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7"/>
            <p:cNvSpPr/>
            <p:nvPr/>
          </p:nvSpPr>
          <p:spPr>
            <a:xfrm>
              <a:off x="8037442" y="37901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8"/>
            <p:cNvSpPr/>
            <p:nvPr/>
          </p:nvSpPr>
          <p:spPr>
            <a:xfrm>
              <a:off x="7981440" y="36668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19"/>
            <p:cNvSpPr/>
            <p:nvPr/>
          </p:nvSpPr>
          <p:spPr>
            <a:xfrm>
              <a:off x="8439639" y="35379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0"/>
            <p:cNvSpPr/>
            <p:nvPr/>
          </p:nvSpPr>
          <p:spPr>
            <a:xfrm>
              <a:off x="9101482" y="34041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1"/>
            <p:cNvSpPr/>
            <p:nvPr/>
          </p:nvSpPr>
          <p:spPr>
            <a:xfrm>
              <a:off x="9503679" y="32689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2"/>
            <p:cNvSpPr/>
            <p:nvPr/>
          </p:nvSpPr>
          <p:spPr>
            <a:xfrm>
              <a:off x="8235995" y="31372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3"/>
            <p:cNvSpPr/>
            <p:nvPr/>
          </p:nvSpPr>
          <p:spPr>
            <a:xfrm>
              <a:off x="7090497" y="30133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4"/>
            <p:cNvSpPr/>
            <p:nvPr/>
          </p:nvSpPr>
          <p:spPr>
            <a:xfrm>
              <a:off x="9503679" y="28980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5"/>
            <p:cNvSpPr/>
            <p:nvPr/>
          </p:nvSpPr>
          <p:spPr>
            <a:xfrm>
              <a:off x="8215630" y="27907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6"/>
            <p:cNvSpPr/>
            <p:nvPr/>
          </p:nvSpPr>
          <p:spPr>
            <a:xfrm>
              <a:off x="9264397" y="26913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7"/>
            <p:cNvSpPr/>
            <p:nvPr/>
          </p:nvSpPr>
          <p:spPr>
            <a:xfrm>
              <a:off x="7502876" y="26017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8"/>
            <p:cNvSpPr/>
            <p:nvPr/>
          </p:nvSpPr>
          <p:spPr>
            <a:xfrm>
              <a:off x="7706520" y="25240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29"/>
            <p:cNvSpPr/>
            <p:nvPr/>
          </p:nvSpPr>
          <p:spPr>
            <a:xfrm>
              <a:off x="7889800" y="24603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0"/>
            <p:cNvSpPr/>
            <p:nvPr/>
          </p:nvSpPr>
          <p:spPr>
            <a:xfrm>
              <a:off x="8449821" y="24118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1"/>
            <p:cNvSpPr/>
            <p:nvPr/>
          </p:nvSpPr>
          <p:spPr>
            <a:xfrm>
              <a:off x="8734923" y="23788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2"/>
            <p:cNvSpPr/>
            <p:nvPr/>
          </p:nvSpPr>
          <p:spPr>
            <a:xfrm>
              <a:off x="8276723" y="23611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3"/>
            <p:cNvSpPr/>
            <p:nvPr/>
          </p:nvSpPr>
          <p:spPr>
            <a:xfrm>
              <a:off x="8200357" y="23582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4"/>
            <p:cNvSpPr/>
            <p:nvPr/>
          </p:nvSpPr>
          <p:spPr>
            <a:xfrm>
              <a:off x="7477421" y="23697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5"/>
            <p:cNvSpPr/>
            <p:nvPr/>
          </p:nvSpPr>
          <p:spPr>
            <a:xfrm>
              <a:off x="8673829" y="23948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6"/>
            <p:cNvSpPr/>
            <p:nvPr/>
          </p:nvSpPr>
          <p:spPr>
            <a:xfrm>
              <a:off x="8852018" y="24325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7"/>
            <p:cNvSpPr/>
            <p:nvPr/>
          </p:nvSpPr>
          <p:spPr>
            <a:xfrm>
              <a:off x="8561825" y="24811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8"/>
            <p:cNvSpPr/>
            <p:nvPr/>
          </p:nvSpPr>
          <p:spPr>
            <a:xfrm>
              <a:off x="9564772" y="25388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39"/>
            <p:cNvSpPr/>
            <p:nvPr/>
          </p:nvSpPr>
          <p:spPr>
            <a:xfrm>
              <a:off x="10099338" y="26104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0"/>
            <p:cNvSpPr/>
            <p:nvPr/>
          </p:nvSpPr>
          <p:spPr>
            <a:xfrm>
              <a:off x="7054859" y="45550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1"/>
            <p:cNvSpPr/>
            <p:nvPr/>
          </p:nvSpPr>
          <p:spPr>
            <a:xfrm>
              <a:off x="7518149" y="44769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2"/>
            <p:cNvSpPr/>
            <p:nvPr/>
          </p:nvSpPr>
          <p:spPr>
            <a:xfrm>
              <a:off x="7395963" y="43919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3"/>
            <p:cNvSpPr/>
            <p:nvPr/>
          </p:nvSpPr>
          <p:spPr>
            <a:xfrm>
              <a:off x="7009039" y="42997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4"/>
            <p:cNvSpPr/>
            <p:nvPr/>
          </p:nvSpPr>
          <p:spPr>
            <a:xfrm>
              <a:off x="7416327" y="4094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5"/>
            <p:cNvSpPr/>
            <p:nvPr/>
          </p:nvSpPr>
          <p:spPr>
            <a:xfrm>
              <a:off x="7309414" y="39823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6"/>
            <p:cNvSpPr/>
            <p:nvPr/>
          </p:nvSpPr>
          <p:spPr>
            <a:xfrm>
              <a:off x="6774849" y="3863791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7"/>
            <p:cNvSpPr/>
            <p:nvPr/>
          </p:nvSpPr>
          <p:spPr>
            <a:xfrm>
              <a:off x="7177046" y="37386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8"/>
            <p:cNvSpPr/>
            <p:nvPr/>
          </p:nvSpPr>
          <p:spPr>
            <a:xfrm>
              <a:off x="7563969" y="36065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49"/>
            <p:cNvSpPr/>
            <p:nvPr/>
          </p:nvSpPr>
          <p:spPr>
            <a:xfrm>
              <a:off x="7899982" y="34675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0"/>
            <p:cNvSpPr/>
            <p:nvPr/>
          </p:nvSpPr>
          <p:spPr>
            <a:xfrm>
              <a:off x="8877473" y="33239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1"/>
            <p:cNvSpPr/>
            <p:nvPr/>
          </p:nvSpPr>
          <p:spPr>
            <a:xfrm>
              <a:off x="9539317" y="31804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2"/>
            <p:cNvSpPr/>
            <p:nvPr/>
          </p:nvSpPr>
          <p:spPr>
            <a:xfrm>
              <a:off x="7604698" y="30425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3"/>
            <p:cNvSpPr/>
            <p:nvPr/>
          </p:nvSpPr>
          <p:spPr>
            <a:xfrm>
              <a:off x="7991622" y="29127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4"/>
            <p:cNvSpPr/>
            <p:nvPr/>
          </p:nvSpPr>
          <p:spPr>
            <a:xfrm>
              <a:off x="7986531" y="27909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5"/>
            <p:cNvSpPr/>
            <p:nvPr/>
          </p:nvSpPr>
          <p:spPr>
            <a:xfrm>
              <a:off x="7390872" y="26768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6"/>
            <p:cNvSpPr/>
            <p:nvPr/>
          </p:nvSpPr>
          <p:spPr>
            <a:xfrm>
              <a:off x="7365416" y="25718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7"/>
            <p:cNvSpPr/>
            <p:nvPr/>
          </p:nvSpPr>
          <p:spPr>
            <a:xfrm>
              <a:off x="8964022" y="24783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8"/>
            <p:cNvSpPr/>
            <p:nvPr/>
          </p:nvSpPr>
          <p:spPr>
            <a:xfrm>
              <a:off x="8628010" y="23986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59"/>
            <p:cNvSpPr/>
            <p:nvPr/>
          </p:nvSpPr>
          <p:spPr>
            <a:xfrm>
              <a:off x="9727687" y="23344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0"/>
            <p:cNvSpPr/>
            <p:nvPr/>
          </p:nvSpPr>
          <p:spPr>
            <a:xfrm>
              <a:off x="8353090" y="22864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1"/>
            <p:cNvSpPr/>
            <p:nvPr/>
          </p:nvSpPr>
          <p:spPr>
            <a:xfrm>
              <a:off x="9870238" y="22544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2"/>
            <p:cNvSpPr/>
            <p:nvPr/>
          </p:nvSpPr>
          <p:spPr>
            <a:xfrm>
              <a:off x="11168469" y="22383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3"/>
            <p:cNvSpPr/>
            <p:nvPr/>
          </p:nvSpPr>
          <p:spPr>
            <a:xfrm>
              <a:off x="9493497" y="22373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4"/>
            <p:cNvSpPr/>
            <p:nvPr/>
          </p:nvSpPr>
          <p:spPr>
            <a:xfrm>
              <a:off x="8317452" y="22508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5"/>
            <p:cNvSpPr/>
            <p:nvPr/>
          </p:nvSpPr>
          <p:spPr>
            <a:xfrm>
              <a:off x="8230904" y="22782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6"/>
            <p:cNvSpPr/>
            <p:nvPr/>
          </p:nvSpPr>
          <p:spPr>
            <a:xfrm>
              <a:off x="8653465" y="23185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7"/>
            <p:cNvSpPr/>
            <p:nvPr/>
          </p:nvSpPr>
          <p:spPr>
            <a:xfrm>
              <a:off x="8577098" y="23707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8"/>
            <p:cNvSpPr/>
            <p:nvPr/>
          </p:nvSpPr>
          <p:spPr>
            <a:xfrm>
              <a:off x="10012789" y="24266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69"/>
            <p:cNvSpPr/>
            <p:nvPr/>
          </p:nvSpPr>
          <p:spPr>
            <a:xfrm>
              <a:off x="6963219" y="5062406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0"/>
            <p:cNvSpPr/>
            <p:nvPr/>
          </p:nvSpPr>
          <p:spPr>
            <a:xfrm>
              <a:off x="7691247" y="45941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1"/>
            <p:cNvSpPr/>
            <p:nvPr/>
          </p:nvSpPr>
          <p:spPr>
            <a:xfrm>
              <a:off x="7065041" y="45215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2"/>
            <p:cNvSpPr/>
            <p:nvPr/>
          </p:nvSpPr>
          <p:spPr>
            <a:xfrm>
              <a:off x="7171954" y="44420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3"/>
            <p:cNvSpPr/>
            <p:nvPr/>
          </p:nvSpPr>
          <p:spPr>
            <a:xfrm>
              <a:off x="7706520" y="42608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4"/>
            <p:cNvSpPr/>
            <p:nvPr/>
          </p:nvSpPr>
          <p:spPr>
            <a:xfrm>
              <a:off x="7166863" y="41588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5"/>
            <p:cNvSpPr/>
            <p:nvPr/>
          </p:nvSpPr>
          <p:spPr>
            <a:xfrm>
              <a:off x="6647571" y="4049241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6"/>
            <p:cNvSpPr/>
            <p:nvPr/>
          </p:nvSpPr>
          <p:spPr>
            <a:xfrm>
              <a:off x="7146499" y="39317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7"/>
            <p:cNvSpPr/>
            <p:nvPr/>
          </p:nvSpPr>
          <p:spPr>
            <a:xfrm>
              <a:off x="7487603" y="36720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8"/>
            <p:cNvSpPr/>
            <p:nvPr/>
          </p:nvSpPr>
          <p:spPr>
            <a:xfrm>
              <a:off x="8857109" y="33798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79"/>
            <p:cNvSpPr/>
            <p:nvPr/>
          </p:nvSpPr>
          <p:spPr>
            <a:xfrm>
              <a:off x="9615683" y="32273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0"/>
            <p:cNvSpPr/>
            <p:nvPr/>
          </p:nvSpPr>
          <p:spPr>
            <a:xfrm>
              <a:off x="7991622" y="30774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1"/>
            <p:cNvSpPr/>
            <p:nvPr/>
          </p:nvSpPr>
          <p:spPr>
            <a:xfrm>
              <a:off x="8017077" y="29348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2"/>
            <p:cNvSpPr/>
            <p:nvPr/>
          </p:nvSpPr>
          <p:spPr>
            <a:xfrm>
              <a:off x="8928384" y="28004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3"/>
            <p:cNvSpPr/>
            <p:nvPr/>
          </p:nvSpPr>
          <p:spPr>
            <a:xfrm>
              <a:off x="8291997" y="26739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4"/>
            <p:cNvSpPr/>
            <p:nvPr/>
          </p:nvSpPr>
          <p:spPr>
            <a:xfrm>
              <a:off x="8740014" y="25557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5"/>
            <p:cNvSpPr/>
            <p:nvPr/>
          </p:nvSpPr>
          <p:spPr>
            <a:xfrm>
              <a:off x="9956787" y="24480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6"/>
            <p:cNvSpPr/>
            <p:nvPr/>
          </p:nvSpPr>
          <p:spPr>
            <a:xfrm>
              <a:off x="10628812" y="23535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7"/>
            <p:cNvSpPr/>
            <p:nvPr/>
          </p:nvSpPr>
          <p:spPr>
            <a:xfrm>
              <a:off x="8154537" y="22741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8"/>
            <p:cNvSpPr/>
            <p:nvPr/>
          </p:nvSpPr>
          <p:spPr>
            <a:xfrm>
              <a:off x="9366219" y="22109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89"/>
            <p:cNvSpPr/>
            <p:nvPr/>
          </p:nvSpPr>
          <p:spPr>
            <a:xfrm>
              <a:off x="9895694" y="21644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0"/>
            <p:cNvSpPr/>
            <p:nvPr/>
          </p:nvSpPr>
          <p:spPr>
            <a:xfrm>
              <a:off x="9447677" y="21347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1"/>
            <p:cNvSpPr/>
            <p:nvPr/>
          </p:nvSpPr>
          <p:spPr>
            <a:xfrm>
              <a:off x="8770560" y="21216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2"/>
            <p:cNvSpPr/>
            <p:nvPr/>
          </p:nvSpPr>
          <p:spPr>
            <a:xfrm>
              <a:off x="7543605" y="21244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3"/>
            <p:cNvSpPr/>
            <p:nvPr/>
          </p:nvSpPr>
          <p:spPr>
            <a:xfrm>
              <a:off x="8032351" y="21424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4"/>
            <p:cNvSpPr/>
            <p:nvPr/>
          </p:nvSpPr>
          <p:spPr>
            <a:xfrm>
              <a:off x="8302179" y="21743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5"/>
            <p:cNvSpPr/>
            <p:nvPr/>
          </p:nvSpPr>
          <p:spPr>
            <a:xfrm>
              <a:off x="9854965" y="22191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6"/>
            <p:cNvSpPr/>
            <p:nvPr/>
          </p:nvSpPr>
          <p:spPr>
            <a:xfrm>
              <a:off x="8001804" y="22755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7"/>
            <p:cNvSpPr/>
            <p:nvPr/>
          </p:nvSpPr>
          <p:spPr>
            <a:xfrm>
              <a:off x="8317452" y="23423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8"/>
            <p:cNvSpPr/>
            <p:nvPr/>
          </p:nvSpPr>
          <p:spPr>
            <a:xfrm>
              <a:off x="8414183" y="24091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1999"/>
            <p:cNvSpPr/>
            <p:nvPr/>
          </p:nvSpPr>
          <p:spPr>
            <a:xfrm>
              <a:off x="7090497" y="24331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0"/>
            <p:cNvSpPr/>
            <p:nvPr/>
          </p:nvSpPr>
          <p:spPr>
            <a:xfrm>
              <a:off x="7640336" y="51047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1"/>
            <p:cNvSpPr/>
            <p:nvPr/>
          </p:nvSpPr>
          <p:spPr>
            <a:xfrm>
              <a:off x="7095588" y="5084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2"/>
            <p:cNvSpPr/>
            <p:nvPr/>
          </p:nvSpPr>
          <p:spPr>
            <a:xfrm>
              <a:off x="7126135" y="47893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3"/>
            <p:cNvSpPr/>
            <p:nvPr/>
          </p:nvSpPr>
          <p:spPr>
            <a:xfrm>
              <a:off x="7009039" y="45523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4"/>
            <p:cNvSpPr/>
            <p:nvPr/>
          </p:nvSpPr>
          <p:spPr>
            <a:xfrm>
              <a:off x="7192319" y="44778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5"/>
            <p:cNvSpPr/>
            <p:nvPr/>
          </p:nvSpPr>
          <p:spPr>
            <a:xfrm>
              <a:off x="7360325" y="43068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6"/>
            <p:cNvSpPr/>
            <p:nvPr/>
          </p:nvSpPr>
          <p:spPr>
            <a:xfrm>
              <a:off x="7263594" y="42093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7"/>
            <p:cNvSpPr/>
            <p:nvPr/>
          </p:nvSpPr>
          <p:spPr>
            <a:xfrm>
              <a:off x="8327635" y="41033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8"/>
            <p:cNvSpPr/>
            <p:nvPr/>
          </p:nvSpPr>
          <p:spPr>
            <a:xfrm>
              <a:off x="8144355" y="39882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09"/>
            <p:cNvSpPr/>
            <p:nvPr/>
          </p:nvSpPr>
          <p:spPr>
            <a:xfrm>
              <a:off x="7691247" y="38635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0"/>
            <p:cNvSpPr/>
            <p:nvPr/>
          </p:nvSpPr>
          <p:spPr>
            <a:xfrm>
              <a:off x="7034495" y="37290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1"/>
            <p:cNvSpPr/>
            <p:nvPr/>
          </p:nvSpPr>
          <p:spPr>
            <a:xfrm>
              <a:off x="7115952" y="35844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2"/>
            <p:cNvSpPr/>
            <p:nvPr/>
          </p:nvSpPr>
          <p:spPr>
            <a:xfrm>
              <a:off x="7905073" y="34310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3"/>
            <p:cNvSpPr/>
            <p:nvPr/>
          </p:nvSpPr>
          <p:spPr>
            <a:xfrm>
              <a:off x="7833798" y="32721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4"/>
            <p:cNvSpPr/>
            <p:nvPr/>
          </p:nvSpPr>
          <p:spPr>
            <a:xfrm>
              <a:off x="9076026" y="31131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5"/>
            <p:cNvSpPr/>
            <p:nvPr/>
          </p:nvSpPr>
          <p:spPr>
            <a:xfrm>
              <a:off x="8098535" y="29599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6"/>
            <p:cNvSpPr/>
            <p:nvPr/>
          </p:nvSpPr>
          <p:spPr>
            <a:xfrm>
              <a:off x="8139264" y="28153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7"/>
            <p:cNvSpPr/>
            <p:nvPr/>
          </p:nvSpPr>
          <p:spPr>
            <a:xfrm>
              <a:off x="7828707" y="26789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8"/>
            <p:cNvSpPr/>
            <p:nvPr/>
          </p:nvSpPr>
          <p:spPr>
            <a:xfrm>
              <a:off x="8577098" y="25507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19"/>
            <p:cNvSpPr/>
            <p:nvPr/>
          </p:nvSpPr>
          <p:spPr>
            <a:xfrm>
              <a:off x="10308073" y="24320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0"/>
            <p:cNvSpPr/>
            <p:nvPr/>
          </p:nvSpPr>
          <p:spPr>
            <a:xfrm>
              <a:off x="9040389" y="23253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1"/>
            <p:cNvSpPr/>
            <p:nvPr/>
          </p:nvSpPr>
          <p:spPr>
            <a:xfrm>
              <a:off x="7813433" y="22328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2"/>
            <p:cNvSpPr/>
            <p:nvPr/>
          </p:nvSpPr>
          <p:spPr>
            <a:xfrm>
              <a:off x="7258503" y="21559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3"/>
            <p:cNvSpPr/>
            <p:nvPr/>
          </p:nvSpPr>
          <p:spPr>
            <a:xfrm>
              <a:off x="8297088" y="20956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4"/>
            <p:cNvSpPr/>
            <p:nvPr/>
          </p:nvSpPr>
          <p:spPr>
            <a:xfrm>
              <a:off x="8836745" y="205246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5"/>
            <p:cNvSpPr/>
            <p:nvPr/>
          </p:nvSpPr>
          <p:spPr>
            <a:xfrm>
              <a:off x="8704376" y="20267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6"/>
            <p:cNvSpPr/>
            <p:nvPr/>
          </p:nvSpPr>
          <p:spPr>
            <a:xfrm>
              <a:off x="8556734" y="20183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7"/>
            <p:cNvSpPr/>
            <p:nvPr/>
          </p:nvSpPr>
          <p:spPr>
            <a:xfrm>
              <a:off x="8235995" y="20268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8"/>
            <p:cNvSpPr/>
            <p:nvPr/>
          </p:nvSpPr>
          <p:spPr>
            <a:xfrm>
              <a:off x="7482512" y="20506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29"/>
            <p:cNvSpPr/>
            <p:nvPr/>
          </p:nvSpPr>
          <p:spPr>
            <a:xfrm>
              <a:off x="7686156" y="20882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0"/>
            <p:cNvSpPr/>
            <p:nvPr/>
          </p:nvSpPr>
          <p:spPr>
            <a:xfrm>
              <a:off x="7828707" y="21377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1"/>
            <p:cNvSpPr/>
            <p:nvPr/>
          </p:nvSpPr>
          <p:spPr>
            <a:xfrm>
              <a:off x="8225812" y="21980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2"/>
            <p:cNvSpPr/>
            <p:nvPr/>
          </p:nvSpPr>
          <p:spPr>
            <a:xfrm>
              <a:off x="9549499" y="22681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3"/>
            <p:cNvSpPr/>
            <p:nvPr/>
          </p:nvSpPr>
          <p:spPr>
            <a:xfrm>
              <a:off x="9116755" y="23468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4"/>
            <p:cNvSpPr/>
            <p:nvPr/>
          </p:nvSpPr>
          <p:spPr>
            <a:xfrm>
              <a:off x="9238942" y="23965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5"/>
            <p:cNvSpPr/>
            <p:nvPr/>
          </p:nvSpPr>
          <p:spPr>
            <a:xfrm>
              <a:off x="7350143" y="50806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6"/>
            <p:cNvSpPr/>
            <p:nvPr/>
          </p:nvSpPr>
          <p:spPr>
            <a:xfrm>
              <a:off x="7324688" y="50610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7"/>
            <p:cNvSpPr/>
            <p:nvPr/>
          </p:nvSpPr>
          <p:spPr>
            <a:xfrm>
              <a:off x="7126135" y="48385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8"/>
            <p:cNvSpPr/>
            <p:nvPr/>
          </p:nvSpPr>
          <p:spPr>
            <a:xfrm>
              <a:off x="7014130" y="44986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39"/>
            <p:cNvSpPr/>
            <p:nvPr/>
          </p:nvSpPr>
          <p:spPr>
            <a:xfrm>
              <a:off x="7166863" y="44212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0"/>
            <p:cNvSpPr/>
            <p:nvPr/>
          </p:nvSpPr>
          <p:spPr>
            <a:xfrm>
              <a:off x="7034495" y="43362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1"/>
            <p:cNvSpPr/>
            <p:nvPr/>
          </p:nvSpPr>
          <p:spPr>
            <a:xfrm>
              <a:off x="7406145" y="42429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2"/>
            <p:cNvSpPr/>
            <p:nvPr/>
          </p:nvSpPr>
          <p:spPr>
            <a:xfrm>
              <a:off x="8129082" y="41406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3"/>
            <p:cNvSpPr/>
            <p:nvPr/>
          </p:nvSpPr>
          <p:spPr>
            <a:xfrm>
              <a:off x="7803251" y="40285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4"/>
            <p:cNvSpPr/>
            <p:nvPr/>
          </p:nvSpPr>
          <p:spPr>
            <a:xfrm>
              <a:off x="8134173" y="39060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5"/>
            <p:cNvSpPr/>
            <p:nvPr/>
          </p:nvSpPr>
          <p:spPr>
            <a:xfrm>
              <a:off x="8057806" y="37724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6"/>
            <p:cNvSpPr/>
            <p:nvPr/>
          </p:nvSpPr>
          <p:spPr>
            <a:xfrm>
              <a:off x="7329779" y="36276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7"/>
            <p:cNvSpPr/>
            <p:nvPr/>
          </p:nvSpPr>
          <p:spPr>
            <a:xfrm>
              <a:off x="7619971" y="34726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8"/>
            <p:cNvSpPr/>
            <p:nvPr/>
          </p:nvSpPr>
          <p:spPr>
            <a:xfrm>
              <a:off x="6912308" y="3309976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49"/>
            <p:cNvSpPr/>
            <p:nvPr/>
          </p:nvSpPr>
          <p:spPr>
            <a:xfrm>
              <a:off x="8312361" y="31450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0"/>
            <p:cNvSpPr/>
            <p:nvPr/>
          </p:nvSpPr>
          <p:spPr>
            <a:xfrm>
              <a:off x="7716702" y="29841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1"/>
            <p:cNvSpPr/>
            <p:nvPr/>
          </p:nvSpPr>
          <p:spPr>
            <a:xfrm>
              <a:off x="9778598" y="28317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2"/>
            <p:cNvSpPr/>
            <p:nvPr/>
          </p:nvSpPr>
          <p:spPr>
            <a:xfrm>
              <a:off x="11204107" y="26885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3"/>
            <p:cNvSpPr/>
            <p:nvPr/>
          </p:nvSpPr>
          <p:spPr>
            <a:xfrm>
              <a:off x="8974204" y="25539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4"/>
            <p:cNvSpPr/>
            <p:nvPr/>
          </p:nvSpPr>
          <p:spPr>
            <a:xfrm>
              <a:off x="8042533" y="24280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5"/>
            <p:cNvSpPr/>
            <p:nvPr/>
          </p:nvSpPr>
          <p:spPr>
            <a:xfrm>
              <a:off x="8643283" y="23128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6"/>
            <p:cNvSpPr/>
            <p:nvPr/>
          </p:nvSpPr>
          <p:spPr>
            <a:xfrm>
              <a:off x="7915255" y="22105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7"/>
            <p:cNvSpPr/>
            <p:nvPr/>
          </p:nvSpPr>
          <p:spPr>
            <a:xfrm>
              <a:off x="7726885" y="21228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8"/>
            <p:cNvSpPr/>
            <p:nvPr/>
          </p:nvSpPr>
          <p:spPr>
            <a:xfrm>
              <a:off x="7818524" y="20509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59"/>
            <p:cNvSpPr/>
            <p:nvPr/>
          </p:nvSpPr>
          <p:spPr>
            <a:xfrm>
              <a:off x="8862200" y="19955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0"/>
            <p:cNvSpPr/>
            <p:nvPr/>
          </p:nvSpPr>
          <p:spPr>
            <a:xfrm>
              <a:off x="8989478" y="19574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1"/>
            <p:cNvSpPr/>
            <p:nvPr/>
          </p:nvSpPr>
          <p:spPr>
            <a:xfrm>
              <a:off x="8846927" y="19371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2"/>
            <p:cNvSpPr/>
            <p:nvPr/>
          </p:nvSpPr>
          <p:spPr>
            <a:xfrm>
              <a:off x="8159628" y="19346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3"/>
            <p:cNvSpPr/>
            <p:nvPr/>
          </p:nvSpPr>
          <p:spPr>
            <a:xfrm>
              <a:off x="7742158" y="19491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4"/>
            <p:cNvSpPr/>
            <p:nvPr/>
          </p:nvSpPr>
          <p:spPr>
            <a:xfrm>
              <a:off x="8093444" y="19787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5"/>
            <p:cNvSpPr/>
            <p:nvPr/>
          </p:nvSpPr>
          <p:spPr>
            <a:xfrm>
              <a:off x="8388728" y="20215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6"/>
            <p:cNvSpPr/>
            <p:nvPr/>
          </p:nvSpPr>
          <p:spPr>
            <a:xfrm>
              <a:off x="8867291" y="20753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7"/>
            <p:cNvSpPr/>
            <p:nvPr/>
          </p:nvSpPr>
          <p:spPr>
            <a:xfrm>
              <a:off x="8857109" y="21389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8"/>
            <p:cNvSpPr/>
            <p:nvPr/>
          </p:nvSpPr>
          <p:spPr>
            <a:xfrm>
              <a:off x="10038245" y="22114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69"/>
            <p:cNvSpPr/>
            <p:nvPr/>
          </p:nvSpPr>
          <p:spPr>
            <a:xfrm>
              <a:off x="8556734" y="22925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0"/>
            <p:cNvSpPr/>
            <p:nvPr/>
          </p:nvSpPr>
          <p:spPr>
            <a:xfrm>
              <a:off x="9966969" y="23666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1"/>
            <p:cNvSpPr/>
            <p:nvPr/>
          </p:nvSpPr>
          <p:spPr>
            <a:xfrm>
              <a:off x="7777796" y="24187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2"/>
            <p:cNvSpPr/>
            <p:nvPr/>
          </p:nvSpPr>
          <p:spPr>
            <a:xfrm>
              <a:off x="7238139" y="50580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3"/>
            <p:cNvSpPr/>
            <p:nvPr/>
          </p:nvSpPr>
          <p:spPr>
            <a:xfrm>
              <a:off x="7248321" y="50335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4"/>
            <p:cNvSpPr/>
            <p:nvPr/>
          </p:nvSpPr>
          <p:spPr>
            <a:xfrm>
              <a:off x="7003948" y="50068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5"/>
            <p:cNvSpPr/>
            <p:nvPr/>
          </p:nvSpPr>
          <p:spPr>
            <a:xfrm>
              <a:off x="7003948" y="48751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6"/>
            <p:cNvSpPr/>
            <p:nvPr/>
          </p:nvSpPr>
          <p:spPr>
            <a:xfrm>
              <a:off x="7075224" y="47909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7"/>
            <p:cNvSpPr/>
            <p:nvPr/>
          </p:nvSpPr>
          <p:spPr>
            <a:xfrm>
              <a:off x="7350143" y="47432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8"/>
            <p:cNvSpPr/>
            <p:nvPr/>
          </p:nvSpPr>
          <p:spPr>
            <a:xfrm>
              <a:off x="7182137" y="46913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79"/>
            <p:cNvSpPr/>
            <p:nvPr/>
          </p:nvSpPr>
          <p:spPr>
            <a:xfrm>
              <a:off x="7065041" y="46346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0"/>
            <p:cNvSpPr/>
            <p:nvPr/>
          </p:nvSpPr>
          <p:spPr>
            <a:xfrm>
              <a:off x="7115952" y="45048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1"/>
            <p:cNvSpPr/>
            <p:nvPr/>
          </p:nvSpPr>
          <p:spPr>
            <a:xfrm>
              <a:off x="7054859" y="44304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2"/>
            <p:cNvSpPr/>
            <p:nvPr/>
          </p:nvSpPr>
          <p:spPr>
            <a:xfrm>
              <a:off x="6708664" y="4348689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3"/>
            <p:cNvSpPr/>
            <p:nvPr/>
          </p:nvSpPr>
          <p:spPr>
            <a:xfrm>
              <a:off x="7238139" y="42587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4"/>
            <p:cNvSpPr/>
            <p:nvPr/>
          </p:nvSpPr>
          <p:spPr>
            <a:xfrm>
              <a:off x="7258503" y="41596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5"/>
            <p:cNvSpPr/>
            <p:nvPr/>
          </p:nvSpPr>
          <p:spPr>
            <a:xfrm>
              <a:off x="7558878" y="40505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t2086"/>
            <p:cNvSpPr/>
            <p:nvPr/>
          </p:nvSpPr>
          <p:spPr>
            <a:xfrm>
              <a:off x="7553787" y="39305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t2087"/>
            <p:cNvSpPr/>
            <p:nvPr/>
          </p:nvSpPr>
          <p:spPr>
            <a:xfrm>
              <a:off x="7095588" y="36556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t2088"/>
            <p:cNvSpPr/>
            <p:nvPr/>
          </p:nvSpPr>
          <p:spPr>
            <a:xfrm>
              <a:off x="7345052" y="35010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t2089"/>
            <p:cNvSpPr/>
            <p:nvPr/>
          </p:nvSpPr>
          <p:spPr>
            <a:xfrm>
              <a:off x="7838889" y="33375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t2090"/>
            <p:cNvSpPr/>
            <p:nvPr/>
          </p:nvSpPr>
          <p:spPr>
            <a:xfrm>
              <a:off x="7828707" y="3169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t2091"/>
            <p:cNvSpPr/>
            <p:nvPr/>
          </p:nvSpPr>
          <p:spPr>
            <a:xfrm>
              <a:off x="8129082" y="30045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t2092"/>
            <p:cNvSpPr/>
            <p:nvPr/>
          </p:nvSpPr>
          <p:spPr>
            <a:xfrm>
              <a:off x="8526187" y="28472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t2093"/>
            <p:cNvSpPr/>
            <p:nvPr/>
          </p:nvSpPr>
          <p:spPr>
            <a:xfrm>
              <a:off x="9569863" y="27002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t2094"/>
            <p:cNvSpPr/>
            <p:nvPr/>
          </p:nvSpPr>
          <p:spPr>
            <a:xfrm>
              <a:off x="9773507" y="25627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t2095"/>
            <p:cNvSpPr/>
            <p:nvPr/>
          </p:nvSpPr>
          <p:spPr>
            <a:xfrm>
              <a:off x="8704376" y="24339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t2096"/>
            <p:cNvSpPr/>
            <p:nvPr/>
          </p:nvSpPr>
          <p:spPr>
            <a:xfrm>
              <a:off x="7910164" y="23146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t2097"/>
            <p:cNvSpPr/>
            <p:nvPr/>
          </p:nvSpPr>
          <p:spPr>
            <a:xfrm>
              <a:off x="8460003" y="22065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t2098"/>
            <p:cNvSpPr/>
            <p:nvPr/>
          </p:nvSpPr>
          <p:spPr>
            <a:xfrm>
              <a:off x="8353090" y="21116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t2099"/>
            <p:cNvSpPr/>
            <p:nvPr/>
          </p:nvSpPr>
          <p:spPr>
            <a:xfrm>
              <a:off x="8251268" y="20309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t2100"/>
            <p:cNvSpPr/>
            <p:nvPr/>
          </p:nvSpPr>
          <p:spPr>
            <a:xfrm>
              <a:off x="9401857" y="19655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t2101"/>
            <p:cNvSpPr/>
            <p:nvPr/>
          </p:nvSpPr>
          <p:spPr>
            <a:xfrm>
              <a:off x="9992425" y="19163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t2102"/>
            <p:cNvSpPr/>
            <p:nvPr/>
          </p:nvSpPr>
          <p:spPr>
            <a:xfrm>
              <a:off x="8984387" y="18843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t2103"/>
            <p:cNvSpPr/>
            <p:nvPr/>
          </p:nvSpPr>
          <p:spPr>
            <a:xfrm>
              <a:off x="7950893" y="18700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t2104"/>
            <p:cNvSpPr/>
            <p:nvPr/>
          </p:nvSpPr>
          <p:spPr>
            <a:xfrm>
              <a:off x="9213486" y="18732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t2105"/>
            <p:cNvSpPr/>
            <p:nvPr/>
          </p:nvSpPr>
          <p:spPr>
            <a:xfrm>
              <a:off x="10633904" y="18931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t2106"/>
            <p:cNvSpPr/>
            <p:nvPr/>
          </p:nvSpPr>
          <p:spPr>
            <a:xfrm>
              <a:off x="8475276" y="19278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t2107"/>
            <p:cNvSpPr/>
            <p:nvPr/>
          </p:nvSpPr>
          <p:spPr>
            <a:xfrm>
              <a:off x="9152393" y="19751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t2108"/>
            <p:cNvSpPr/>
            <p:nvPr/>
          </p:nvSpPr>
          <p:spPr>
            <a:xfrm>
              <a:off x="10654268" y="20329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t2109"/>
            <p:cNvSpPr/>
            <p:nvPr/>
          </p:nvSpPr>
          <p:spPr>
            <a:xfrm>
              <a:off x="10145158" y="20997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t2110"/>
            <p:cNvSpPr/>
            <p:nvPr/>
          </p:nvSpPr>
          <p:spPr>
            <a:xfrm>
              <a:off x="10506626" y="21749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t2111"/>
            <p:cNvSpPr/>
            <p:nvPr/>
          </p:nvSpPr>
          <p:spPr>
            <a:xfrm>
              <a:off x="10511717" y="22579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t2112"/>
            <p:cNvSpPr/>
            <p:nvPr/>
          </p:nvSpPr>
          <p:spPr>
            <a:xfrm>
              <a:off x="9916058" y="23488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t2113"/>
            <p:cNvSpPr/>
            <p:nvPr/>
          </p:nvSpPr>
          <p:spPr>
            <a:xfrm>
              <a:off x="8546552" y="24264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t2114"/>
            <p:cNvSpPr/>
            <p:nvPr/>
          </p:nvSpPr>
          <p:spPr>
            <a:xfrm>
              <a:off x="7492694" y="50342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t2115"/>
            <p:cNvSpPr/>
            <p:nvPr/>
          </p:nvSpPr>
          <p:spPr>
            <a:xfrm>
              <a:off x="7380690" y="50021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t2116"/>
            <p:cNvSpPr/>
            <p:nvPr/>
          </p:nvSpPr>
          <p:spPr>
            <a:xfrm>
              <a:off x="7258503" y="49722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t2117"/>
            <p:cNvSpPr/>
            <p:nvPr/>
          </p:nvSpPr>
          <p:spPr>
            <a:xfrm>
              <a:off x="7197410" y="48263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8"/>
            <p:cNvSpPr/>
            <p:nvPr/>
          </p:nvSpPr>
          <p:spPr>
            <a:xfrm>
              <a:off x="7248321" y="47346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19"/>
            <p:cNvSpPr/>
            <p:nvPr/>
          </p:nvSpPr>
          <p:spPr>
            <a:xfrm>
              <a:off x="7146499" y="46267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0"/>
            <p:cNvSpPr/>
            <p:nvPr/>
          </p:nvSpPr>
          <p:spPr>
            <a:xfrm>
              <a:off x="7197410" y="44989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1"/>
            <p:cNvSpPr/>
            <p:nvPr/>
          </p:nvSpPr>
          <p:spPr>
            <a:xfrm>
              <a:off x="7263594" y="44259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2"/>
            <p:cNvSpPr/>
            <p:nvPr/>
          </p:nvSpPr>
          <p:spPr>
            <a:xfrm>
              <a:off x="7283959" y="43459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3"/>
            <p:cNvSpPr/>
            <p:nvPr/>
          </p:nvSpPr>
          <p:spPr>
            <a:xfrm>
              <a:off x="7146499" y="42580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4"/>
            <p:cNvSpPr/>
            <p:nvPr/>
          </p:nvSpPr>
          <p:spPr>
            <a:xfrm>
              <a:off x="7431601" y="41612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5"/>
            <p:cNvSpPr/>
            <p:nvPr/>
          </p:nvSpPr>
          <p:spPr>
            <a:xfrm>
              <a:off x="7105770" y="40545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6"/>
            <p:cNvSpPr/>
            <p:nvPr/>
          </p:nvSpPr>
          <p:spPr>
            <a:xfrm>
              <a:off x="7431601" y="39371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7"/>
            <p:cNvSpPr/>
            <p:nvPr/>
          </p:nvSpPr>
          <p:spPr>
            <a:xfrm>
              <a:off x="7533423" y="38080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8"/>
            <p:cNvSpPr/>
            <p:nvPr/>
          </p:nvSpPr>
          <p:spPr>
            <a:xfrm>
              <a:off x="7227957" y="36671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29"/>
            <p:cNvSpPr/>
            <p:nvPr/>
          </p:nvSpPr>
          <p:spPr>
            <a:xfrm>
              <a:off x="7441783" y="33533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0"/>
            <p:cNvSpPr/>
            <p:nvPr/>
          </p:nvSpPr>
          <p:spPr>
            <a:xfrm>
              <a:off x="7604698" y="31863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1"/>
            <p:cNvSpPr/>
            <p:nvPr/>
          </p:nvSpPr>
          <p:spPr>
            <a:xfrm>
              <a:off x="7691247" y="30203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2"/>
            <p:cNvSpPr/>
            <p:nvPr/>
          </p:nvSpPr>
          <p:spPr>
            <a:xfrm>
              <a:off x="7823615" y="28614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3"/>
            <p:cNvSpPr/>
            <p:nvPr/>
          </p:nvSpPr>
          <p:spPr>
            <a:xfrm>
              <a:off x="8526187" y="27134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4"/>
            <p:cNvSpPr/>
            <p:nvPr/>
          </p:nvSpPr>
          <p:spPr>
            <a:xfrm>
              <a:off x="10399713" y="25763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5"/>
            <p:cNvSpPr/>
            <p:nvPr/>
          </p:nvSpPr>
          <p:spPr>
            <a:xfrm>
              <a:off x="10196069" y="24484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6"/>
            <p:cNvSpPr/>
            <p:nvPr/>
          </p:nvSpPr>
          <p:spPr>
            <a:xfrm>
              <a:off x="7935620" y="23293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7"/>
            <p:cNvSpPr/>
            <p:nvPr/>
          </p:nvSpPr>
          <p:spPr>
            <a:xfrm>
              <a:off x="8159628" y="22197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8"/>
            <p:cNvSpPr/>
            <p:nvPr/>
          </p:nvSpPr>
          <p:spPr>
            <a:xfrm>
              <a:off x="8516005" y="21213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t2139"/>
            <p:cNvSpPr/>
            <p:nvPr/>
          </p:nvSpPr>
          <p:spPr>
            <a:xfrm>
              <a:off x="8887656" y="20352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t2140"/>
            <p:cNvSpPr/>
            <p:nvPr/>
          </p:nvSpPr>
          <p:spPr>
            <a:xfrm>
              <a:off x="8088353" y="19625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t2141"/>
            <p:cNvSpPr/>
            <p:nvPr/>
          </p:nvSpPr>
          <p:spPr>
            <a:xfrm>
              <a:off x="10857912" y="19041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t2142"/>
            <p:cNvSpPr/>
            <p:nvPr/>
          </p:nvSpPr>
          <p:spPr>
            <a:xfrm>
              <a:off x="10771363" y="18614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t2143"/>
            <p:cNvSpPr/>
            <p:nvPr/>
          </p:nvSpPr>
          <p:spPr>
            <a:xfrm>
              <a:off x="9361128" y="18354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t2144"/>
            <p:cNvSpPr/>
            <p:nvPr/>
          </p:nvSpPr>
          <p:spPr>
            <a:xfrm>
              <a:off x="9987334" y="18268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t2145"/>
            <p:cNvSpPr/>
            <p:nvPr/>
          </p:nvSpPr>
          <p:spPr>
            <a:xfrm>
              <a:off x="9401857" y="18354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t2146"/>
            <p:cNvSpPr/>
            <p:nvPr/>
          </p:nvSpPr>
          <p:spPr>
            <a:xfrm>
              <a:off x="10975007" y="18602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t2147"/>
            <p:cNvSpPr/>
            <p:nvPr/>
          </p:nvSpPr>
          <p:spPr>
            <a:xfrm>
              <a:off x="9636048" y="189947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t2148"/>
            <p:cNvSpPr/>
            <p:nvPr/>
          </p:nvSpPr>
          <p:spPr>
            <a:xfrm>
              <a:off x="9300035" y="19510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t2149"/>
            <p:cNvSpPr/>
            <p:nvPr/>
          </p:nvSpPr>
          <p:spPr>
            <a:xfrm>
              <a:off x="9610592" y="20129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t2150"/>
            <p:cNvSpPr/>
            <p:nvPr/>
          </p:nvSpPr>
          <p:spPr>
            <a:xfrm>
              <a:off x="9768416" y="20835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t2151"/>
            <p:cNvSpPr/>
            <p:nvPr/>
          </p:nvSpPr>
          <p:spPr>
            <a:xfrm>
              <a:off x="9666594" y="21619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t2152"/>
            <p:cNvSpPr/>
            <p:nvPr/>
          </p:nvSpPr>
          <p:spPr>
            <a:xfrm>
              <a:off x="11081920" y="22477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t2153"/>
            <p:cNvSpPr/>
            <p:nvPr/>
          </p:nvSpPr>
          <p:spPr>
            <a:xfrm>
              <a:off x="10913914" y="23412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t2154"/>
            <p:cNvSpPr/>
            <p:nvPr/>
          </p:nvSpPr>
          <p:spPr>
            <a:xfrm>
              <a:off x="9406948" y="24209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t2155"/>
            <p:cNvSpPr/>
            <p:nvPr/>
          </p:nvSpPr>
          <p:spPr>
            <a:xfrm>
              <a:off x="7594516" y="49411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t2156"/>
            <p:cNvSpPr/>
            <p:nvPr/>
          </p:nvSpPr>
          <p:spPr>
            <a:xfrm>
              <a:off x="6983584" y="4898123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t2157"/>
            <p:cNvSpPr/>
            <p:nvPr/>
          </p:nvSpPr>
          <p:spPr>
            <a:xfrm>
              <a:off x="7054859" y="48572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t2158"/>
            <p:cNvSpPr/>
            <p:nvPr/>
          </p:nvSpPr>
          <p:spPr>
            <a:xfrm>
              <a:off x="7268685" y="47216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t2159"/>
            <p:cNvSpPr/>
            <p:nvPr/>
          </p:nvSpPr>
          <p:spPr>
            <a:xfrm>
              <a:off x="7054859" y="44840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t2160"/>
            <p:cNvSpPr/>
            <p:nvPr/>
          </p:nvSpPr>
          <p:spPr>
            <a:xfrm>
              <a:off x="7177046" y="44111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1"/>
            <p:cNvSpPr/>
            <p:nvPr/>
          </p:nvSpPr>
          <p:spPr>
            <a:xfrm>
              <a:off x="6769757" y="4331514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2"/>
            <p:cNvSpPr/>
            <p:nvPr/>
          </p:nvSpPr>
          <p:spPr>
            <a:xfrm>
              <a:off x="7248321" y="42444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3"/>
            <p:cNvSpPr/>
            <p:nvPr/>
          </p:nvSpPr>
          <p:spPr>
            <a:xfrm>
              <a:off x="8139264" y="40438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4"/>
            <p:cNvSpPr/>
            <p:nvPr/>
          </p:nvSpPr>
          <p:spPr>
            <a:xfrm>
              <a:off x="7726885" y="39284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5"/>
            <p:cNvSpPr/>
            <p:nvPr/>
          </p:nvSpPr>
          <p:spPr>
            <a:xfrm>
              <a:off x="7747249" y="38019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6"/>
            <p:cNvSpPr/>
            <p:nvPr/>
          </p:nvSpPr>
          <p:spPr>
            <a:xfrm>
              <a:off x="7166863" y="36642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7"/>
            <p:cNvSpPr/>
            <p:nvPr/>
          </p:nvSpPr>
          <p:spPr>
            <a:xfrm>
              <a:off x="7462147" y="35157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8"/>
            <p:cNvSpPr/>
            <p:nvPr/>
          </p:nvSpPr>
          <p:spPr>
            <a:xfrm>
              <a:off x="7054859" y="33583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69"/>
            <p:cNvSpPr/>
            <p:nvPr/>
          </p:nvSpPr>
          <p:spPr>
            <a:xfrm>
              <a:off x="7304323" y="31955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0"/>
            <p:cNvSpPr/>
            <p:nvPr/>
          </p:nvSpPr>
          <p:spPr>
            <a:xfrm>
              <a:off x="7462147" y="30327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1"/>
            <p:cNvSpPr/>
            <p:nvPr/>
          </p:nvSpPr>
          <p:spPr>
            <a:xfrm>
              <a:off x="8587281" y="28760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2"/>
            <p:cNvSpPr/>
            <p:nvPr/>
          </p:nvSpPr>
          <p:spPr>
            <a:xfrm>
              <a:off x="9045480" y="27301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t2173"/>
            <p:cNvSpPr/>
            <p:nvPr/>
          </p:nvSpPr>
          <p:spPr>
            <a:xfrm>
              <a:off x="11463753" y="25959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t2174"/>
            <p:cNvSpPr/>
            <p:nvPr/>
          </p:nvSpPr>
          <p:spPr>
            <a:xfrm>
              <a:off x="10868094" y="24720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t2175"/>
            <p:cNvSpPr/>
            <p:nvPr/>
          </p:nvSpPr>
          <p:spPr>
            <a:xfrm>
              <a:off x="10394622" y="23566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t2176"/>
            <p:cNvSpPr/>
            <p:nvPr/>
          </p:nvSpPr>
          <p:spPr>
            <a:xfrm>
              <a:off x="8271632" y="22493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t2177"/>
            <p:cNvSpPr/>
            <p:nvPr/>
          </p:nvSpPr>
          <p:spPr>
            <a:xfrm>
              <a:off x="8169810" y="21509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t2178"/>
            <p:cNvSpPr/>
            <p:nvPr/>
          </p:nvSpPr>
          <p:spPr>
            <a:xfrm>
              <a:off x="9193122" y="20626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t2179"/>
            <p:cNvSpPr/>
            <p:nvPr/>
          </p:nvSpPr>
          <p:spPr>
            <a:xfrm>
              <a:off x="8740014" y="19854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t2180"/>
            <p:cNvSpPr/>
            <p:nvPr/>
          </p:nvSpPr>
          <p:spPr>
            <a:xfrm>
              <a:off x="9172757" y="19203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t2181"/>
            <p:cNvSpPr/>
            <p:nvPr/>
          </p:nvSpPr>
          <p:spPr>
            <a:xfrm>
              <a:off x="8312361" y="18686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t2182"/>
            <p:cNvSpPr/>
            <p:nvPr/>
          </p:nvSpPr>
          <p:spPr>
            <a:xfrm>
              <a:off x="10343711" y="18320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t2183"/>
            <p:cNvSpPr/>
            <p:nvPr/>
          </p:nvSpPr>
          <p:spPr>
            <a:xfrm>
              <a:off x="10246980" y="18117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t2184"/>
            <p:cNvSpPr/>
            <p:nvPr/>
          </p:nvSpPr>
          <p:spPr>
            <a:xfrm>
              <a:off x="9162575" y="18084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t2185"/>
            <p:cNvSpPr/>
            <p:nvPr/>
          </p:nvSpPr>
          <p:spPr>
            <a:xfrm>
              <a:off x="9686959" y="18222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t2186"/>
            <p:cNvSpPr/>
            <p:nvPr/>
          </p:nvSpPr>
          <p:spPr>
            <a:xfrm>
              <a:off x="11468844" y="18518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t2187"/>
            <p:cNvSpPr/>
            <p:nvPr/>
          </p:nvSpPr>
          <p:spPr>
            <a:xfrm>
              <a:off x="9722596" y="18956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t2188"/>
            <p:cNvSpPr/>
            <p:nvPr/>
          </p:nvSpPr>
          <p:spPr>
            <a:xfrm>
              <a:off x="9381493" y="19516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t2189"/>
            <p:cNvSpPr/>
            <p:nvPr/>
          </p:nvSpPr>
          <p:spPr>
            <a:xfrm>
              <a:off x="9636048" y="20178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t2190"/>
            <p:cNvSpPr/>
            <p:nvPr/>
          </p:nvSpPr>
          <p:spPr>
            <a:xfrm>
              <a:off x="9468041" y="20925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t2191"/>
            <p:cNvSpPr/>
            <p:nvPr/>
          </p:nvSpPr>
          <p:spPr>
            <a:xfrm>
              <a:off x="10028062" y="21744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t2192"/>
            <p:cNvSpPr/>
            <p:nvPr/>
          </p:nvSpPr>
          <p:spPr>
            <a:xfrm>
              <a:off x="10420077" y="22626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t2193"/>
            <p:cNvSpPr/>
            <p:nvPr/>
          </p:nvSpPr>
          <p:spPr>
            <a:xfrm>
              <a:off x="10114611" y="23529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t2194"/>
            <p:cNvSpPr/>
            <p:nvPr/>
          </p:nvSpPr>
          <p:spPr>
            <a:xfrm>
              <a:off x="9992425" y="24613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t2195"/>
            <p:cNvSpPr/>
            <p:nvPr/>
          </p:nvSpPr>
          <p:spPr>
            <a:xfrm>
              <a:off x="9060753" y="25341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t2196"/>
            <p:cNvSpPr/>
            <p:nvPr/>
          </p:nvSpPr>
          <p:spPr>
            <a:xfrm>
              <a:off x="6973401" y="4758475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t2197"/>
            <p:cNvSpPr/>
            <p:nvPr/>
          </p:nvSpPr>
          <p:spPr>
            <a:xfrm>
              <a:off x="6978493" y="4706083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t2198"/>
            <p:cNvSpPr/>
            <p:nvPr/>
          </p:nvSpPr>
          <p:spPr>
            <a:xfrm>
              <a:off x="7406145" y="46522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t2199"/>
            <p:cNvSpPr/>
            <p:nvPr/>
          </p:nvSpPr>
          <p:spPr>
            <a:xfrm>
              <a:off x="6932673" y="4594142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t2200"/>
            <p:cNvSpPr/>
            <p:nvPr/>
          </p:nvSpPr>
          <p:spPr>
            <a:xfrm>
              <a:off x="7625062" y="45313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t2201"/>
            <p:cNvSpPr/>
            <p:nvPr/>
          </p:nvSpPr>
          <p:spPr>
            <a:xfrm>
              <a:off x="7446874" y="44633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t2202"/>
            <p:cNvSpPr/>
            <p:nvPr/>
          </p:nvSpPr>
          <p:spPr>
            <a:xfrm>
              <a:off x="8113808" y="43896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t2203"/>
            <p:cNvSpPr/>
            <p:nvPr/>
          </p:nvSpPr>
          <p:spPr>
            <a:xfrm>
              <a:off x="7813433" y="43096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t2204"/>
            <p:cNvSpPr/>
            <p:nvPr/>
          </p:nvSpPr>
          <p:spPr>
            <a:xfrm>
              <a:off x="7752340" y="42224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t2205"/>
            <p:cNvSpPr/>
            <p:nvPr/>
          </p:nvSpPr>
          <p:spPr>
            <a:xfrm>
              <a:off x="7411236" y="41273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t2206"/>
            <p:cNvSpPr/>
            <p:nvPr/>
          </p:nvSpPr>
          <p:spPr>
            <a:xfrm>
              <a:off x="7309414" y="40233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t2207"/>
            <p:cNvSpPr/>
            <p:nvPr/>
          </p:nvSpPr>
          <p:spPr>
            <a:xfrm>
              <a:off x="7787978" y="39095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t2208"/>
            <p:cNvSpPr/>
            <p:nvPr/>
          </p:nvSpPr>
          <p:spPr>
            <a:xfrm>
              <a:off x="9814236" y="37855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t2209"/>
            <p:cNvSpPr/>
            <p:nvPr/>
          </p:nvSpPr>
          <p:spPr>
            <a:xfrm>
              <a:off x="10323346" y="36513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t2210"/>
            <p:cNvSpPr/>
            <p:nvPr/>
          </p:nvSpPr>
          <p:spPr>
            <a:xfrm>
              <a:off x="7691247" y="350775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1"/>
            <p:cNvSpPr/>
            <p:nvPr/>
          </p:nvSpPr>
          <p:spPr>
            <a:xfrm>
              <a:off x="7019221" y="33565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2"/>
            <p:cNvSpPr/>
            <p:nvPr/>
          </p:nvSpPr>
          <p:spPr>
            <a:xfrm>
              <a:off x="7721793" y="32007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3"/>
            <p:cNvSpPr/>
            <p:nvPr/>
          </p:nvSpPr>
          <p:spPr>
            <a:xfrm>
              <a:off x="7462147" y="30449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4"/>
            <p:cNvSpPr/>
            <p:nvPr/>
          </p:nvSpPr>
          <p:spPr>
            <a:xfrm>
              <a:off x="8205448" y="28945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5"/>
            <p:cNvSpPr/>
            <p:nvPr/>
          </p:nvSpPr>
          <p:spPr>
            <a:xfrm>
              <a:off x="7874526" y="27539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6"/>
            <p:cNvSpPr/>
            <p:nvPr/>
          </p:nvSpPr>
          <p:spPr>
            <a:xfrm>
              <a:off x="10506626" y="26251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7"/>
            <p:cNvSpPr/>
            <p:nvPr/>
          </p:nvSpPr>
          <p:spPr>
            <a:xfrm>
              <a:off x="9885512" y="25071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8"/>
            <p:cNvSpPr/>
            <p:nvPr/>
          </p:nvSpPr>
          <p:spPr>
            <a:xfrm>
              <a:off x="8185084" y="23976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19"/>
            <p:cNvSpPr/>
            <p:nvPr/>
          </p:nvSpPr>
          <p:spPr>
            <a:xfrm>
              <a:off x="9086209" y="22951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0"/>
            <p:cNvSpPr/>
            <p:nvPr/>
          </p:nvSpPr>
          <p:spPr>
            <a:xfrm>
              <a:off x="9096391" y="21996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1"/>
            <p:cNvSpPr/>
            <p:nvPr/>
          </p:nvSpPr>
          <p:spPr>
            <a:xfrm>
              <a:off x="11056465" y="21117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2"/>
            <p:cNvSpPr/>
            <p:nvPr/>
          </p:nvSpPr>
          <p:spPr>
            <a:xfrm>
              <a:off x="9356037" y="20324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3"/>
            <p:cNvSpPr/>
            <p:nvPr/>
          </p:nvSpPr>
          <p:spPr>
            <a:xfrm>
              <a:off x="8449821" y="19629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4"/>
            <p:cNvSpPr/>
            <p:nvPr/>
          </p:nvSpPr>
          <p:spPr>
            <a:xfrm>
              <a:off x="8465094" y="19045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5"/>
            <p:cNvSpPr/>
            <p:nvPr/>
          </p:nvSpPr>
          <p:spPr>
            <a:xfrm>
              <a:off x="9233851" y="18591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6"/>
            <p:cNvSpPr/>
            <p:nvPr/>
          </p:nvSpPr>
          <p:spPr>
            <a:xfrm>
              <a:off x="10038245" y="18283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7"/>
            <p:cNvSpPr/>
            <p:nvPr/>
          </p:nvSpPr>
          <p:spPr>
            <a:xfrm>
              <a:off x="10272435" y="18136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8"/>
            <p:cNvSpPr/>
            <p:nvPr/>
          </p:nvSpPr>
          <p:spPr>
            <a:xfrm>
              <a:off x="9325490" y="18158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29"/>
            <p:cNvSpPr/>
            <p:nvPr/>
          </p:nvSpPr>
          <p:spPr>
            <a:xfrm>
              <a:off x="8897838" y="18347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0"/>
            <p:cNvSpPr/>
            <p:nvPr/>
          </p:nvSpPr>
          <p:spPr>
            <a:xfrm>
              <a:off x="8551643" y="18692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1"/>
            <p:cNvSpPr/>
            <p:nvPr/>
          </p:nvSpPr>
          <p:spPr>
            <a:xfrm>
              <a:off x="10109520" y="19176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2"/>
            <p:cNvSpPr/>
            <p:nvPr/>
          </p:nvSpPr>
          <p:spPr>
            <a:xfrm>
              <a:off x="10404804" y="19779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3"/>
            <p:cNvSpPr/>
            <p:nvPr/>
          </p:nvSpPr>
          <p:spPr>
            <a:xfrm>
              <a:off x="9193122" y="20483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4"/>
            <p:cNvSpPr/>
            <p:nvPr/>
          </p:nvSpPr>
          <p:spPr>
            <a:xfrm>
              <a:off x="10134976" y="21269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5"/>
            <p:cNvSpPr/>
            <p:nvPr/>
          </p:nvSpPr>
          <p:spPr>
            <a:xfrm>
              <a:off x="9676776" y="22123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6"/>
            <p:cNvSpPr/>
            <p:nvPr/>
          </p:nvSpPr>
          <p:spPr>
            <a:xfrm>
              <a:off x="9666594" y="23036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7"/>
            <p:cNvSpPr/>
            <p:nvPr/>
          </p:nvSpPr>
          <p:spPr>
            <a:xfrm>
              <a:off x="9636048" y="24003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8"/>
            <p:cNvSpPr/>
            <p:nvPr/>
          </p:nvSpPr>
          <p:spPr>
            <a:xfrm>
              <a:off x="10160431" y="24877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39"/>
            <p:cNvSpPr/>
            <p:nvPr/>
          </p:nvSpPr>
          <p:spPr>
            <a:xfrm>
              <a:off x="8887656" y="25531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0"/>
            <p:cNvSpPr/>
            <p:nvPr/>
          </p:nvSpPr>
          <p:spPr>
            <a:xfrm>
              <a:off x="8653465" y="46392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1"/>
            <p:cNvSpPr/>
            <p:nvPr/>
          </p:nvSpPr>
          <p:spPr>
            <a:xfrm>
              <a:off x="8398910" y="45724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2"/>
            <p:cNvSpPr/>
            <p:nvPr/>
          </p:nvSpPr>
          <p:spPr>
            <a:xfrm>
              <a:off x="7762522" y="45080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3"/>
            <p:cNvSpPr/>
            <p:nvPr/>
          </p:nvSpPr>
          <p:spPr>
            <a:xfrm>
              <a:off x="7334870" y="44387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4"/>
            <p:cNvSpPr/>
            <p:nvPr/>
          </p:nvSpPr>
          <p:spPr>
            <a:xfrm>
              <a:off x="7085406" y="43639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5"/>
            <p:cNvSpPr/>
            <p:nvPr/>
          </p:nvSpPr>
          <p:spPr>
            <a:xfrm>
              <a:off x="7202501" y="42831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6"/>
            <p:cNvSpPr/>
            <p:nvPr/>
          </p:nvSpPr>
          <p:spPr>
            <a:xfrm>
              <a:off x="7935620" y="41956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7"/>
            <p:cNvSpPr/>
            <p:nvPr/>
          </p:nvSpPr>
          <p:spPr>
            <a:xfrm>
              <a:off x="7406145" y="41007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8"/>
            <p:cNvSpPr/>
            <p:nvPr/>
          </p:nvSpPr>
          <p:spPr>
            <a:xfrm>
              <a:off x="7691247" y="39974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49"/>
            <p:cNvSpPr/>
            <p:nvPr/>
          </p:nvSpPr>
          <p:spPr>
            <a:xfrm>
              <a:off x="7574151" y="38853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0"/>
            <p:cNvSpPr/>
            <p:nvPr/>
          </p:nvSpPr>
          <p:spPr>
            <a:xfrm>
              <a:off x="7579243" y="37641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1"/>
            <p:cNvSpPr/>
            <p:nvPr/>
          </p:nvSpPr>
          <p:spPr>
            <a:xfrm>
              <a:off x="7645427" y="36342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2"/>
            <p:cNvSpPr/>
            <p:nvPr/>
          </p:nvSpPr>
          <p:spPr>
            <a:xfrm>
              <a:off x="7075224" y="33533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3"/>
            <p:cNvSpPr/>
            <p:nvPr/>
          </p:nvSpPr>
          <p:spPr>
            <a:xfrm>
              <a:off x="7390872" y="32100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4"/>
            <p:cNvSpPr/>
            <p:nvPr/>
          </p:nvSpPr>
          <p:spPr>
            <a:xfrm>
              <a:off x="7849071" y="30613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5"/>
            <p:cNvSpPr/>
            <p:nvPr/>
          </p:nvSpPr>
          <p:spPr>
            <a:xfrm>
              <a:off x="6932673" y="2920648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6"/>
            <p:cNvSpPr/>
            <p:nvPr/>
          </p:nvSpPr>
          <p:spPr>
            <a:xfrm>
              <a:off x="8251268" y="27887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7"/>
            <p:cNvSpPr/>
            <p:nvPr/>
          </p:nvSpPr>
          <p:spPr>
            <a:xfrm>
              <a:off x="7915255" y="266760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8"/>
            <p:cNvSpPr/>
            <p:nvPr/>
          </p:nvSpPr>
          <p:spPr>
            <a:xfrm>
              <a:off x="8047624" y="25568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59"/>
            <p:cNvSpPr/>
            <p:nvPr/>
          </p:nvSpPr>
          <p:spPr>
            <a:xfrm>
              <a:off x="8363272" y="24543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0"/>
            <p:cNvSpPr/>
            <p:nvPr/>
          </p:nvSpPr>
          <p:spPr>
            <a:xfrm>
              <a:off x="8760378" y="23578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1"/>
            <p:cNvSpPr/>
            <p:nvPr/>
          </p:nvSpPr>
          <p:spPr>
            <a:xfrm>
              <a:off x="9116755" y="22665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2"/>
            <p:cNvSpPr/>
            <p:nvPr/>
          </p:nvSpPr>
          <p:spPr>
            <a:xfrm>
              <a:off x="9600410" y="21807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3"/>
            <p:cNvSpPr/>
            <p:nvPr/>
          </p:nvSpPr>
          <p:spPr>
            <a:xfrm>
              <a:off x="9870238" y="21012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4"/>
            <p:cNvSpPr/>
            <p:nvPr/>
          </p:nvSpPr>
          <p:spPr>
            <a:xfrm>
              <a:off x="9615683" y="202930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5"/>
            <p:cNvSpPr/>
            <p:nvPr/>
          </p:nvSpPr>
          <p:spPr>
            <a:xfrm>
              <a:off x="8454912" y="19664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6"/>
            <p:cNvSpPr/>
            <p:nvPr/>
          </p:nvSpPr>
          <p:spPr>
            <a:xfrm>
              <a:off x="8347999" y="19143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7"/>
            <p:cNvSpPr/>
            <p:nvPr/>
          </p:nvSpPr>
          <p:spPr>
            <a:xfrm>
              <a:off x="9320399" y="18751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8"/>
            <p:cNvSpPr/>
            <p:nvPr/>
          </p:nvSpPr>
          <p:spPr>
            <a:xfrm>
              <a:off x="8897838" y="18504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69"/>
            <p:cNvSpPr/>
            <p:nvPr/>
          </p:nvSpPr>
          <p:spPr>
            <a:xfrm>
              <a:off x="9468041" y="18418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0"/>
            <p:cNvSpPr/>
            <p:nvPr/>
          </p:nvSpPr>
          <p:spPr>
            <a:xfrm>
              <a:off x="9849874" y="184985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1"/>
            <p:cNvSpPr/>
            <p:nvPr/>
          </p:nvSpPr>
          <p:spPr>
            <a:xfrm>
              <a:off x="8322543" y="18740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2"/>
            <p:cNvSpPr/>
            <p:nvPr/>
          </p:nvSpPr>
          <p:spPr>
            <a:xfrm>
              <a:off x="8342908" y="19134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3"/>
            <p:cNvSpPr/>
            <p:nvPr/>
          </p:nvSpPr>
          <p:spPr>
            <a:xfrm>
              <a:off x="10516808" y="196624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4"/>
            <p:cNvSpPr/>
            <p:nvPr/>
          </p:nvSpPr>
          <p:spPr>
            <a:xfrm>
              <a:off x="9834601" y="20306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5"/>
            <p:cNvSpPr/>
            <p:nvPr/>
          </p:nvSpPr>
          <p:spPr>
            <a:xfrm>
              <a:off x="8073079" y="21047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6"/>
            <p:cNvSpPr/>
            <p:nvPr/>
          </p:nvSpPr>
          <p:spPr>
            <a:xfrm>
              <a:off x="10170613" y="21866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7"/>
            <p:cNvSpPr/>
            <p:nvPr/>
          </p:nvSpPr>
          <p:spPr>
            <a:xfrm>
              <a:off x="10262253" y="22747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8"/>
            <p:cNvSpPr/>
            <p:nvPr/>
          </p:nvSpPr>
          <p:spPr>
            <a:xfrm>
              <a:off x="10226615" y="2367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79"/>
            <p:cNvSpPr/>
            <p:nvPr/>
          </p:nvSpPr>
          <p:spPr>
            <a:xfrm>
              <a:off x="10216433" y="24652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0"/>
            <p:cNvSpPr/>
            <p:nvPr/>
          </p:nvSpPr>
          <p:spPr>
            <a:xfrm>
              <a:off x="9457859" y="25343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1"/>
            <p:cNvSpPr/>
            <p:nvPr/>
          </p:nvSpPr>
          <p:spPr>
            <a:xfrm>
              <a:off x="8734923" y="45627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2"/>
            <p:cNvSpPr/>
            <p:nvPr/>
          </p:nvSpPr>
          <p:spPr>
            <a:xfrm>
              <a:off x="8230904" y="44985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3"/>
            <p:cNvSpPr/>
            <p:nvPr/>
          </p:nvSpPr>
          <p:spPr>
            <a:xfrm>
              <a:off x="7742158" y="44359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4"/>
            <p:cNvSpPr/>
            <p:nvPr/>
          </p:nvSpPr>
          <p:spPr>
            <a:xfrm>
              <a:off x="8144355" y="435380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5"/>
            <p:cNvSpPr/>
            <p:nvPr/>
          </p:nvSpPr>
          <p:spPr>
            <a:xfrm>
              <a:off x="7574151" y="41936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6"/>
            <p:cNvSpPr/>
            <p:nvPr/>
          </p:nvSpPr>
          <p:spPr>
            <a:xfrm>
              <a:off x="7161772" y="410797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7"/>
            <p:cNvSpPr/>
            <p:nvPr/>
          </p:nvSpPr>
          <p:spPr>
            <a:xfrm>
              <a:off x="8780743" y="39990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8"/>
            <p:cNvSpPr/>
            <p:nvPr/>
          </p:nvSpPr>
          <p:spPr>
            <a:xfrm>
              <a:off x="9432404" y="38593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89"/>
            <p:cNvSpPr/>
            <p:nvPr/>
          </p:nvSpPr>
          <p:spPr>
            <a:xfrm>
              <a:off x="7014130" y="37419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0"/>
            <p:cNvSpPr/>
            <p:nvPr/>
          </p:nvSpPr>
          <p:spPr>
            <a:xfrm>
              <a:off x="9172757" y="29470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1"/>
            <p:cNvSpPr/>
            <p:nvPr/>
          </p:nvSpPr>
          <p:spPr>
            <a:xfrm>
              <a:off x="9106573" y="28365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2"/>
            <p:cNvSpPr/>
            <p:nvPr/>
          </p:nvSpPr>
          <p:spPr>
            <a:xfrm>
              <a:off x="8358181" y="27249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3"/>
            <p:cNvSpPr/>
            <p:nvPr/>
          </p:nvSpPr>
          <p:spPr>
            <a:xfrm>
              <a:off x="8383637" y="26224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4"/>
            <p:cNvSpPr/>
            <p:nvPr/>
          </p:nvSpPr>
          <p:spPr>
            <a:xfrm>
              <a:off x="9809145" y="25274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5"/>
            <p:cNvSpPr/>
            <p:nvPr/>
          </p:nvSpPr>
          <p:spPr>
            <a:xfrm>
              <a:off x="7670882" y="24374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6"/>
            <p:cNvSpPr/>
            <p:nvPr/>
          </p:nvSpPr>
          <p:spPr>
            <a:xfrm>
              <a:off x="7390872" y="235103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7"/>
            <p:cNvSpPr/>
            <p:nvPr/>
          </p:nvSpPr>
          <p:spPr>
            <a:xfrm>
              <a:off x="8724740" y="218966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8"/>
            <p:cNvSpPr/>
            <p:nvPr/>
          </p:nvSpPr>
          <p:spPr>
            <a:xfrm>
              <a:off x="8933476" y="21169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299"/>
            <p:cNvSpPr/>
            <p:nvPr/>
          </p:nvSpPr>
          <p:spPr>
            <a:xfrm>
              <a:off x="9966969" y="20515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0"/>
            <p:cNvSpPr/>
            <p:nvPr/>
          </p:nvSpPr>
          <p:spPr>
            <a:xfrm>
              <a:off x="9727687" y="199529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1"/>
            <p:cNvSpPr/>
            <p:nvPr/>
          </p:nvSpPr>
          <p:spPr>
            <a:xfrm>
              <a:off x="8933476" y="19501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2"/>
            <p:cNvSpPr/>
            <p:nvPr/>
          </p:nvSpPr>
          <p:spPr>
            <a:xfrm>
              <a:off x="9193122" y="191809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3"/>
            <p:cNvSpPr/>
            <p:nvPr/>
          </p:nvSpPr>
          <p:spPr>
            <a:xfrm>
              <a:off x="8022168" y="19006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4"/>
            <p:cNvSpPr/>
            <p:nvPr/>
          </p:nvSpPr>
          <p:spPr>
            <a:xfrm>
              <a:off x="8551643" y="18990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5"/>
            <p:cNvSpPr/>
            <p:nvPr/>
          </p:nvSpPr>
          <p:spPr>
            <a:xfrm>
              <a:off x="9462950" y="191343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6"/>
            <p:cNvSpPr/>
            <p:nvPr/>
          </p:nvSpPr>
          <p:spPr>
            <a:xfrm>
              <a:off x="9350946" y="19433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7"/>
            <p:cNvSpPr/>
            <p:nvPr/>
          </p:nvSpPr>
          <p:spPr>
            <a:xfrm>
              <a:off x="8490550" y="198755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8"/>
            <p:cNvSpPr/>
            <p:nvPr/>
          </p:nvSpPr>
          <p:spPr>
            <a:xfrm>
              <a:off x="8241086" y="20444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09"/>
            <p:cNvSpPr/>
            <p:nvPr/>
          </p:nvSpPr>
          <p:spPr>
            <a:xfrm>
              <a:off x="9172757" y="21121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0"/>
            <p:cNvSpPr/>
            <p:nvPr/>
          </p:nvSpPr>
          <p:spPr>
            <a:xfrm>
              <a:off x="9661503" y="21888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1"/>
            <p:cNvSpPr/>
            <p:nvPr/>
          </p:nvSpPr>
          <p:spPr>
            <a:xfrm>
              <a:off x="9508770" y="227255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2"/>
            <p:cNvSpPr/>
            <p:nvPr/>
          </p:nvSpPr>
          <p:spPr>
            <a:xfrm>
              <a:off x="9900785" y="23617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3"/>
            <p:cNvSpPr/>
            <p:nvPr/>
          </p:nvSpPr>
          <p:spPr>
            <a:xfrm>
              <a:off x="10644086" y="24552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4"/>
            <p:cNvSpPr/>
            <p:nvPr/>
          </p:nvSpPr>
          <p:spPr>
            <a:xfrm>
              <a:off x="10776454" y="25301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5"/>
            <p:cNvSpPr/>
            <p:nvPr/>
          </p:nvSpPr>
          <p:spPr>
            <a:xfrm>
              <a:off x="9671685" y="25811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6"/>
            <p:cNvSpPr/>
            <p:nvPr/>
          </p:nvSpPr>
          <p:spPr>
            <a:xfrm>
              <a:off x="7721793" y="41417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7"/>
            <p:cNvSpPr/>
            <p:nvPr/>
          </p:nvSpPr>
          <p:spPr>
            <a:xfrm>
              <a:off x="7248321" y="41167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8"/>
            <p:cNvSpPr/>
            <p:nvPr/>
          </p:nvSpPr>
          <p:spPr>
            <a:xfrm>
              <a:off x="8134173" y="27972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19"/>
            <p:cNvSpPr/>
            <p:nvPr/>
          </p:nvSpPr>
          <p:spPr>
            <a:xfrm>
              <a:off x="7584334" y="27038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0"/>
            <p:cNvSpPr/>
            <p:nvPr/>
          </p:nvSpPr>
          <p:spPr>
            <a:xfrm>
              <a:off x="8017077" y="26166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1"/>
            <p:cNvSpPr/>
            <p:nvPr/>
          </p:nvSpPr>
          <p:spPr>
            <a:xfrm>
              <a:off x="8409092" y="25335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2"/>
            <p:cNvSpPr/>
            <p:nvPr/>
          </p:nvSpPr>
          <p:spPr>
            <a:xfrm>
              <a:off x="8358181" y="24527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3"/>
            <p:cNvSpPr/>
            <p:nvPr/>
          </p:nvSpPr>
          <p:spPr>
            <a:xfrm>
              <a:off x="7808342" y="23737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4"/>
            <p:cNvSpPr/>
            <p:nvPr/>
          </p:nvSpPr>
          <p:spPr>
            <a:xfrm>
              <a:off x="8745105" y="22974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5"/>
            <p:cNvSpPr/>
            <p:nvPr/>
          </p:nvSpPr>
          <p:spPr>
            <a:xfrm>
              <a:off x="8943658" y="22255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6"/>
            <p:cNvSpPr/>
            <p:nvPr/>
          </p:nvSpPr>
          <p:spPr>
            <a:xfrm>
              <a:off x="8404001" y="21598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7"/>
            <p:cNvSpPr/>
            <p:nvPr/>
          </p:nvSpPr>
          <p:spPr>
            <a:xfrm>
              <a:off x="8139264" y="21020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8"/>
            <p:cNvSpPr/>
            <p:nvPr/>
          </p:nvSpPr>
          <p:spPr>
            <a:xfrm>
              <a:off x="8159628" y="20542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29"/>
            <p:cNvSpPr/>
            <p:nvPr/>
          </p:nvSpPr>
          <p:spPr>
            <a:xfrm>
              <a:off x="7706520" y="20179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0"/>
            <p:cNvSpPr/>
            <p:nvPr/>
          </p:nvSpPr>
          <p:spPr>
            <a:xfrm>
              <a:off x="9330582" y="19948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1"/>
            <p:cNvSpPr/>
            <p:nvPr/>
          </p:nvSpPr>
          <p:spPr>
            <a:xfrm>
              <a:off x="8653465" y="19862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2"/>
            <p:cNvSpPr/>
            <p:nvPr/>
          </p:nvSpPr>
          <p:spPr>
            <a:xfrm>
              <a:off x="8510914" y="19926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3"/>
            <p:cNvSpPr/>
            <p:nvPr/>
          </p:nvSpPr>
          <p:spPr>
            <a:xfrm>
              <a:off x="9213486" y="20140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4"/>
            <p:cNvSpPr/>
            <p:nvPr/>
          </p:nvSpPr>
          <p:spPr>
            <a:xfrm>
              <a:off x="8093444" y="2049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5"/>
            <p:cNvSpPr/>
            <p:nvPr/>
          </p:nvSpPr>
          <p:spPr>
            <a:xfrm>
              <a:off x="8790925" y="209826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6"/>
            <p:cNvSpPr/>
            <p:nvPr/>
          </p:nvSpPr>
          <p:spPr>
            <a:xfrm>
              <a:off x="8398910" y="21583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7"/>
            <p:cNvSpPr/>
            <p:nvPr/>
          </p:nvSpPr>
          <p:spPr>
            <a:xfrm>
              <a:off x="7737067" y="22280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8"/>
            <p:cNvSpPr/>
            <p:nvPr/>
          </p:nvSpPr>
          <p:spPr>
            <a:xfrm>
              <a:off x="10196069" y="23057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39"/>
            <p:cNvSpPr/>
            <p:nvPr/>
          </p:nvSpPr>
          <p:spPr>
            <a:xfrm>
              <a:off x="8826562" y="23897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0"/>
            <p:cNvSpPr/>
            <p:nvPr/>
          </p:nvSpPr>
          <p:spPr>
            <a:xfrm>
              <a:off x="8668738" y="24784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1"/>
            <p:cNvSpPr/>
            <p:nvPr/>
          </p:nvSpPr>
          <p:spPr>
            <a:xfrm>
              <a:off x="9921149" y="256439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2"/>
            <p:cNvSpPr/>
            <p:nvPr/>
          </p:nvSpPr>
          <p:spPr>
            <a:xfrm>
              <a:off x="8887656" y="25992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3"/>
            <p:cNvSpPr/>
            <p:nvPr/>
          </p:nvSpPr>
          <p:spPr>
            <a:xfrm>
              <a:off x="7024313" y="28549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4"/>
            <p:cNvSpPr/>
            <p:nvPr/>
          </p:nvSpPr>
          <p:spPr>
            <a:xfrm>
              <a:off x="8266541" y="28025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5"/>
            <p:cNvSpPr/>
            <p:nvPr/>
          </p:nvSpPr>
          <p:spPr>
            <a:xfrm>
              <a:off x="9742961" y="272348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6"/>
            <p:cNvSpPr/>
            <p:nvPr/>
          </p:nvSpPr>
          <p:spPr>
            <a:xfrm>
              <a:off x="7375599" y="26479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7"/>
            <p:cNvSpPr/>
            <p:nvPr/>
          </p:nvSpPr>
          <p:spPr>
            <a:xfrm>
              <a:off x="8852018" y="25739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8"/>
            <p:cNvSpPr/>
            <p:nvPr/>
          </p:nvSpPr>
          <p:spPr>
            <a:xfrm>
              <a:off x="8689103" y="25005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49"/>
            <p:cNvSpPr/>
            <p:nvPr/>
          </p:nvSpPr>
          <p:spPr>
            <a:xfrm>
              <a:off x="7339961" y="24284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0"/>
            <p:cNvSpPr/>
            <p:nvPr/>
          </p:nvSpPr>
          <p:spPr>
            <a:xfrm>
              <a:off x="8750196" y="23595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1"/>
            <p:cNvSpPr/>
            <p:nvPr/>
          </p:nvSpPr>
          <p:spPr>
            <a:xfrm>
              <a:off x="8409092" y="22959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2"/>
            <p:cNvSpPr/>
            <p:nvPr/>
          </p:nvSpPr>
          <p:spPr>
            <a:xfrm>
              <a:off x="10638995" y="223961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3"/>
            <p:cNvSpPr/>
            <p:nvPr/>
          </p:nvSpPr>
          <p:spPr>
            <a:xfrm>
              <a:off x="8505823" y="21921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4"/>
            <p:cNvSpPr/>
            <p:nvPr/>
          </p:nvSpPr>
          <p:spPr>
            <a:xfrm>
              <a:off x="8724740" y="21551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5"/>
            <p:cNvSpPr/>
            <p:nvPr/>
          </p:nvSpPr>
          <p:spPr>
            <a:xfrm>
              <a:off x="7966166" y="21296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6"/>
            <p:cNvSpPr/>
            <p:nvPr/>
          </p:nvSpPr>
          <p:spPr>
            <a:xfrm>
              <a:off x="8235995" y="211698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7"/>
            <p:cNvSpPr/>
            <p:nvPr/>
          </p:nvSpPr>
          <p:spPr>
            <a:xfrm>
              <a:off x="8368363" y="21177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8"/>
            <p:cNvSpPr/>
            <p:nvPr/>
          </p:nvSpPr>
          <p:spPr>
            <a:xfrm>
              <a:off x="8470185" y="21322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59"/>
            <p:cNvSpPr/>
            <p:nvPr/>
          </p:nvSpPr>
          <p:spPr>
            <a:xfrm>
              <a:off x="8714558" y="21600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0"/>
            <p:cNvSpPr/>
            <p:nvPr/>
          </p:nvSpPr>
          <p:spPr>
            <a:xfrm>
              <a:off x="8745105" y="22005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1"/>
            <p:cNvSpPr/>
            <p:nvPr/>
          </p:nvSpPr>
          <p:spPr>
            <a:xfrm>
              <a:off x="8424365" y="22523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2"/>
            <p:cNvSpPr/>
            <p:nvPr/>
          </p:nvSpPr>
          <p:spPr>
            <a:xfrm>
              <a:off x="7574151" y="231420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3"/>
            <p:cNvSpPr/>
            <p:nvPr/>
          </p:nvSpPr>
          <p:spPr>
            <a:xfrm>
              <a:off x="8480368" y="23844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4"/>
            <p:cNvSpPr/>
            <p:nvPr/>
          </p:nvSpPr>
          <p:spPr>
            <a:xfrm>
              <a:off x="10272435" y="24616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5"/>
            <p:cNvSpPr/>
            <p:nvPr/>
          </p:nvSpPr>
          <p:spPr>
            <a:xfrm>
              <a:off x="9412039" y="254431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6"/>
            <p:cNvSpPr/>
            <p:nvPr/>
          </p:nvSpPr>
          <p:spPr>
            <a:xfrm>
              <a:off x="10364075" y="26312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7"/>
            <p:cNvSpPr/>
            <p:nvPr/>
          </p:nvSpPr>
          <p:spPr>
            <a:xfrm>
              <a:off x="10094247" y="26845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8"/>
            <p:cNvSpPr/>
            <p:nvPr/>
          </p:nvSpPr>
          <p:spPr>
            <a:xfrm>
              <a:off x="9004751" y="292294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69"/>
            <p:cNvSpPr/>
            <p:nvPr/>
          </p:nvSpPr>
          <p:spPr>
            <a:xfrm>
              <a:off x="8337817" y="28530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0"/>
            <p:cNvSpPr/>
            <p:nvPr/>
          </p:nvSpPr>
          <p:spPr>
            <a:xfrm>
              <a:off x="9401857" y="27855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1"/>
            <p:cNvSpPr/>
            <p:nvPr/>
          </p:nvSpPr>
          <p:spPr>
            <a:xfrm>
              <a:off x="7187228" y="27196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2"/>
            <p:cNvSpPr/>
            <p:nvPr/>
          </p:nvSpPr>
          <p:spPr>
            <a:xfrm>
              <a:off x="7207592" y="265414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3"/>
            <p:cNvSpPr/>
            <p:nvPr/>
          </p:nvSpPr>
          <p:spPr>
            <a:xfrm>
              <a:off x="8831654" y="25889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4"/>
            <p:cNvSpPr/>
            <p:nvPr/>
          </p:nvSpPr>
          <p:spPr>
            <a:xfrm>
              <a:off x="7019221" y="25257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5"/>
            <p:cNvSpPr/>
            <p:nvPr/>
          </p:nvSpPr>
          <p:spPr>
            <a:xfrm>
              <a:off x="7777796" y="246671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6"/>
            <p:cNvSpPr/>
            <p:nvPr/>
          </p:nvSpPr>
          <p:spPr>
            <a:xfrm>
              <a:off x="8495641" y="241407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7"/>
            <p:cNvSpPr/>
            <p:nvPr/>
          </p:nvSpPr>
          <p:spPr>
            <a:xfrm>
              <a:off x="8027260" y="23693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8"/>
            <p:cNvSpPr/>
            <p:nvPr/>
          </p:nvSpPr>
          <p:spPr>
            <a:xfrm>
              <a:off x="8546552" y="23338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79"/>
            <p:cNvSpPr/>
            <p:nvPr/>
          </p:nvSpPr>
          <p:spPr>
            <a:xfrm>
              <a:off x="8368363" y="23082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0"/>
            <p:cNvSpPr/>
            <p:nvPr/>
          </p:nvSpPr>
          <p:spPr>
            <a:xfrm>
              <a:off x="7742158" y="229352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1"/>
            <p:cNvSpPr/>
            <p:nvPr/>
          </p:nvSpPr>
          <p:spPr>
            <a:xfrm>
              <a:off x="9580045" y="22902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2"/>
            <p:cNvSpPr/>
            <p:nvPr/>
          </p:nvSpPr>
          <p:spPr>
            <a:xfrm>
              <a:off x="9177848" y="22989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3"/>
            <p:cNvSpPr/>
            <p:nvPr/>
          </p:nvSpPr>
          <p:spPr>
            <a:xfrm>
              <a:off x="8908020" y="23197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4"/>
            <p:cNvSpPr/>
            <p:nvPr/>
          </p:nvSpPr>
          <p:spPr>
            <a:xfrm>
              <a:off x="8806198" y="235207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5"/>
            <p:cNvSpPr/>
            <p:nvPr/>
          </p:nvSpPr>
          <p:spPr>
            <a:xfrm>
              <a:off x="8622918" y="23953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6"/>
            <p:cNvSpPr/>
            <p:nvPr/>
          </p:nvSpPr>
          <p:spPr>
            <a:xfrm>
              <a:off x="9101482" y="24483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7"/>
            <p:cNvSpPr/>
            <p:nvPr/>
          </p:nvSpPr>
          <p:spPr>
            <a:xfrm>
              <a:off x="8460003" y="25100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8"/>
            <p:cNvSpPr/>
            <p:nvPr/>
          </p:nvSpPr>
          <p:spPr>
            <a:xfrm>
              <a:off x="8225812" y="257896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89"/>
            <p:cNvSpPr/>
            <p:nvPr/>
          </p:nvSpPr>
          <p:spPr>
            <a:xfrm>
              <a:off x="9203304" y="26538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0"/>
            <p:cNvSpPr/>
            <p:nvPr/>
          </p:nvSpPr>
          <p:spPr>
            <a:xfrm>
              <a:off x="8821471" y="273356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1"/>
            <p:cNvSpPr/>
            <p:nvPr/>
          </p:nvSpPr>
          <p:spPr>
            <a:xfrm>
              <a:off x="9610592" y="28066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2"/>
            <p:cNvSpPr/>
            <p:nvPr/>
          </p:nvSpPr>
          <p:spPr>
            <a:xfrm>
              <a:off x="9910967" y="28552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3"/>
            <p:cNvSpPr/>
            <p:nvPr/>
          </p:nvSpPr>
          <p:spPr>
            <a:xfrm>
              <a:off x="9956787" y="305829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4"/>
            <p:cNvSpPr/>
            <p:nvPr/>
          </p:nvSpPr>
          <p:spPr>
            <a:xfrm>
              <a:off x="9513861" y="300927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5"/>
            <p:cNvSpPr/>
            <p:nvPr/>
          </p:nvSpPr>
          <p:spPr>
            <a:xfrm>
              <a:off x="8918202" y="29495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6"/>
            <p:cNvSpPr/>
            <p:nvPr/>
          </p:nvSpPr>
          <p:spPr>
            <a:xfrm>
              <a:off x="8460003" y="28923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7"/>
            <p:cNvSpPr/>
            <p:nvPr/>
          </p:nvSpPr>
          <p:spPr>
            <a:xfrm>
              <a:off x="9325490" y="28360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8"/>
            <p:cNvSpPr/>
            <p:nvPr/>
          </p:nvSpPr>
          <p:spPr>
            <a:xfrm>
              <a:off x="7543605" y="27797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399"/>
            <p:cNvSpPr/>
            <p:nvPr/>
          </p:nvSpPr>
          <p:spPr>
            <a:xfrm>
              <a:off x="8857109" y="27243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0"/>
            <p:cNvSpPr/>
            <p:nvPr/>
          </p:nvSpPr>
          <p:spPr>
            <a:xfrm>
              <a:off x="7273776" y="267178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1"/>
            <p:cNvSpPr/>
            <p:nvPr/>
          </p:nvSpPr>
          <p:spPr>
            <a:xfrm>
              <a:off x="8913111" y="26240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2"/>
            <p:cNvSpPr/>
            <p:nvPr/>
          </p:nvSpPr>
          <p:spPr>
            <a:xfrm>
              <a:off x="8337817" y="25829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3"/>
            <p:cNvSpPr/>
            <p:nvPr/>
          </p:nvSpPr>
          <p:spPr>
            <a:xfrm>
              <a:off x="8699285" y="254941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4"/>
            <p:cNvSpPr/>
            <p:nvPr/>
          </p:nvSpPr>
          <p:spPr>
            <a:xfrm>
              <a:off x="7248321" y="252419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5"/>
            <p:cNvSpPr/>
            <p:nvPr/>
          </p:nvSpPr>
          <p:spPr>
            <a:xfrm>
              <a:off x="7777796" y="25078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6"/>
            <p:cNvSpPr/>
            <p:nvPr/>
          </p:nvSpPr>
          <p:spPr>
            <a:xfrm>
              <a:off x="8378546" y="250096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7"/>
            <p:cNvSpPr/>
            <p:nvPr/>
          </p:nvSpPr>
          <p:spPr>
            <a:xfrm>
              <a:off x="8790925" y="250412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8"/>
            <p:cNvSpPr/>
            <p:nvPr/>
          </p:nvSpPr>
          <p:spPr>
            <a:xfrm>
              <a:off x="8429457" y="25176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09"/>
            <p:cNvSpPr/>
            <p:nvPr/>
          </p:nvSpPr>
          <p:spPr>
            <a:xfrm>
              <a:off x="8740014" y="25416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0"/>
            <p:cNvSpPr/>
            <p:nvPr/>
          </p:nvSpPr>
          <p:spPr>
            <a:xfrm>
              <a:off x="9284762" y="25756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1"/>
            <p:cNvSpPr/>
            <p:nvPr/>
          </p:nvSpPr>
          <p:spPr>
            <a:xfrm>
              <a:off x="9101482" y="261899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2"/>
            <p:cNvSpPr/>
            <p:nvPr/>
          </p:nvSpPr>
          <p:spPr>
            <a:xfrm>
              <a:off x="8495641" y="267076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3"/>
            <p:cNvSpPr/>
            <p:nvPr/>
          </p:nvSpPr>
          <p:spPr>
            <a:xfrm>
              <a:off x="7961075" y="27299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4"/>
            <p:cNvSpPr/>
            <p:nvPr/>
          </p:nvSpPr>
          <p:spPr>
            <a:xfrm>
              <a:off x="8653465" y="27953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5"/>
            <p:cNvSpPr/>
            <p:nvPr/>
          </p:nvSpPr>
          <p:spPr>
            <a:xfrm>
              <a:off x="9076026" y="28658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6"/>
            <p:cNvSpPr/>
            <p:nvPr/>
          </p:nvSpPr>
          <p:spPr>
            <a:xfrm>
              <a:off x="11540120" y="29272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7"/>
            <p:cNvSpPr/>
            <p:nvPr/>
          </p:nvSpPr>
          <p:spPr>
            <a:xfrm>
              <a:off x="10389531" y="295324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8"/>
            <p:cNvSpPr/>
            <p:nvPr/>
          </p:nvSpPr>
          <p:spPr>
            <a:xfrm>
              <a:off x="7737067" y="323080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19"/>
            <p:cNvSpPr/>
            <p:nvPr/>
          </p:nvSpPr>
          <p:spPr>
            <a:xfrm>
              <a:off x="9070935" y="32527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0"/>
            <p:cNvSpPr/>
            <p:nvPr/>
          </p:nvSpPr>
          <p:spPr>
            <a:xfrm>
              <a:off x="8017077" y="31434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1"/>
            <p:cNvSpPr/>
            <p:nvPr/>
          </p:nvSpPr>
          <p:spPr>
            <a:xfrm>
              <a:off x="8378546" y="309487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2"/>
            <p:cNvSpPr/>
            <p:nvPr/>
          </p:nvSpPr>
          <p:spPr>
            <a:xfrm>
              <a:off x="7095588" y="30847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3"/>
            <p:cNvSpPr/>
            <p:nvPr/>
          </p:nvSpPr>
          <p:spPr>
            <a:xfrm>
              <a:off x="7268685" y="303835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4"/>
            <p:cNvSpPr/>
            <p:nvPr/>
          </p:nvSpPr>
          <p:spPr>
            <a:xfrm>
              <a:off x="7426510" y="29913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5"/>
            <p:cNvSpPr/>
            <p:nvPr/>
          </p:nvSpPr>
          <p:spPr>
            <a:xfrm>
              <a:off x="7696338" y="29444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6"/>
            <p:cNvSpPr/>
            <p:nvPr/>
          </p:nvSpPr>
          <p:spPr>
            <a:xfrm>
              <a:off x="7543605" y="289888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7"/>
            <p:cNvSpPr/>
            <p:nvPr/>
          </p:nvSpPr>
          <p:spPr>
            <a:xfrm>
              <a:off x="8062897" y="28562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8"/>
            <p:cNvSpPr/>
            <p:nvPr/>
          </p:nvSpPr>
          <p:spPr>
            <a:xfrm>
              <a:off x="7248321" y="27861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29"/>
            <p:cNvSpPr/>
            <p:nvPr/>
          </p:nvSpPr>
          <p:spPr>
            <a:xfrm>
              <a:off x="9707323" y="276065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0"/>
            <p:cNvSpPr/>
            <p:nvPr/>
          </p:nvSpPr>
          <p:spPr>
            <a:xfrm>
              <a:off x="7131226" y="274221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1"/>
            <p:cNvSpPr/>
            <p:nvPr/>
          </p:nvSpPr>
          <p:spPr>
            <a:xfrm>
              <a:off x="7910164" y="27314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2"/>
            <p:cNvSpPr/>
            <p:nvPr/>
          </p:nvSpPr>
          <p:spPr>
            <a:xfrm>
              <a:off x="8760378" y="27288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3"/>
            <p:cNvSpPr/>
            <p:nvPr/>
          </p:nvSpPr>
          <p:spPr>
            <a:xfrm>
              <a:off x="9345855" y="27351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4"/>
            <p:cNvSpPr/>
            <p:nvPr/>
          </p:nvSpPr>
          <p:spPr>
            <a:xfrm>
              <a:off x="8475276" y="275048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5"/>
            <p:cNvSpPr/>
            <p:nvPr/>
          </p:nvSpPr>
          <p:spPr>
            <a:xfrm>
              <a:off x="7737067" y="277483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6"/>
            <p:cNvSpPr/>
            <p:nvPr/>
          </p:nvSpPr>
          <p:spPr>
            <a:xfrm>
              <a:off x="8531279" y="28077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7"/>
            <p:cNvSpPr/>
            <p:nvPr/>
          </p:nvSpPr>
          <p:spPr>
            <a:xfrm>
              <a:off x="9819327" y="28487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8"/>
            <p:cNvSpPr/>
            <p:nvPr/>
          </p:nvSpPr>
          <p:spPr>
            <a:xfrm>
              <a:off x="9004751" y="289681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39"/>
            <p:cNvSpPr/>
            <p:nvPr/>
          </p:nvSpPr>
          <p:spPr>
            <a:xfrm>
              <a:off x="8633101" y="295120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0"/>
            <p:cNvSpPr/>
            <p:nvPr/>
          </p:nvSpPr>
          <p:spPr>
            <a:xfrm>
              <a:off x="9193122" y="30109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1"/>
            <p:cNvSpPr/>
            <p:nvPr/>
          </p:nvSpPr>
          <p:spPr>
            <a:xfrm>
              <a:off x="9539317" y="30598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2"/>
            <p:cNvSpPr/>
            <p:nvPr/>
          </p:nvSpPr>
          <p:spPr>
            <a:xfrm>
              <a:off x="7859253" y="306302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3"/>
            <p:cNvSpPr/>
            <p:nvPr/>
          </p:nvSpPr>
          <p:spPr>
            <a:xfrm>
              <a:off x="8526187" y="33682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4"/>
            <p:cNvSpPr/>
            <p:nvPr/>
          </p:nvSpPr>
          <p:spPr>
            <a:xfrm>
              <a:off x="7670882" y="34065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5"/>
            <p:cNvSpPr/>
            <p:nvPr/>
          </p:nvSpPr>
          <p:spPr>
            <a:xfrm>
              <a:off x="7019221" y="320762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6"/>
            <p:cNvSpPr/>
            <p:nvPr/>
          </p:nvSpPr>
          <p:spPr>
            <a:xfrm>
              <a:off x="8200357" y="316851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7"/>
            <p:cNvSpPr/>
            <p:nvPr/>
          </p:nvSpPr>
          <p:spPr>
            <a:xfrm>
              <a:off x="7100679" y="309093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8"/>
            <p:cNvSpPr/>
            <p:nvPr/>
          </p:nvSpPr>
          <p:spPr>
            <a:xfrm>
              <a:off x="8597463" y="30536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49"/>
            <p:cNvSpPr/>
            <p:nvPr/>
          </p:nvSpPr>
          <p:spPr>
            <a:xfrm>
              <a:off x="7441783" y="300954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0"/>
            <p:cNvSpPr/>
            <p:nvPr/>
          </p:nvSpPr>
          <p:spPr>
            <a:xfrm>
              <a:off x="9208395" y="29482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1"/>
            <p:cNvSpPr/>
            <p:nvPr/>
          </p:nvSpPr>
          <p:spPr>
            <a:xfrm>
              <a:off x="8765469" y="295662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2"/>
            <p:cNvSpPr/>
            <p:nvPr/>
          </p:nvSpPr>
          <p:spPr>
            <a:xfrm>
              <a:off x="8174901" y="29628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3"/>
            <p:cNvSpPr/>
            <p:nvPr/>
          </p:nvSpPr>
          <p:spPr>
            <a:xfrm>
              <a:off x="10287709" y="2954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4"/>
            <p:cNvSpPr/>
            <p:nvPr/>
          </p:nvSpPr>
          <p:spPr>
            <a:xfrm>
              <a:off x="8516005" y="295422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5"/>
            <p:cNvSpPr/>
            <p:nvPr/>
          </p:nvSpPr>
          <p:spPr>
            <a:xfrm>
              <a:off x="8796016" y="296137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6"/>
            <p:cNvSpPr/>
            <p:nvPr/>
          </p:nvSpPr>
          <p:spPr>
            <a:xfrm>
              <a:off x="8225812" y="29764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7"/>
            <p:cNvSpPr/>
            <p:nvPr/>
          </p:nvSpPr>
          <p:spPr>
            <a:xfrm>
              <a:off x="7925437" y="299908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8"/>
            <p:cNvSpPr/>
            <p:nvPr/>
          </p:nvSpPr>
          <p:spPr>
            <a:xfrm>
              <a:off x="9839692" y="30289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59"/>
            <p:cNvSpPr/>
            <p:nvPr/>
          </p:nvSpPr>
          <p:spPr>
            <a:xfrm>
              <a:off x="11015736" y="306286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0"/>
            <p:cNvSpPr/>
            <p:nvPr/>
          </p:nvSpPr>
          <p:spPr>
            <a:xfrm>
              <a:off x="9992425" y="310671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1"/>
            <p:cNvSpPr/>
            <p:nvPr/>
          </p:nvSpPr>
          <p:spPr>
            <a:xfrm>
              <a:off x="9488406" y="314762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2"/>
            <p:cNvSpPr/>
            <p:nvPr/>
          </p:nvSpPr>
          <p:spPr>
            <a:xfrm>
              <a:off x="9350946" y="317930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3"/>
            <p:cNvSpPr/>
            <p:nvPr/>
          </p:nvSpPr>
          <p:spPr>
            <a:xfrm>
              <a:off x="8989478" y="31781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4"/>
            <p:cNvSpPr/>
            <p:nvPr/>
          </p:nvSpPr>
          <p:spPr>
            <a:xfrm>
              <a:off x="8358181" y="347033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5"/>
            <p:cNvSpPr/>
            <p:nvPr/>
          </p:nvSpPr>
          <p:spPr>
            <a:xfrm>
              <a:off x="7894891" y="352015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6"/>
            <p:cNvSpPr/>
            <p:nvPr/>
          </p:nvSpPr>
          <p:spPr>
            <a:xfrm>
              <a:off x="7360325" y="33901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7"/>
            <p:cNvSpPr/>
            <p:nvPr/>
          </p:nvSpPr>
          <p:spPr>
            <a:xfrm>
              <a:off x="8271632" y="337613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8"/>
            <p:cNvSpPr/>
            <p:nvPr/>
          </p:nvSpPr>
          <p:spPr>
            <a:xfrm>
              <a:off x="9081118" y="334818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69"/>
            <p:cNvSpPr/>
            <p:nvPr/>
          </p:nvSpPr>
          <p:spPr>
            <a:xfrm>
              <a:off x="7675974" y="327925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0"/>
            <p:cNvSpPr/>
            <p:nvPr/>
          </p:nvSpPr>
          <p:spPr>
            <a:xfrm>
              <a:off x="7059950" y="31704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1"/>
            <p:cNvSpPr/>
            <p:nvPr/>
          </p:nvSpPr>
          <p:spPr>
            <a:xfrm>
              <a:off x="9345855" y="31667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2"/>
            <p:cNvSpPr/>
            <p:nvPr/>
          </p:nvSpPr>
          <p:spPr>
            <a:xfrm>
              <a:off x="10201160" y="317003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3"/>
            <p:cNvSpPr/>
            <p:nvPr/>
          </p:nvSpPr>
          <p:spPr>
            <a:xfrm>
              <a:off x="9804054" y="316430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4"/>
            <p:cNvSpPr/>
            <p:nvPr/>
          </p:nvSpPr>
          <p:spPr>
            <a:xfrm>
              <a:off x="8123990" y="316440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5"/>
            <p:cNvSpPr/>
            <p:nvPr/>
          </p:nvSpPr>
          <p:spPr>
            <a:xfrm>
              <a:off x="8042533" y="31711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6"/>
            <p:cNvSpPr/>
            <p:nvPr/>
          </p:nvSpPr>
          <p:spPr>
            <a:xfrm>
              <a:off x="8409092" y="318458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7"/>
            <p:cNvSpPr/>
            <p:nvPr/>
          </p:nvSpPr>
          <p:spPr>
            <a:xfrm>
              <a:off x="7945802" y="320422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8"/>
            <p:cNvSpPr/>
            <p:nvPr/>
          </p:nvSpPr>
          <p:spPr>
            <a:xfrm>
              <a:off x="9681868" y="322424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79"/>
            <p:cNvSpPr/>
            <p:nvPr/>
          </p:nvSpPr>
          <p:spPr>
            <a:xfrm>
              <a:off x="10460806" y="323110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0"/>
            <p:cNvSpPr/>
            <p:nvPr/>
          </p:nvSpPr>
          <p:spPr>
            <a:xfrm>
              <a:off x="10776454" y="323924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1"/>
            <p:cNvSpPr/>
            <p:nvPr/>
          </p:nvSpPr>
          <p:spPr>
            <a:xfrm>
              <a:off x="7401054" y="357287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2"/>
            <p:cNvSpPr/>
            <p:nvPr/>
          </p:nvSpPr>
          <p:spPr>
            <a:xfrm>
              <a:off x="7925437" y="36296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3"/>
            <p:cNvSpPr/>
            <p:nvPr/>
          </p:nvSpPr>
          <p:spPr>
            <a:xfrm>
              <a:off x="7385781" y="372031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4"/>
            <p:cNvSpPr/>
            <p:nvPr/>
          </p:nvSpPr>
          <p:spPr>
            <a:xfrm>
              <a:off x="7457056" y="3496248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5"/>
            <p:cNvSpPr/>
            <p:nvPr/>
          </p:nvSpPr>
          <p:spPr>
            <a:xfrm>
              <a:off x="8510914" y="34823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6"/>
            <p:cNvSpPr/>
            <p:nvPr/>
          </p:nvSpPr>
          <p:spPr>
            <a:xfrm>
              <a:off x="8266541" y="348639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7"/>
            <p:cNvSpPr/>
            <p:nvPr/>
          </p:nvSpPr>
          <p:spPr>
            <a:xfrm>
              <a:off x="7370507" y="329363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8"/>
            <p:cNvSpPr/>
            <p:nvPr/>
          </p:nvSpPr>
          <p:spPr>
            <a:xfrm>
              <a:off x="8923293" y="329852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89"/>
            <p:cNvSpPr/>
            <p:nvPr/>
          </p:nvSpPr>
          <p:spPr>
            <a:xfrm>
              <a:off x="10557537" y="330827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0"/>
            <p:cNvSpPr/>
            <p:nvPr/>
          </p:nvSpPr>
          <p:spPr>
            <a:xfrm>
              <a:off x="9880420" y="335556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1"/>
            <p:cNvSpPr/>
            <p:nvPr/>
          </p:nvSpPr>
          <p:spPr>
            <a:xfrm>
              <a:off x="8785834" y="3342296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2"/>
            <p:cNvSpPr/>
            <p:nvPr/>
          </p:nvSpPr>
          <p:spPr>
            <a:xfrm>
              <a:off x="9396766" y="333105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3"/>
            <p:cNvSpPr/>
            <p:nvPr/>
          </p:nvSpPr>
          <p:spPr>
            <a:xfrm>
              <a:off x="7635245" y="334355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4"/>
            <p:cNvSpPr/>
            <p:nvPr/>
          </p:nvSpPr>
          <p:spPr>
            <a:xfrm>
              <a:off x="9763325" y="353299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5"/>
            <p:cNvSpPr/>
            <p:nvPr/>
          </p:nvSpPr>
          <p:spPr>
            <a:xfrm>
              <a:off x="7879618" y="3515697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6"/>
            <p:cNvSpPr/>
            <p:nvPr/>
          </p:nvSpPr>
          <p:spPr>
            <a:xfrm>
              <a:off x="9284762" y="3736633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7"/>
            <p:cNvSpPr/>
            <p:nvPr/>
          </p:nvSpPr>
          <p:spPr>
            <a:xfrm>
              <a:off x="9330582" y="371923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8"/>
            <p:cNvSpPr/>
            <p:nvPr/>
          </p:nvSpPr>
          <p:spPr>
            <a:xfrm>
              <a:off x="9030207" y="3714429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499"/>
            <p:cNvSpPr/>
            <p:nvPr/>
          </p:nvSpPr>
          <p:spPr>
            <a:xfrm>
              <a:off x="8612736" y="3836871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0"/>
            <p:cNvSpPr/>
            <p:nvPr/>
          </p:nvSpPr>
          <p:spPr>
            <a:xfrm>
              <a:off x="9809145" y="3846840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1"/>
            <p:cNvSpPr/>
            <p:nvPr/>
          </p:nvSpPr>
          <p:spPr>
            <a:xfrm>
              <a:off x="9580045" y="384238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2"/>
            <p:cNvSpPr/>
            <p:nvPr/>
          </p:nvSpPr>
          <p:spPr>
            <a:xfrm>
              <a:off x="7905073" y="381171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3"/>
            <p:cNvSpPr/>
            <p:nvPr/>
          </p:nvSpPr>
          <p:spPr>
            <a:xfrm>
              <a:off x="9305126" y="3936085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4"/>
            <p:cNvSpPr/>
            <p:nvPr/>
          </p:nvSpPr>
          <p:spPr>
            <a:xfrm>
              <a:off x="9182940" y="3933942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l2505"/>
            <p:cNvSpPr/>
            <p:nvPr/>
          </p:nvSpPr>
          <p:spPr>
            <a:xfrm>
              <a:off x="6615761" y="1397033"/>
              <a:ext cx="4943459" cy="3329317"/>
            </a:xfrm>
            <a:custGeom>
              <a:avLst/>
              <a:pathLst>
                <a:path w="4943459" h="3329317">
                  <a:moveTo>
                    <a:pt x="0" y="3329317"/>
                  </a:moveTo>
                  <a:lnTo>
                    <a:pt x="62575" y="3287173"/>
                  </a:lnTo>
                  <a:lnTo>
                    <a:pt x="125150" y="3245030"/>
                  </a:lnTo>
                  <a:lnTo>
                    <a:pt x="187726" y="3202887"/>
                  </a:lnTo>
                  <a:lnTo>
                    <a:pt x="250301" y="3160744"/>
                  </a:lnTo>
                  <a:lnTo>
                    <a:pt x="312877" y="3118600"/>
                  </a:lnTo>
                  <a:lnTo>
                    <a:pt x="375452" y="3076457"/>
                  </a:lnTo>
                  <a:lnTo>
                    <a:pt x="438028" y="3034314"/>
                  </a:lnTo>
                  <a:lnTo>
                    <a:pt x="500603" y="2992171"/>
                  </a:lnTo>
                  <a:lnTo>
                    <a:pt x="563178" y="2950027"/>
                  </a:lnTo>
                  <a:lnTo>
                    <a:pt x="625754" y="2907884"/>
                  </a:lnTo>
                  <a:lnTo>
                    <a:pt x="688329" y="2865741"/>
                  </a:lnTo>
                  <a:lnTo>
                    <a:pt x="750905" y="2823598"/>
                  </a:lnTo>
                  <a:lnTo>
                    <a:pt x="813480" y="2781454"/>
                  </a:lnTo>
                  <a:lnTo>
                    <a:pt x="876056" y="2739311"/>
                  </a:lnTo>
                  <a:lnTo>
                    <a:pt x="938631" y="2697168"/>
                  </a:lnTo>
                  <a:lnTo>
                    <a:pt x="1001207" y="2655025"/>
                  </a:lnTo>
                  <a:lnTo>
                    <a:pt x="1063782" y="2612881"/>
                  </a:lnTo>
                  <a:lnTo>
                    <a:pt x="1126357" y="2570738"/>
                  </a:lnTo>
                  <a:lnTo>
                    <a:pt x="1188933" y="2528595"/>
                  </a:lnTo>
                  <a:lnTo>
                    <a:pt x="1251508" y="2486452"/>
                  </a:lnTo>
                  <a:lnTo>
                    <a:pt x="1314084" y="2444308"/>
                  </a:lnTo>
                  <a:lnTo>
                    <a:pt x="1376659" y="2402165"/>
                  </a:lnTo>
                  <a:lnTo>
                    <a:pt x="1439235" y="2360022"/>
                  </a:lnTo>
                  <a:lnTo>
                    <a:pt x="1501810" y="2317879"/>
                  </a:lnTo>
                  <a:lnTo>
                    <a:pt x="1564385" y="2275735"/>
                  </a:lnTo>
                  <a:lnTo>
                    <a:pt x="1626961" y="2233592"/>
                  </a:lnTo>
                  <a:lnTo>
                    <a:pt x="1689536" y="2191449"/>
                  </a:lnTo>
                  <a:lnTo>
                    <a:pt x="1752112" y="2149306"/>
                  </a:lnTo>
                  <a:lnTo>
                    <a:pt x="1814687" y="2107162"/>
                  </a:lnTo>
                  <a:lnTo>
                    <a:pt x="1877263" y="2065019"/>
                  </a:lnTo>
                  <a:lnTo>
                    <a:pt x="1939838" y="2022876"/>
                  </a:lnTo>
                  <a:lnTo>
                    <a:pt x="2002414" y="1980732"/>
                  </a:lnTo>
                  <a:lnTo>
                    <a:pt x="2064989" y="1938589"/>
                  </a:lnTo>
                  <a:lnTo>
                    <a:pt x="2127564" y="1896446"/>
                  </a:lnTo>
                  <a:lnTo>
                    <a:pt x="2190140" y="1854303"/>
                  </a:lnTo>
                  <a:lnTo>
                    <a:pt x="2252715" y="1812159"/>
                  </a:lnTo>
                  <a:lnTo>
                    <a:pt x="2315291" y="1770016"/>
                  </a:lnTo>
                  <a:lnTo>
                    <a:pt x="2377866" y="1727873"/>
                  </a:lnTo>
                  <a:lnTo>
                    <a:pt x="2440442" y="1685730"/>
                  </a:lnTo>
                  <a:lnTo>
                    <a:pt x="2503017" y="1643586"/>
                  </a:lnTo>
                  <a:lnTo>
                    <a:pt x="2565592" y="1601443"/>
                  </a:lnTo>
                  <a:lnTo>
                    <a:pt x="2628168" y="1559300"/>
                  </a:lnTo>
                  <a:lnTo>
                    <a:pt x="2690743" y="1517157"/>
                  </a:lnTo>
                  <a:lnTo>
                    <a:pt x="2753319" y="1475013"/>
                  </a:lnTo>
                  <a:lnTo>
                    <a:pt x="2815894" y="1432870"/>
                  </a:lnTo>
                  <a:lnTo>
                    <a:pt x="2878470" y="1390727"/>
                  </a:lnTo>
                  <a:lnTo>
                    <a:pt x="2941045" y="1348584"/>
                  </a:lnTo>
                  <a:lnTo>
                    <a:pt x="3003621" y="1306440"/>
                  </a:lnTo>
                  <a:lnTo>
                    <a:pt x="3066196" y="1264297"/>
                  </a:lnTo>
                  <a:lnTo>
                    <a:pt x="3128771" y="1222154"/>
                  </a:lnTo>
                  <a:lnTo>
                    <a:pt x="3191347" y="1180011"/>
                  </a:lnTo>
                  <a:lnTo>
                    <a:pt x="3253922" y="1137867"/>
                  </a:lnTo>
                  <a:lnTo>
                    <a:pt x="3316498" y="1095724"/>
                  </a:lnTo>
                  <a:lnTo>
                    <a:pt x="3379073" y="1053581"/>
                  </a:lnTo>
                  <a:lnTo>
                    <a:pt x="3441649" y="1011438"/>
                  </a:lnTo>
                  <a:lnTo>
                    <a:pt x="3504224" y="969294"/>
                  </a:lnTo>
                  <a:lnTo>
                    <a:pt x="3566799" y="927151"/>
                  </a:lnTo>
                  <a:lnTo>
                    <a:pt x="3629375" y="885008"/>
                  </a:lnTo>
                  <a:lnTo>
                    <a:pt x="3691950" y="842865"/>
                  </a:lnTo>
                  <a:lnTo>
                    <a:pt x="3754526" y="800721"/>
                  </a:lnTo>
                  <a:lnTo>
                    <a:pt x="3817101" y="758578"/>
                  </a:lnTo>
                  <a:lnTo>
                    <a:pt x="3879677" y="716435"/>
                  </a:lnTo>
                  <a:lnTo>
                    <a:pt x="3942252" y="674292"/>
                  </a:lnTo>
                  <a:lnTo>
                    <a:pt x="4004828" y="632148"/>
                  </a:lnTo>
                  <a:lnTo>
                    <a:pt x="4067403" y="590005"/>
                  </a:lnTo>
                  <a:lnTo>
                    <a:pt x="4129978" y="547862"/>
                  </a:lnTo>
                  <a:lnTo>
                    <a:pt x="4192554" y="505719"/>
                  </a:lnTo>
                  <a:lnTo>
                    <a:pt x="4255129" y="463575"/>
                  </a:lnTo>
                  <a:lnTo>
                    <a:pt x="4317705" y="421432"/>
                  </a:lnTo>
                  <a:lnTo>
                    <a:pt x="4380280" y="379289"/>
                  </a:lnTo>
                  <a:lnTo>
                    <a:pt x="4442856" y="337146"/>
                  </a:lnTo>
                  <a:lnTo>
                    <a:pt x="4505431" y="295002"/>
                  </a:lnTo>
                  <a:lnTo>
                    <a:pt x="4568006" y="252859"/>
                  </a:lnTo>
                  <a:lnTo>
                    <a:pt x="4630582" y="210716"/>
                  </a:lnTo>
                  <a:lnTo>
                    <a:pt x="4693157" y="168573"/>
                  </a:lnTo>
                  <a:lnTo>
                    <a:pt x="4755733" y="126429"/>
                  </a:lnTo>
                  <a:lnTo>
                    <a:pt x="4818308" y="84286"/>
                  </a:lnTo>
                  <a:lnTo>
                    <a:pt x="4880884" y="42143"/>
                  </a:lnTo>
                  <a:lnTo>
                    <a:pt x="4943459" y="0"/>
                  </a:lnTo>
                </a:path>
              </a:pathLst>
            </a:custGeom>
            <a:ln w="14905" cap="flat">
              <a:solidFill>
                <a:srgbClr val="2331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tx2506"/>
            <p:cNvSpPr/>
            <p:nvPr/>
          </p:nvSpPr>
          <p:spPr>
            <a:xfrm>
              <a:off x="7023050" y="2017630"/>
              <a:ext cx="1026413" cy="685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3" i="0" b="0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Direction flips: 25 / 1247</a:t>
              </a:r>
            </a:p>
          </p:txBody>
        </p:sp>
        <p:sp>
          <p:nvSpPr>
            <p:cNvPr id="2508" name="rc2507"/>
            <p:cNvSpPr/>
            <p:nvPr/>
          </p:nvSpPr>
          <p:spPr>
            <a:xfrm>
              <a:off x="717318" y="994538"/>
              <a:ext cx="5437805" cy="189736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9" name="tx2508"/>
            <p:cNvSpPr/>
            <p:nvPr/>
          </p:nvSpPr>
          <p:spPr>
            <a:xfrm>
              <a:off x="2941530" y="1050132"/>
              <a:ext cx="989380" cy="78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200 spatial species</a:t>
              </a:r>
            </a:p>
          </p:txBody>
        </p:sp>
        <p:sp>
          <p:nvSpPr>
            <p:cNvPr id="2510" name="rc2509"/>
            <p:cNvSpPr/>
            <p:nvPr/>
          </p:nvSpPr>
          <p:spPr>
            <a:xfrm>
              <a:off x="6368588" y="994538"/>
              <a:ext cx="5437805" cy="189736"/>
            </a:xfrm>
            <a:prstGeom prst="rect">
              <a:avLst/>
            </a:prstGeom>
            <a:solidFill>
              <a:srgbClr val="EE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1" name="tx2510"/>
            <p:cNvSpPr/>
            <p:nvPr/>
          </p:nvSpPr>
          <p:spPr>
            <a:xfrm>
              <a:off x="8535194" y="1050132"/>
              <a:ext cx="1104595" cy="78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1">
                  <a:solidFill>
                    <a:srgbClr val="23313A">
                      <a:alpha val="100000"/>
                    </a:srgbClr>
                  </a:solidFill>
                  <a:latin typeface="Helvetica"/>
                  <a:cs typeface="Helvetica"/>
                </a:rPr>
                <a:t>500 temporal species</a:t>
              </a:r>
            </a:p>
          </p:txBody>
        </p:sp>
        <p:sp>
          <p:nvSpPr>
            <p:cNvPr id="2512" name="pl2511"/>
            <p:cNvSpPr/>
            <p:nvPr/>
          </p:nvSpPr>
          <p:spPr>
            <a:xfrm>
              <a:off x="717318" y="5864969"/>
              <a:ext cx="5437805" cy="0"/>
            </a:xfrm>
            <a:custGeom>
              <a:avLst/>
              <a:pathLst>
                <a:path w="5437805" h="0">
                  <a:moveTo>
                    <a:pt x="0" y="0"/>
                  </a:moveTo>
                  <a:lnTo>
                    <a:pt x="5437805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l2512"/>
            <p:cNvSpPr/>
            <p:nvPr/>
          </p:nvSpPr>
          <p:spPr>
            <a:xfrm>
              <a:off x="1441659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l2513"/>
            <p:cNvSpPr/>
            <p:nvPr/>
          </p:nvSpPr>
          <p:spPr>
            <a:xfrm>
              <a:off x="2395994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l2514"/>
            <p:cNvSpPr/>
            <p:nvPr/>
          </p:nvSpPr>
          <p:spPr>
            <a:xfrm>
              <a:off x="3350330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l2515"/>
            <p:cNvSpPr/>
            <p:nvPr/>
          </p:nvSpPr>
          <p:spPr>
            <a:xfrm>
              <a:off x="4304666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l2516"/>
            <p:cNvSpPr/>
            <p:nvPr/>
          </p:nvSpPr>
          <p:spPr>
            <a:xfrm>
              <a:off x="5259002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tx2517"/>
            <p:cNvSpPr/>
            <p:nvPr/>
          </p:nvSpPr>
          <p:spPr>
            <a:xfrm>
              <a:off x="1414135" y="5913935"/>
              <a:ext cx="55046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519" name="tx2518"/>
            <p:cNvSpPr/>
            <p:nvPr/>
          </p:nvSpPr>
          <p:spPr>
            <a:xfrm>
              <a:off x="2340948" y="5913935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2520" name="tx2519"/>
            <p:cNvSpPr/>
            <p:nvPr/>
          </p:nvSpPr>
          <p:spPr>
            <a:xfrm>
              <a:off x="3295283" y="5913935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521" name="tx2520"/>
            <p:cNvSpPr/>
            <p:nvPr/>
          </p:nvSpPr>
          <p:spPr>
            <a:xfrm>
              <a:off x="4249619" y="5913935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2522" name="tx2521"/>
            <p:cNvSpPr/>
            <p:nvPr/>
          </p:nvSpPr>
          <p:spPr>
            <a:xfrm>
              <a:off x="5203955" y="5913935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523" name="pl2522"/>
            <p:cNvSpPr/>
            <p:nvPr/>
          </p:nvSpPr>
          <p:spPr>
            <a:xfrm>
              <a:off x="6368588" y="5864969"/>
              <a:ext cx="5437805" cy="0"/>
            </a:xfrm>
            <a:custGeom>
              <a:avLst/>
              <a:pathLst>
                <a:path w="5437805" h="0">
                  <a:moveTo>
                    <a:pt x="0" y="0"/>
                  </a:moveTo>
                  <a:lnTo>
                    <a:pt x="5437805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l2523"/>
            <p:cNvSpPr/>
            <p:nvPr/>
          </p:nvSpPr>
          <p:spPr>
            <a:xfrm>
              <a:off x="7012867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l2524"/>
            <p:cNvSpPr/>
            <p:nvPr/>
          </p:nvSpPr>
          <p:spPr>
            <a:xfrm>
              <a:off x="8285643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l2525"/>
            <p:cNvSpPr/>
            <p:nvPr/>
          </p:nvSpPr>
          <p:spPr>
            <a:xfrm>
              <a:off x="9558418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l2526"/>
            <p:cNvSpPr/>
            <p:nvPr/>
          </p:nvSpPr>
          <p:spPr>
            <a:xfrm>
              <a:off x="10831193" y="5864969"/>
              <a:ext cx="0" cy="27202"/>
            </a:xfrm>
            <a:custGeom>
              <a:avLst/>
              <a:pathLst>
                <a:path w="0" h="27202">
                  <a:moveTo>
                    <a:pt x="0" y="27202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tx2527"/>
            <p:cNvSpPr/>
            <p:nvPr/>
          </p:nvSpPr>
          <p:spPr>
            <a:xfrm>
              <a:off x="6985344" y="5913935"/>
              <a:ext cx="55046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529" name="tx2528"/>
            <p:cNvSpPr/>
            <p:nvPr/>
          </p:nvSpPr>
          <p:spPr>
            <a:xfrm>
              <a:off x="8230596" y="5913935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530" name="tx2529"/>
            <p:cNvSpPr/>
            <p:nvPr/>
          </p:nvSpPr>
          <p:spPr>
            <a:xfrm>
              <a:off x="9503371" y="5913935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531" name="tx2530"/>
            <p:cNvSpPr/>
            <p:nvPr/>
          </p:nvSpPr>
          <p:spPr>
            <a:xfrm>
              <a:off x="10776147" y="5913935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532" name="pl2531"/>
            <p:cNvSpPr/>
            <p:nvPr/>
          </p:nvSpPr>
          <p:spPr>
            <a:xfrm>
              <a:off x="6368588" y="1184274"/>
              <a:ext cx="0" cy="4680694"/>
            </a:xfrm>
            <a:custGeom>
              <a:avLst/>
              <a:pathLst>
                <a:path w="0" h="4680694">
                  <a:moveTo>
                    <a:pt x="0" y="468069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tx2532"/>
            <p:cNvSpPr/>
            <p:nvPr/>
          </p:nvSpPr>
          <p:spPr>
            <a:xfrm>
              <a:off x="6264576" y="5044073"/>
              <a:ext cx="55046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2534" name="tx2533"/>
            <p:cNvSpPr/>
            <p:nvPr/>
          </p:nvSpPr>
          <p:spPr>
            <a:xfrm>
              <a:off x="6209529" y="3552424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2535" name="tx2534"/>
            <p:cNvSpPr/>
            <p:nvPr/>
          </p:nvSpPr>
          <p:spPr>
            <a:xfrm>
              <a:off x="6209529" y="2060775"/>
              <a:ext cx="110093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2536" name="pl2535"/>
            <p:cNvSpPr/>
            <p:nvPr/>
          </p:nvSpPr>
          <p:spPr>
            <a:xfrm>
              <a:off x="6341385" y="5079597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l2536"/>
            <p:cNvSpPr/>
            <p:nvPr/>
          </p:nvSpPr>
          <p:spPr>
            <a:xfrm>
              <a:off x="6341385" y="3587948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l2537"/>
            <p:cNvSpPr/>
            <p:nvPr/>
          </p:nvSpPr>
          <p:spPr>
            <a:xfrm>
              <a:off x="6341385" y="2096300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l2538"/>
            <p:cNvSpPr/>
            <p:nvPr/>
          </p:nvSpPr>
          <p:spPr>
            <a:xfrm>
              <a:off x="717318" y="1184274"/>
              <a:ext cx="0" cy="4680694"/>
            </a:xfrm>
            <a:custGeom>
              <a:avLst/>
              <a:pathLst>
                <a:path w="0" h="4680694">
                  <a:moveTo>
                    <a:pt x="0" y="468069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tx2539"/>
            <p:cNvSpPr/>
            <p:nvPr/>
          </p:nvSpPr>
          <p:spPr>
            <a:xfrm>
              <a:off x="530735" y="5007348"/>
              <a:ext cx="137617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2.5</a:t>
              </a:r>
            </a:p>
          </p:txBody>
        </p:sp>
        <p:sp>
          <p:nvSpPr>
            <p:cNvPr id="2541" name="tx2540"/>
            <p:cNvSpPr/>
            <p:nvPr/>
          </p:nvSpPr>
          <p:spPr>
            <a:xfrm>
              <a:off x="530735" y="3623388"/>
              <a:ext cx="137617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5.0</a:t>
              </a:r>
            </a:p>
          </p:txBody>
        </p:sp>
        <p:sp>
          <p:nvSpPr>
            <p:cNvPr id="2542" name="tx2541"/>
            <p:cNvSpPr/>
            <p:nvPr/>
          </p:nvSpPr>
          <p:spPr>
            <a:xfrm>
              <a:off x="530735" y="2239427"/>
              <a:ext cx="137617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7.5</a:t>
              </a:r>
            </a:p>
          </p:txBody>
        </p:sp>
        <p:sp>
          <p:nvSpPr>
            <p:cNvPr id="2543" name="pl2542"/>
            <p:cNvSpPr/>
            <p:nvPr/>
          </p:nvSpPr>
          <p:spPr>
            <a:xfrm>
              <a:off x="690115" y="5042873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l2543"/>
            <p:cNvSpPr/>
            <p:nvPr/>
          </p:nvSpPr>
          <p:spPr>
            <a:xfrm>
              <a:off x="690115" y="3658912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l2544"/>
            <p:cNvSpPr/>
            <p:nvPr/>
          </p:nvSpPr>
          <p:spPr>
            <a:xfrm>
              <a:off x="690115" y="2274952"/>
              <a:ext cx="27202" cy="0"/>
            </a:xfrm>
            <a:custGeom>
              <a:avLst/>
              <a:pathLst>
                <a:path w="27202" h="0">
                  <a:moveTo>
                    <a:pt x="0" y="0"/>
                  </a:moveTo>
                  <a:lnTo>
                    <a:pt x="27202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tx2545"/>
            <p:cNvSpPr/>
            <p:nvPr/>
          </p:nvSpPr>
          <p:spPr>
            <a:xfrm>
              <a:off x="5466968" y="6034132"/>
              <a:ext cx="1589775" cy="78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Naive observed richness trend</a:t>
              </a:r>
            </a:p>
          </p:txBody>
        </p:sp>
        <p:sp>
          <p:nvSpPr>
            <p:cNvPr id="2547" name="tx2546"/>
            <p:cNvSpPr/>
            <p:nvPr/>
          </p:nvSpPr>
          <p:spPr>
            <a:xfrm rot="-5400000">
              <a:off x="-512502" y="3485348"/>
              <a:ext cx="1905243" cy="785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Occupancy-corrected richness trend</a:t>
              </a:r>
            </a:p>
          </p:txBody>
        </p:sp>
        <p:sp>
          <p:nvSpPr>
            <p:cNvPr id="2548" name="rc2547"/>
            <p:cNvSpPr/>
            <p:nvPr/>
          </p:nvSpPr>
          <p:spPr>
            <a:xfrm>
              <a:off x="5493579" y="6245631"/>
              <a:ext cx="1536553" cy="3282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9" name="rc2548"/>
            <p:cNvSpPr/>
            <p:nvPr/>
          </p:nvSpPr>
          <p:spPr>
            <a:xfrm>
              <a:off x="5547985" y="630003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0" name="pt2549"/>
            <p:cNvSpPr/>
            <p:nvPr/>
          </p:nvSpPr>
          <p:spPr>
            <a:xfrm>
              <a:off x="5638612" y="6390664"/>
              <a:ext cx="38202" cy="38202"/>
            </a:xfrm>
            <a:prstGeom prst="ellipse">
              <a:avLst/>
            </a:prstGeom>
            <a:solidFill>
              <a:srgbClr val="61707A">
                <a:alpha val="58039"/>
              </a:srgbClr>
            </a:solidFill>
            <a:ln w="7036" cap="rnd">
              <a:solidFill>
                <a:srgbClr val="61707A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rc2550"/>
            <p:cNvSpPr/>
            <p:nvPr/>
          </p:nvSpPr>
          <p:spPr>
            <a:xfrm>
              <a:off x="6156974" y="6300037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2" name="pt2551"/>
            <p:cNvSpPr/>
            <p:nvPr/>
          </p:nvSpPr>
          <p:spPr>
            <a:xfrm>
              <a:off x="6247600" y="6390664"/>
              <a:ext cx="38202" cy="38202"/>
            </a:xfrm>
            <a:prstGeom prst="ellipse">
              <a:avLst/>
            </a:prstGeom>
            <a:solidFill>
              <a:srgbClr val="D55E00">
                <a:alpha val="58039"/>
              </a:srgbClr>
            </a:solidFill>
            <a:ln w="7036" cap="rnd">
              <a:solidFill>
                <a:srgbClr val="D55E00">
                  <a:alpha val="58039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tx2552"/>
            <p:cNvSpPr/>
            <p:nvPr/>
          </p:nvSpPr>
          <p:spPr>
            <a:xfrm>
              <a:off x="5821847" y="6374241"/>
              <a:ext cx="28072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No flip</a:t>
              </a:r>
            </a:p>
          </p:txBody>
        </p:sp>
        <p:sp>
          <p:nvSpPr>
            <p:cNvPr id="2554" name="tx2553"/>
            <p:cNvSpPr/>
            <p:nvPr/>
          </p:nvSpPr>
          <p:spPr>
            <a:xfrm>
              <a:off x="6430836" y="6374241"/>
              <a:ext cx="544890" cy="710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80" i="0" b="0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Direction flip</a:t>
              </a:r>
            </a:p>
          </p:txBody>
        </p:sp>
        <p:sp>
          <p:nvSpPr>
            <p:cNvPr id="2555" name="tx2554"/>
            <p:cNvSpPr/>
            <p:nvPr/>
          </p:nvSpPr>
          <p:spPr>
            <a:xfrm>
              <a:off x="717318" y="790904"/>
              <a:ext cx="5042275" cy="78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60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Comparison of naive detection trends and occupancy-corrected richness trends across 100-km grid cells</a:t>
              </a:r>
            </a:p>
          </p:txBody>
        </p:sp>
        <p:sp>
          <p:nvSpPr>
            <p:cNvPr id="2556" name="tx2555"/>
            <p:cNvSpPr/>
            <p:nvPr/>
          </p:nvSpPr>
          <p:spPr>
            <a:xfrm>
              <a:off x="717318" y="604140"/>
              <a:ext cx="3433023" cy="104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9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Observation bias changes ecological conclusions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2026-07-14T22:16:10Z</dcterms:modified>
  <cp:category/>
</cp:coreProperties>
</file>