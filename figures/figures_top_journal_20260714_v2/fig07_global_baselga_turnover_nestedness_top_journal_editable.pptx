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Fig07 global baselga turnover nestedness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599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59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832898" y="1184274"/>
              <a:ext cx="10973496" cy="22073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2452795" y="1966521"/>
              <a:ext cx="809948" cy="1425086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538337" y="2652642"/>
              <a:ext cx="809948" cy="738965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5065532" y="2464631"/>
              <a:ext cx="809948" cy="926976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4151074" y="2154532"/>
              <a:ext cx="809948" cy="1237075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7678269" y="2226647"/>
              <a:ext cx="809948" cy="116496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6763811" y="2392516"/>
              <a:ext cx="809948" cy="999091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0291006" y="3146764"/>
              <a:ext cx="809948" cy="244842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9376548" y="1472398"/>
              <a:ext cx="809948" cy="1919209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746728" y="1550300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857769" y="1550300"/>
              <a:ext cx="0" cy="823394"/>
            </a:xfrm>
            <a:custGeom>
              <a:avLst/>
              <a:pathLst>
                <a:path w="0" h="823394">
                  <a:moveTo>
                    <a:pt x="0" y="0"/>
                  </a:moveTo>
                  <a:lnTo>
                    <a:pt x="0" y="82339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746728" y="2373695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832270" y="2245468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943311" y="2245468"/>
              <a:ext cx="0" cy="823394"/>
            </a:xfrm>
            <a:custGeom>
              <a:avLst/>
              <a:pathLst>
                <a:path w="0" h="823394">
                  <a:moveTo>
                    <a:pt x="0" y="0"/>
                  </a:moveTo>
                  <a:lnTo>
                    <a:pt x="0" y="82339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832270" y="306886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5359465" y="2100066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470506" y="2100066"/>
              <a:ext cx="0" cy="687274"/>
            </a:xfrm>
            <a:custGeom>
              <a:avLst/>
              <a:pathLst>
                <a:path w="0" h="687274">
                  <a:moveTo>
                    <a:pt x="0" y="0"/>
                  </a:moveTo>
                  <a:lnTo>
                    <a:pt x="0" y="68727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5359465" y="2787340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445007" y="183182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4556048" y="1831822"/>
              <a:ext cx="0" cy="687274"/>
            </a:xfrm>
            <a:custGeom>
              <a:avLst/>
              <a:pathLst>
                <a:path w="0" h="687274">
                  <a:moveTo>
                    <a:pt x="0" y="0"/>
                  </a:moveTo>
                  <a:lnTo>
                    <a:pt x="0" y="68727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445007" y="2519097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7972202" y="1896443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8083244" y="1896443"/>
              <a:ext cx="0" cy="649916"/>
            </a:xfrm>
            <a:custGeom>
              <a:avLst/>
              <a:pathLst>
                <a:path w="0" h="649916">
                  <a:moveTo>
                    <a:pt x="0" y="0"/>
                  </a:moveTo>
                  <a:lnTo>
                    <a:pt x="0" y="649916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7972202" y="2546359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7057744" y="2072803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7168786" y="2072803"/>
              <a:ext cx="0" cy="649916"/>
            </a:xfrm>
            <a:custGeom>
              <a:avLst/>
              <a:pathLst>
                <a:path w="0" h="649916">
                  <a:moveTo>
                    <a:pt x="0" y="0"/>
                  </a:moveTo>
                  <a:lnTo>
                    <a:pt x="0" y="649916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7057744" y="2722719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0584939" y="3033190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0695981" y="3033190"/>
              <a:ext cx="0" cy="206212"/>
            </a:xfrm>
            <a:custGeom>
              <a:avLst/>
              <a:pathLst>
                <a:path w="0" h="206212">
                  <a:moveTo>
                    <a:pt x="0" y="0"/>
                  </a:moveTo>
                  <a:lnTo>
                    <a:pt x="0" y="206212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0584939" y="323940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670481" y="1379760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9781523" y="1379760"/>
              <a:ext cx="0" cy="206212"/>
            </a:xfrm>
            <a:custGeom>
              <a:avLst/>
              <a:pathLst>
                <a:path w="0" h="206212">
                  <a:moveTo>
                    <a:pt x="0" y="0"/>
                  </a:moveTo>
                  <a:lnTo>
                    <a:pt x="0" y="206212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9670481" y="158597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832898" y="3635750"/>
              <a:ext cx="10973496" cy="22073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2452795" y="4205544"/>
              <a:ext cx="809948" cy="1637538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1538337" y="5316569"/>
              <a:ext cx="809948" cy="526513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5065532" y="4650069"/>
              <a:ext cx="809948" cy="1193013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4151074" y="4872045"/>
              <a:ext cx="809948" cy="971038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7678269" y="4430343"/>
              <a:ext cx="809948" cy="1412739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6763811" y="5091771"/>
              <a:ext cx="809948" cy="751312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10291006" y="5420099"/>
              <a:ext cx="809948" cy="42298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9376548" y="4102015"/>
              <a:ext cx="809948" cy="1741067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2746728" y="3897591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857769" y="3897591"/>
              <a:ext cx="0" cy="606097"/>
            </a:xfrm>
            <a:custGeom>
              <a:avLst/>
              <a:pathLst>
                <a:path w="0" h="606097">
                  <a:moveTo>
                    <a:pt x="0" y="0"/>
                  </a:moveTo>
                  <a:lnTo>
                    <a:pt x="0" y="606097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746728" y="4503689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1832270" y="5018425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943311" y="5018425"/>
              <a:ext cx="0" cy="606097"/>
            </a:xfrm>
            <a:custGeom>
              <a:avLst/>
              <a:pathLst>
                <a:path w="0" h="606097">
                  <a:moveTo>
                    <a:pt x="0" y="0"/>
                  </a:moveTo>
                  <a:lnTo>
                    <a:pt x="0" y="606097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1832270" y="562452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5359465" y="4387477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470506" y="4387477"/>
              <a:ext cx="0" cy="509104"/>
            </a:xfrm>
            <a:custGeom>
              <a:avLst/>
              <a:pathLst>
                <a:path w="0" h="509104">
                  <a:moveTo>
                    <a:pt x="0" y="0"/>
                  </a:moveTo>
                  <a:lnTo>
                    <a:pt x="0" y="50910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5359465" y="489658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445007" y="462553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4556048" y="4625532"/>
              <a:ext cx="0" cy="509104"/>
            </a:xfrm>
            <a:custGeom>
              <a:avLst/>
              <a:pathLst>
                <a:path w="0" h="509104">
                  <a:moveTo>
                    <a:pt x="0" y="0"/>
                  </a:moveTo>
                  <a:lnTo>
                    <a:pt x="0" y="50910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4445007" y="5134636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7972202" y="4184940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8083244" y="4184940"/>
              <a:ext cx="0" cy="475219"/>
            </a:xfrm>
            <a:custGeom>
              <a:avLst/>
              <a:pathLst>
                <a:path w="0" h="475219">
                  <a:moveTo>
                    <a:pt x="0" y="0"/>
                  </a:moveTo>
                  <a:lnTo>
                    <a:pt x="0" y="475219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7972202" y="4660159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7057744" y="4861954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7168786" y="4861954"/>
              <a:ext cx="0" cy="475219"/>
            </a:xfrm>
            <a:custGeom>
              <a:avLst/>
              <a:pathLst>
                <a:path w="0" h="475219">
                  <a:moveTo>
                    <a:pt x="0" y="0"/>
                  </a:moveTo>
                  <a:lnTo>
                    <a:pt x="0" y="475219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7057744" y="5337173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0584939" y="5314386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10695981" y="5314386"/>
              <a:ext cx="0" cy="201619"/>
            </a:xfrm>
            <a:custGeom>
              <a:avLst/>
              <a:pathLst>
                <a:path w="0" h="201619">
                  <a:moveTo>
                    <a:pt x="0" y="0"/>
                  </a:moveTo>
                  <a:lnTo>
                    <a:pt x="0" y="201619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10584939" y="5516005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9670481" y="4006108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9781523" y="4006108"/>
              <a:ext cx="0" cy="201619"/>
            </a:xfrm>
            <a:custGeom>
              <a:avLst/>
              <a:pathLst>
                <a:path w="0" h="201619">
                  <a:moveTo>
                    <a:pt x="0" y="0"/>
                  </a:moveTo>
                  <a:lnTo>
                    <a:pt x="0" y="201619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9670481" y="4207728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832898" y="3446013"/>
              <a:ext cx="10973496" cy="189736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tx72"/>
            <p:cNvSpPr/>
            <p:nvPr/>
          </p:nvSpPr>
          <p:spPr>
            <a:xfrm>
              <a:off x="5767348" y="3501608"/>
              <a:ext cx="1104595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500 temporal species</a:t>
              </a:r>
            </a:p>
          </p:txBody>
        </p:sp>
        <p:sp>
          <p:nvSpPr>
            <p:cNvPr id="74" name="rc73"/>
            <p:cNvSpPr/>
            <p:nvPr/>
          </p:nvSpPr>
          <p:spPr>
            <a:xfrm>
              <a:off x="832898" y="994538"/>
              <a:ext cx="10973496" cy="189736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tx74"/>
            <p:cNvSpPr/>
            <p:nvPr/>
          </p:nvSpPr>
          <p:spPr>
            <a:xfrm>
              <a:off x="5824956" y="1050132"/>
              <a:ext cx="989380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200 spatial species</a:t>
              </a:r>
            </a:p>
          </p:txBody>
        </p:sp>
        <p:sp>
          <p:nvSpPr>
            <p:cNvPr id="76" name="pl75"/>
            <p:cNvSpPr/>
            <p:nvPr/>
          </p:nvSpPr>
          <p:spPr>
            <a:xfrm>
              <a:off x="832898" y="5843083"/>
              <a:ext cx="10973496" cy="0"/>
            </a:xfrm>
            <a:custGeom>
              <a:avLst/>
              <a:pathLst>
                <a:path w="10973496" h="0">
                  <a:moveTo>
                    <a:pt x="0" y="0"/>
                  </a:moveTo>
                  <a:lnTo>
                    <a:pt x="10973496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2400540" y="5843083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5013277" y="5843083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7626015" y="5843083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10238752" y="5843083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0"/>
            <p:cNvSpPr/>
            <p:nvPr/>
          </p:nvSpPr>
          <p:spPr>
            <a:xfrm rot="-1500000">
              <a:off x="2053593" y="5968964"/>
              <a:ext cx="3797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P1 to P2</a:t>
              </a:r>
            </a:p>
          </p:txBody>
        </p:sp>
        <p:sp>
          <p:nvSpPr>
            <p:cNvPr id="82" name="tx81"/>
            <p:cNvSpPr/>
            <p:nvPr/>
          </p:nvSpPr>
          <p:spPr>
            <a:xfrm rot="-1500000">
              <a:off x="4666330" y="5968964"/>
              <a:ext cx="3797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P2 to P3</a:t>
              </a:r>
            </a:p>
          </p:txBody>
        </p:sp>
        <p:sp>
          <p:nvSpPr>
            <p:cNvPr id="83" name="tx82"/>
            <p:cNvSpPr/>
            <p:nvPr/>
          </p:nvSpPr>
          <p:spPr>
            <a:xfrm rot="-1500000">
              <a:off x="7279067" y="5968964"/>
              <a:ext cx="3797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P3 to P4</a:t>
              </a:r>
            </a:p>
          </p:txBody>
        </p:sp>
        <p:sp>
          <p:nvSpPr>
            <p:cNvPr id="84" name="tx83"/>
            <p:cNvSpPr/>
            <p:nvPr/>
          </p:nvSpPr>
          <p:spPr>
            <a:xfrm rot="-1500000">
              <a:off x="9891804" y="5968964"/>
              <a:ext cx="3797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P4 to P5</a:t>
              </a:r>
            </a:p>
          </p:txBody>
        </p:sp>
        <p:sp>
          <p:nvSpPr>
            <p:cNvPr id="85" name="pl84"/>
            <p:cNvSpPr/>
            <p:nvPr/>
          </p:nvSpPr>
          <p:spPr>
            <a:xfrm>
              <a:off x="832898" y="1184274"/>
              <a:ext cx="0" cy="2207332"/>
            </a:xfrm>
            <a:custGeom>
              <a:avLst/>
              <a:pathLst>
                <a:path w="0" h="2207332">
                  <a:moveTo>
                    <a:pt x="0" y="220733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5"/>
            <p:cNvSpPr/>
            <p:nvPr/>
          </p:nvSpPr>
          <p:spPr>
            <a:xfrm>
              <a:off x="640829" y="3356083"/>
              <a:ext cx="14310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585782" y="2815070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585782" y="2274057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585782" y="1733044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530735" y="1192031"/>
              <a:ext cx="253197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91" name="pl90"/>
            <p:cNvSpPr/>
            <p:nvPr/>
          </p:nvSpPr>
          <p:spPr>
            <a:xfrm>
              <a:off x="805695" y="3391607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805695" y="2850594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805695" y="2309581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805695" y="1768568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805695" y="1227555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832898" y="3635750"/>
              <a:ext cx="0" cy="2207332"/>
            </a:xfrm>
            <a:custGeom>
              <a:avLst/>
              <a:pathLst>
                <a:path w="0" h="2207332">
                  <a:moveTo>
                    <a:pt x="0" y="220733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tx96"/>
            <p:cNvSpPr/>
            <p:nvPr/>
          </p:nvSpPr>
          <p:spPr>
            <a:xfrm>
              <a:off x="640829" y="5807558"/>
              <a:ext cx="14310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585782" y="5266545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585782" y="4725532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585782" y="4184519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530735" y="3643506"/>
              <a:ext cx="253197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02" name="pl101"/>
            <p:cNvSpPr/>
            <p:nvPr/>
          </p:nvSpPr>
          <p:spPr>
            <a:xfrm>
              <a:off x="805695" y="5843083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805695" y="5302070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805695" y="4761057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805695" y="4220044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805695" y="3679031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6"/>
            <p:cNvSpPr/>
            <p:nvPr/>
          </p:nvSpPr>
          <p:spPr>
            <a:xfrm rot="-5400000">
              <a:off x="-588215" y="3474405"/>
              <a:ext cx="2056668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Component share of total beta diversity</a:t>
              </a:r>
            </a:p>
          </p:txBody>
        </p:sp>
        <p:sp>
          <p:nvSpPr>
            <p:cNvPr id="108" name="rc107"/>
            <p:cNvSpPr/>
            <p:nvPr/>
          </p:nvSpPr>
          <p:spPr>
            <a:xfrm>
              <a:off x="5504780" y="6245631"/>
              <a:ext cx="1629731" cy="3282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8"/>
            <p:cNvSpPr/>
            <p:nvPr/>
          </p:nvSpPr>
          <p:spPr>
            <a:xfrm>
              <a:off x="5559186" y="630003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09"/>
            <p:cNvSpPr/>
            <p:nvPr/>
          </p:nvSpPr>
          <p:spPr>
            <a:xfrm>
              <a:off x="5563146" y="6303997"/>
              <a:ext cx="211536" cy="211535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6410125" y="630003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6414085" y="6303997"/>
              <a:ext cx="211536" cy="211535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tx112"/>
            <p:cNvSpPr/>
            <p:nvPr/>
          </p:nvSpPr>
          <p:spPr>
            <a:xfrm>
              <a:off x="5833048" y="6374241"/>
              <a:ext cx="522671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Nestedness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6683987" y="6374241"/>
              <a:ext cx="396118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Turnover</a:t>
              </a:r>
            </a:p>
          </p:txBody>
        </p:sp>
        <p:sp>
          <p:nvSpPr>
            <p:cNvPr id="115" name="tx114"/>
            <p:cNvSpPr/>
            <p:nvPr/>
          </p:nvSpPr>
          <p:spPr>
            <a:xfrm>
              <a:off x="832898" y="790904"/>
              <a:ext cx="3270534" cy="78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Global Baselga decomposition across consecutive five-year periods</a:t>
              </a:r>
            </a:p>
          </p:txBody>
        </p:sp>
        <p:sp>
          <p:nvSpPr>
            <p:cNvPr id="116" name="tx115"/>
            <p:cNvSpPr/>
            <p:nvPr/>
          </p:nvSpPr>
          <p:spPr>
            <a:xfrm>
              <a:off x="832898" y="604140"/>
              <a:ext cx="3432474" cy="104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Homogenization is governed by turnover collapse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2026-07-14T22:16:11Z</dcterms:modified>
  <cp:category/>
</cp:coreProperties>
</file>