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Relationship Id="rId2" Type="http://schemas.openxmlformats.org/officeDocument/2006/relationships/image" Target="../media/1a6f7c90419744c1973d8abefcafafb8c6b00f34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 descr=""/>
          <p:cNvPicPr>
            <a:picLocks noGrp="1"/>
          </p:cNvPicPr>
          <p:nvPr>
            <p:ph/>
          </p:nvPr>
        </p:nvPicPr>
        <p:blipFill>
          <a:blip r:embed="rId2"/>
          <a:stretch>
            <a:fillRect/>
          </a:stretch>
        </p:blipFill>
        <p:spPr>
          <a:xfrm>
            <a:off x="1046941" y="228600"/>
            <a:ext cx="10097814" cy="64008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2026-07-14T22:14:30Z</dcterms:modified>
  <cp:category/>
</cp:coreProperties>
</file>