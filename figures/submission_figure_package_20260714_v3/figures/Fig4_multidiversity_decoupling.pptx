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435390" y="228600"/>
            <a:ext cx="7320915" cy="6400800"/>
            <a:chOff x="2435390" y="228600"/>
            <a:chExt cx="7320915" cy="6400800"/>
          </a:xfrm>
        </p:grpSpPr>
        <p:sp>
          <p:nvSpPr>
            <p:cNvPr id="3" name="rc3"/>
            <p:cNvSpPr/>
            <p:nvPr/>
          </p:nvSpPr>
          <p:spPr>
            <a:xfrm>
              <a:off x="2435390" y="228600"/>
              <a:ext cx="7320914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435390" y="228600"/>
              <a:ext cx="7320914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04979" y="298189"/>
              <a:ext cx="7181736" cy="2697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800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04979" y="2995222"/>
              <a:ext cx="7181736" cy="35645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75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693686" y="906998"/>
              <a:ext cx="5955072" cy="18425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243270" y="906998"/>
              <a:ext cx="0" cy="1842552"/>
            </a:xfrm>
            <a:custGeom>
              <a:avLst/>
              <a:pathLst>
                <a:path w="0" h="1842552">
                  <a:moveTo>
                    <a:pt x="0" y="184255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7D878E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64371" y="2614730"/>
              <a:ext cx="298647" cy="0"/>
            </a:xfrm>
            <a:custGeom>
              <a:avLst/>
              <a:pathLst>
                <a:path w="298647" h="0">
                  <a:moveTo>
                    <a:pt x="0" y="0"/>
                  </a:moveTo>
                  <a:lnTo>
                    <a:pt x="298647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70431" y="2390029"/>
              <a:ext cx="316064" cy="0"/>
            </a:xfrm>
            <a:custGeom>
              <a:avLst/>
              <a:pathLst>
                <a:path w="316064" h="0">
                  <a:moveTo>
                    <a:pt x="0" y="0"/>
                  </a:moveTo>
                  <a:lnTo>
                    <a:pt x="316064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626234" y="2165327"/>
              <a:ext cx="253812" cy="0"/>
            </a:xfrm>
            <a:custGeom>
              <a:avLst/>
              <a:pathLst>
                <a:path w="253812" h="0">
                  <a:moveTo>
                    <a:pt x="0" y="0"/>
                  </a:moveTo>
                  <a:lnTo>
                    <a:pt x="253812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46967" y="1940625"/>
              <a:ext cx="20023" cy="0"/>
            </a:xfrm>
            <a:custGeom>
              <a:avLst/>
              <a:pathLst>
                <a:path w="20023" h="0">
                  <a:moveTo>
                    <a:pt x="0" y="0"/>
                  </a:moveTo>
                  <a:lnTo>
                    <a:pt x="20023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53431" y="1715924"/>
              <a:ext cx="1111611" cy="0"/>
            </a:xfrm>
            <a:custGeom>
              <a:avLst/>
              <a:pathLst>
                <a:path w="1111611" h="0">
                  <a:moveTo>
                    <a:pt x="0" y="0"/>
                  </a:moveTo>
                  <a:lnTo>
                    <a:pt x="1111611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733491" y="1491222"/>
              <a:ext cx="599682" cy="0"/>
            </a:xfrm>
            <a:custGeom>
              <a:avLst/>
              <a:pathLst>
                <a:path w="599682" h="0">
                  <a:moveTo>
                    <a:pt x="0" y="0"/>
                  </a:moveTo>
                  <a:lnTo>
                    <a:pt x="599682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9850" y="1266521"/>
              <a:ext cx="242869" cy="0"/>
            </a:xfrm>
            <a:custGeom>
              <a:avLst/>
              <a:pathLst>
                <a:path w="242869" h="0">
                  <a:moveTo>
                    <a:pt x="0" y="0"/>
                  </a:moveTo>
                  <a:lnTo>
                    <a:pt x="242869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53750" y="1041819"/>
              <a:ext cx="1124323" cy="0"/>
            </a:xfrm>
            <a:custGeom>
              <a:avLst/>
              <a:pathLst>
                <a:path w="1124323" h="0">
                  <a:moveTo>
                    <a:pt x="0" y="0"/>
                  </a:moveTo>
                  <a:lnTo>
                    <a:pt x="1124323" y="0"/>
                  </a:lnTo>
                </a:path>
              </a:pathLst>
            </a:custGeom>
            <a:ln w="18970" cap="flat">
              <a:solidFill>
                <a:srgbClr val="D9D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8219661" y="1007730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930282" y="2580641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699402" y="1457133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932902" y="1906536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8219342" y="1681835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636342" y="2355940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245761" y="1232432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592145" y="2131238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9347862" y="1011609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232808" y="2584520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8302963" y="1461012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916756" y="1910415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9334832" y="1685713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956285" y="2359818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7492510" y="1236310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849836" y="2135116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93686" y="906998"/>
              <a:ext cx="0" cy="1842552"/>
            </a:xfrm>
            <a:custGeom>
              <a:avLst/>
              <a:pathLst>
                <a:path w="0" h="1842552">
                  <a:moveTo>
                    <a:pt x="0" y="184255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2946645" y="2586932"/>
              <a:ext cx="710031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Functional evenness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79522" y="2362231"/>
              <a:ext cx="27715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Rao's Q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028484" y="2137529"/>
              <a:ext cx="628192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Functional volume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697014" y="1912828"/>
              <a:ext cx="959662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Mean phylogenetic distance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08058" y="1688126"/>
              <a:ext cx="74861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Phylogenetic diversity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080148" y="1463424"/>
              <a:ext cx="57652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Inverse Simpson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041286" y="1238723"/>
              <a:ext cx="615391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Shannon diversity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338374" y="1014021"/>
              <a:ext cx="318302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673125" y="2614730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673125" y="2390029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673125" y="2165327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673125" y="1940625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673125" y="1715924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673125" y="1491222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673125" y="1266521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673125" y="1041819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693686" y="2749551"/>
              <a:ext cx="5955072" cy="0"/>
            </a:xfrm>
            <a:custGeom>
              <a:avLst/>
              <a:pathLst>
                <a:path w="5955072" h="0">
                  <a:moveTo>
                    <a:pt x="0" y="0"/>
                  </a:moveTo>
                  <a:lnTo>
                    <a:pt x="5955072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071779" y="2749551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7525" y="2749551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243270" y="2749551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29016" y="2749551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414762" y="2749551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500507" y="2749551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4005073" y="2786560"/>
              <a:ext cx="13341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-1.0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090819" y="2786560"/>
              <a:ext cx="13341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189458" y="2786560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275203" y="2786560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360949" y="2786560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9446695" y="2786560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125096" y="2879815"/>
              <a:ext cx="1092250" cy="592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Change (baseline spatial s.d.)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3693686" y="652515"/>
              <a:ext cx="2024985" cy="17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734806" y="693636"/>
              <a:ext cx="219456" cy="9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10445" y="704547"/>
              <a:ext cx="68177" cy="681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688654" y="693636"/>
              <a:ext cx="219455" cy="9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768171" y="708425"/>
              <a:ext cx="60421" cy="6042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72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3995383" y="711295"/>
              <a:ext cx="652150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200-species spatial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49231" y="711295"/>
              <a:ext cx="728319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500-species temporal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693686" y="539485"/>
              <a:ext cx="1155161" cy="574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2020-2024 relative to 2000-2004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693686" y="431792"/>
              <a:ext cx="710031" cy="630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Endpoint change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45725" y="347393"/>
              <a:ext cx="56509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3693686" y="3469723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693686" y="4607735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3847895" y="3528711"/>
              <a:ext cx="1028065" cy="1179756"/>
            </a:xfrm>
            <a:custGeom>
              <a:avLst/>
              <a:pathLst>
                <a:path w="1028065" h="1179756">
                  <a:moveTo>
                    <a:pt x="0" y="976051"/>
                  </a:moveTo>
                  <a:lnTo>
                    <a:pt x="257016" y="872863"/>
                  </a:lnTo>
                  <a:lnTo>
                    <a:pt x="514032" y="662386"/>
                  </a:lnTo>
                  <a:lnTo>
                    <a:pt x="771048" y="520063"/>
                  </a:lnTo>
                  <a:lnTo>
                    <a:pt x="1028065" y="0"/>
                  </a:lnTo>
                  <a:lnTo>
                    <a:pt x="1028065" y="134885"/>
                  </a:lnTo>
                  <a:lnTo>
                    <a:pt x="771048" y="669417"/>
                  </a:lnTo>
                  <a:lnTo>
                    <a:pt x="514032" y="823867"/>
                  </a:lnTo>
                  <a:lnTo>
                    <a:pt x="257016" y="1045092"/>
                  </a:lnTo>
                  <a:lnTo>
                    <a:pt x="0" y="1179756"/>
                  </a:lnTo>
                  <a:close/>
                </a:path>
              </a:pathLst>
            </a:custGeom>
            <a:solidFill>
              <a:srgbClr val="0072B2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847895" y="3528711"/>
              <a:ext cx="1028065" cy="976051"/>
            </a:xfrm>
            <a:custGeom>
              <a:avLst/>
              <a:pathLst>
                <a:path w="1028065" h="976051">
                  <a:moveTo>
                    <a:pt x="0" y="976051"/>
                  </a:moveTo>
                  <a:lnTo>
                    <a:pt x="257016" y="872863"/>
                  </a:lnTo>
                  <a:lnTo>
                    <a:pt x="514032" y="662386"/>
                  </a:lnTo>
                  <a:lnTo>
                    <a:pt x="771048" y="520063"/>
                  </a:lnTo>
                  <a:lnTo>
                    <a:pt x="1028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847895" y="3663596"/>
              <a:ext cx="1028065" cy="1044871"/>
            </a:xfrm>
            <a:custGeom>
              <a:avLst/>
              <a:pathLst>
                <a:path w="1028065" h="1044871">
                  <a:moveTo>
                    <a:pt x="1028065" y="0"/>
                  </a:moveTo>
                  <a:lnTo>
                    <a:pt x="771048" y="534532"/>
                  </a:lnTo>
                  <a:lnTo>
                    <a:pt x="514032" y="688982"/>
                  </a:lnTo>
                  <a:lnTo>
                    <a:pt x="257016" y="910207"/>
                  </a:lnTo>
                  <a:lnTo>
                    <a:pt x="0" y="10448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847895" y="3596625"/>
              <a:ext cx="1028065" cy="1011110"/>
            </a:xfrm>
            <a:custGeom>
              <a:avLst/>
              <a:pathLst>
                <a:path w="1028065" h="1011110">
                  <a:moveTo>
                    <a:pt x="0" y="1011110"/>
                  </a:moveTo>
                  <a:lnTo>
                    <a:pt x="257016" y="891917"/>
                  </a:lnTo>
                  <a:lnTo>
                    <a:pt x="514032" y="676182"/>
                  </a:lnTo>
                  <a:lnTo>
                    <a:pt x="771048" y="527469"/>
                  </a:lnTo>
                  <a:lnTo>
                    <a:pt x="1028065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830494" y="4590334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87510" y="4471141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344527" y="4255406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601543" y="4106694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858559" y="3579224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693686" y="4935821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693686" y="5878551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3847895" y="4994809"/>
              <a:ext cx="1028065" cy="1179756"/>
            </a:xfrm>
            <a:custGeom>
              <a:avLst/>
              <a:pathLst>
                <a:path w="1028065" h="1179756">
                  <a:moveTo>
                    <a:pt x="0" y="591031"/>
                  </a:moveTo>
                  <a:lnTo>
                    <a:pt x="257016" y="503244"/>
                  </a:lnTo>
                  <a:lnTo>
                    <a:pt x="514032" y="484205"/>
                  </a:lnTo>
                  <a:lnTo>
                    <a:pt x="771048" y="200948"/>
                  </a:lnTo>
                  <a:lnTo>
                    <a:pt x="1028065" y="0"/>
                  </a:lnTo>
                  <a:lnTo>
                    <a:pt x="1028065" y="287040"/>
                  </a:lnTo>
                  <a:lnTo>
                    <a:pt x="771048" y="569803"/>
                  </a:lnTo>
                  <a:lnTo>
                    <a:pt x="514032" y="917558"/>
                  </a:lnTo>
                  <a:lnTo>
                    <a:pt x="257016" y="1000717"/>
                  </a:lnTo>
                  <a:lnTo>
                    <a:pt x="0" y="1179756"/>
                  </a:lnTo>
                  <a:close/>
                </a:path>
              </a:pathLst>
            </a:custGeom>
            <a:solidFill>
              <a:srgbClr val="CC79A7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847895" y="4994809"/>
              <a:ext cx="1028065" cy="591031"/>
            </a:xfrm>
            <a:custGeom>
              <a:avLst/>
              <a:pathLst>
                <a:path w="1028065" h="591031">
                  <a:moveTo>
                    <a:pt x="0" y="591031"/>
                  </a:moveTo>
                  <a:lnTo>
                    <a:pt x="257016" y="503244"/>
                  </a:lnTo>
                  <a:lnTo>
                    <a:pt x="514032" y="484205"/>
                  </a:lnTo>
                  <a:lnTo>
                    <a:pt x="771048" y="200948"/>
                  </a:lnTo>
                  <a:lnTo>
                    <a:pt x="1028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847895" y="5281850"/>
              <a:ext cx="1028065" cy="892715"/>
            </a:xfrm>
            <a:custGeom>
              <a:avLst/>
              <a:pathLst>
                <a:path w="1028065" h="892715">
                  <a:moveTo>
                    <a:pt x="1028065" y="0"/>
                  </a:moveTo>
                  <a:lnTo>
                    <a:pt x="771048" y="282763"/>
                  </a:lnTo>
                  <a:lnTo>
                    <a:pt x="514032" y="630517"/>
                  </a:lnTo>
                  <a:lnTo>
                    <a:pt x="257016" y="713677"/>
                  </a:lnTo>
                  <a:lnTo>
                    <a:pt x="0" y="8927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847895" y="5137550"/>
              <a:ext cx="1028065" cy="741001"/>
            </a:xfrm>
            <a:custGeom>
              <a:avLst/>
              <a:pathLst>
                <a:path w="1028065" h="741001">
                  <a:moveTo>
                    <a:pt x="0" y="741001"/>
                  </a:moveTo>
                  <a:lnTo>
                    <a:pt x="257016" y="608728"/>
                  </a:lnTo>
                  <a:lnTo>
                    <a:pt x="514032" y="553961"/>
                  </a:lnTo>
                  <a:lnTo>
                    <a:pt x="771048" y="239965"/>
                  </a:lnTo>
                  <a:lnTo>
                    <a:pt x="1028065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830494" y="5861150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087510" y="5728877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344527" y="5674110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601543" y="5360114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858559" y="5120149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227850" y="3469723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227850" y="4574237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5382060" y="3528711"/>
              <a:ext cx="1028065" cy="1179756"/>
            </a:xfrm>
            <a:custGeom>
              <a:avLst/>
              <a:pathLst>
                <a:path w="1028065" h="1179756">
                  <a:moveTo>
                    <a:pt x="0" y="913106"/>
                  </a:moveTo>
                  <a:lnTo>
                    <a:pt x="257016" y="755520"/>
                  </a:lnTo>
                  <a:lnTo>
                    <a:pt x="514032" y="519255"/>
                  </a:lnTo>
                  <a:lnTo>
                    <a:pt x="771048" y="387846"/>
                  </a:lnTo>
                  <a:lnTo>
                    <a:pt x="1028065" y="0"/>
                  </a:lnTo>
                  <a:lnTo>
                    <a:pt x="1028065" y="163779"/>
                  </a:lnTo>
                  <a:lnTo>
                    <a:pt x="771048" y="573528"/>
                  </a:lnTo>
                  <a:lnTo>
                    <a:pt x="514032" y="725184"/>
                  </a:lnTo>
                  <a:lnTo>
                    <a:pt x="257016" y="984841"/>
                  </a:lnTo>
                  <a:lnTo>
                    <a:pt x="0" y="1179756"/>
                  </a:lnTo>
                  <a:close/>
                </a:path>
              </a:pathLst>
            </a:custGeom>
            <a:solidFill>
              <a:srgbClr val="0072B2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382060" y="3528711"/>
              <a:ext cx="1028065" cy="913106"/>
            </a:xfrm>
            <a:custGeom>
              <a:avLst/>
              <a:pathLst>
                <a:path w="1028065" h="913106">
                  <a:moveTo>
                    <a:pt x="0" y="913106"/>
                  </a:moveTo>
                  <a:lnTo>
                    <a:pt x="257016" y="755520"/>
                  </a:lnTo>
                  <a:lnTo>
                    <a:pt x="514032" y="519255"/>
                  </a:lnTo>
                  <a:lnTo>
                    <a:pt x="771048" y="387846"/>
                  </a:lnTo>
                  <a:lnTo>
                    <a:pt x="1028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382060" y="3692490"/>
              <a:ext cx="1028065" cy="1015976"/>
            </a:xfrm>
            <a:custGeom>
              <a:avLst/>
              <a:pathLst>
                <a:path w="1028065" h="1015976">
                  <a:moveTo>
                    <a:pt x="1028065" y="0"/>
                  </a:moveTo>
                  <a:lnTo>
                    <a:pt x="771048" y="409749"/>
                  </a:lnTo>
                  <a:lnTo>
                    <a:pt x="514032" y="561404"/>
                  </a:lnTo>
                  <a:lnTo>
                    <a:pt x="257016" y="821061"/>
                  </a:lnTo>
                  <a:lnTo>
                    <a:pt x="0" y="10159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382060" y="3610636"/>
              <a:ext cx="1028065" cy="963600"/>
            </a:xfrm>
            <a:custGeom>
              <a:avLst/>
              <a:pathLst>
                <a:path w="1028065" h="963600">
                  <a:moveTo>
                    <a:pt x="0" y="963600"/>
                  </a:moveTo>
                  <a:lnTo>
                    <a:pt x="257016" y="788551"/>
                  </a:lnTo>
                  <a:lnTo>
                    <a:pt x="514032" y="539802"/>
                  </a:lnTo>
                  <a:lnTo>
                    <a:pt x="771048" y="398110"/>
                  </a:lnTo>
                  <a:lnTo>
                    <a:pt x="1028065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364659" y="4556835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621675" y="4381786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878691" y="4133037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135708" y="3991345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392724" y="3593235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227850" y="4935821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27850" y="5538855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5382060" y="4994809"/>
              <a:ext cx="1028065" cy="1179756"/>
            </a:xfrm>
            <a:custGeom>
              <a:avLst/>
              <a:pathLst>
                <a:path w="1028065" h="1179756">
                  <a:moveTo>
                    <a:pt x="0" y="0"/>
                  </a:moveTo>
                  <a:lnTo>
                    <a:pt x="257016" y="143500"/>
                  </a:lnTo>
                  <a:lnTo>
                    <a:pt x="514032" y="247506"/>
                  </a:lnTo>
                  <a:lnTo>
                    <a:pt x="771048" y="353237"/>
                  </a:lnTo>
                  <a:lnTo>
                    <a:pt x="1028065" y="555099"/>
                  </a:lnTo>
                  <a:lnTo>
                    <a:pt x="1028065" y="1179756"/>
                  </a:lnTo>
                  <a:lnTo>
                    <a:pt x="771048" y="1117466"/>
                  </a:lnTo>
                  <a:lnTo>
                    <a:pt x="514032" y="1081585"/>
                  </a:lnTo>
                  <a:lnTo>
                    <a:pt x="257016" y="1127023"/>
                  </a:lnTo>
                  <a:lnTo>
                    <a:pt x="0" y="1084250"/>
                  </a:lnTo>
                  <a:close/>
                </a:path>
              </a:pathLst>
            </a:custGeom>
            <a:solidFill>
              <a:srgbClr val="D55E00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382060" y="4994809"/>
              <a:ext cx="1028065" cy="555099"/>
            </a:xfrm>
            <a:custGeom>
              <a:avLst/>
              <a:pathLst>
                <a:path w="1028065" h="555099">
                  <a:moveTo>
                    <a:pt x="0" y="0"/>
                  </a:moveTo>
                  <a:lnTo>
                    <a:pt x="257016" y="143500"/>
                  </a:lnTo>
                  <a:lnTo>
                    <a:pt x="514032" y="247506"/>
                  </a:lnTo>
                  <a:lnTo>
                    <a:pt x="771048" y="353237"/>
                  </a:lnTo>
                  <a:lnTo>
                    <a:pt x="1028065" y="5550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382060" y="6076395"/>
              <a:ext cx="1028065" cy="98170"/>
            </a:xfrm>
            <a:custGeom>
              <a:avLst/>
              <a:pathLst>
                <a:path w="1028065" h="98170">
                  <a:moveTo>
                    <a:pt x="1028065" y="98170"/>
                  </a:moveTo>
                  <a:lnTo>
                    <a:pt x="771048" y="35880"/>
                  </a:lnTo>
                  <a:lnTo>
                    <a:pt x="514032" y="0"/>
                  </a:lnTo>
                  <a:lnTo>
                    <a:pt x="257016" y="45437"/>
                  </a:lnTo>
                  <a:lnTo>
                    <a:pt x="0" y="26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382060" y="5538855"/>
              <a:ext cx="1028065" cy="325903"/>
            </a:xfrm>
            <a:custGeom>
              <a:avLst/>
              <a:pathLst>
                <a:path w="1028065" h="325903">
                  <a:moveTo>
                    <a:pt x="0" y="0"/>
                  </a:moveTo>
                  <a:lnTo>
                    <a:pt x="257016" y="102534"/>
                  </a:lnTo>
                  <a:lnTo>
                    <a:pt x="514032" y="119937"/>
                  </a:lnTo>
                  <a:lnTo>
                    <a:pt x="771048" y="190573"/>
                  </a:lnTo>
                  <a:lnTo>
                    <a:pt x="1028065" y="325903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364659" y="5521454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621675" y="5623988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878691" y="5641391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6135708" y="5712027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6392724" y="5847357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6778108" y="3469723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778108" y="4594749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32318" y="3528711"/>
              <a:ext cx="1028065" cy="1179756"/>
            </a:xfrm>
            <a:custGeom>
              <a:avLst/>
              <a:pathLst>
                <a:path w="1028065" h="1179756">
                  <a:moveTo>
                    <a:pt x="0" y="951734"/>
                  </a:moveTo>
                  <a:lnTo>
                    <a:pt x="257016" y="806067"/>
                  </a:lnTo>
                  <a:lnTo>
                    <a:pt x="514032" y="577901"/>
                  </a:lnTo>
                  <a:lnTo>
                    <a:pt x="771048" y="434239"/>
                  </a:lnTo>
                  <a:lnTo>
                    <a:pt x="1028065" y="0"/>
                  </a:lnTo>
                  <a:lnTo>
                    <a:pt x="1028065" y="144143"/>
                  </a:lnTo>
                  <a:lnTo>
                    <a:pt x="771048" y="594938"/>
                  </a:lnTo>
                  <a:lnTo>
                    <a:pt x="514032" y="755191"/>
                  </a:lnTo>
                  <a:lnTo>
                    <a:pt x="257016" y="1001346"/>
                  </a:lnTo>
                  <a:lnTo>
                    <a:pt x="0" y="1179756"/>
                  </a:lnTo>
                  <a:close/>
                </a:path>
              </a:pathLst>
            </a:custGeom>
            <a:solidFill>
              <a:srgbClr val="0072B2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932318" y="3528711"/>
              <a:ext cx="1028065" cy="951734"/>
            </a:xfrm>
            <a:custGeom>
              <a:avLst/>
              <a:pathLst>
                <a:path w="1028065" h="951734">
                  <a:moveTo>
                    <a:pt x="0" y="951734"/>
                  </a:moveTo>
                  <a:lnTo>
                    <a:pt x="257016" y="806067"/>
                  </a:lnTo>
                  <a:lnTo>
                    <a:pt x="514032" y="577901"/>
                  </a:lnTo>
                  <a:lnTo>
                    <a:pt x="771048" y="434239"/>
                  </a:lnTo>
                  <a:lnTo>
                    <a:pt x="1028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932318" y="3672854"/>
              <a:ext cx="1028065" cy="1035612"/>
            </a:xfrm>
            <a:custGeom>
              <a:avLst/>
              <a:pathLst>
                <a:path w="1028065" h="1035612">
                  <a:moveTo>
                    <a:pt x="1028065" y="0"/>
                  </a:moveTo>
                  <a:lnTo>
                    <a:pt x="771048" y="450795"/>
                  </a:lnTo>
                  <a:lnTo>
                    <a:pt x="514032" y="611047"/>
                  </a:lnTo>
                  <a:lnTo>
                    <a:pt x="257016" y="857203"/>
                  </a:lnTo>
                  <a:lnTo>
                    <a:pt x="0" y="10356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932318" y="3601192"/>
              <a:ext cx="1028065" cy="993557"/>
            </a:xfrm>
            <a:custGeom>
              <a:avLst/>
              <a:pathLst>
                <a:path w="1028065" h="993557">
                  <a:moveTo>
                    <a:pt x="0" y="993557"/>
                  </a:moveTo>
                  <a:lnTo>
                    <a:pt x="257016" y="831951"/>
                  </a:lnTo>
                  <a:lnTo>
                    <a:pt x="514032" y="593946"/>
                  </a:lnTo>
                  <a:lnTo>
                    <a:pt x="771048" y="442549"/>
                  </a:lnTo>
                  <a:lnTo>
                    <a:pt x="1028065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6914917" y="4577348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7171933" y="4415743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7428950" y="4177738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7685966" y="4026341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7942982" y="3583791"/>
              <a:ext cx="34802" cy="3480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99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778108" y="4935821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778108" y="5556787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32318" y="4994809"/>
              <a:ext cx="1028065" cy="1179756"/>
            </a:xfrm>
            <a:custGeom>
              <a:avLst/>
              <a:pathLst>
                <a:path w="1028065" h="1179756">
                  <a:moveTo>
                    <a:pt x="0" y="0"/>
                  </a:moveTo>
                  <a:lnTo>
                    <a:pt x="257016" y="131859"/>
                  </a:lnTo>
                  <a:lnTo>
                    <a:pt x="514032" y="260190"/>
                  </a:lnTo>
                  <a:lnTo>
                    <a:pt x="771048" y="315462"/>
                  </a:lnTo>
                  <a:lnTo>
                    <a:pt x="1028065" y="538242"/>
                  </a:lnTo>
                  <a:lnTo>
                    <a:pt x="1028065" y="1179756"/>
                  </a:lnTo>
                  <a:lnTo>
                    <a:pt x="771048" y="1101155"/>
                  </a:lnTo>
                  <a:lnTo>
                    <a:pt x="514032" y="1124276"/>
                  </a:lnTo>
                  <a:lnTo>
                    <a:pt x="257016" y="1154832"/>
                  </a:lnTo>
                  <a:lnTo>
                    <a:pt x="0" y="1120530"/>
                  </a:lnTo>
                  <a:close/>
                </a:path>
              </a:pathLst>
            </a:custGeom>
            <a:solidFill>
              <a:srgbClr val="D55E00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932318" y="4994809"/>
              <a:ext cx="1028065" cy="538242"/>
            </a:xfrm>
            <a:custGeom>
              <a:avLst/>
              <a:pathLst>
                <a:path w="1028065" h="538242">
                  <a:moveTo>
                    <a:pt x="0" y="0"/>
                  </a:moveTo>
                  <a:lnTo>
                    <a:pt x="257016" y="131859"/>
                  </a:lnTo>
                  <a:lnTo>
                    <a:pt x="514032" y="260190"/>
                  </a:lnTo>
                  <a:lnTo>
                    <a:pt x="771048" y="315462"/>
                  </a:lnTo>
                  <a:lnTo>
                    <a:pt x="1028065" y="5382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932318" y="6095965"/>
              <a:ext cx="1028065" cy="78600"/>
            </a:xfrm>
            <a:custGeom>
              <a:avLst/>
              <a:pathLst>
                <a:path w="1028065" h="78600">
                  <a:moveTo>
                    <a:pt x="1028065" y="78600"/>
                  </a:moveTo>
                  <a:lnTo>
                    <a:pt x="771048" y="0"/>
                  </a:lnTo>
                  <a:lnTo>
                    <a:pt x="514032" y="23120"/>
                  </a:lnTo>
                  <a:lnTo>
                    <a:pt x="257016" y="53676"/>
                  </a:lnTo>
                  <a:lnTo>
                    <a:pt x="0" y="193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932318" y="5556787"/>
              <a:ext cx="1028065" cy="298993"/>
            </a:xfrm>
            <a:custGeom>
              <a:avLst/>
              <a:pathLst>
                <a:path w="1028065" h="298993">
                  <a:moveTo>
                    <a:pt x="0" y="0"/>
                  </a:moveTo>
                  <a:lnTo>
                    <a:pt x="257016" y="92605"/>
                  </a:lnTo>
                  <a:lnTo>
                    <a:pt x="514032" y="129443"/>
                  </a:lnTo>
                  <a:lnTo>
                    <a:pt x="771048" y="144090"/>
                  </a:lnTo>
                  <a:lnTo>
                    <a:pt x="1028065" y="298993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914917" y="5539386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7171933" y="5631992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28950" y="5668830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7685966" y="5683477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942982" y="5838379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8312273" y="3469723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312273" y="4607374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8466483" y="3528711"/>
              <a:ext cx="1028065" cy="1179756"/>
            </a:xfrm>
            <a:custGeom>
              <a:avLst/>
              <a:pathLst>
                <a:path w="1028065" h="1179756">
                  <a:moveTo>
                    <a:pt x="0" y="975419"/>
                  </a:moveTo>
                  <a:lnTo>
                    <a:pt x="257016" y="872146"/>
                  </a:lnTo>
                  <a:lnTo>
                    <a:pt x="514032" y="661624"/>
                  </a:lnTo>
                  <a:lnTo>
                    <a:pt x="771048" y="519556"/>
                  </a:lnTo>
                  <a:lnTo>
                    <a:pt x="1028065" y="0"/>
                  </a:lnTo>
                  <a:lnTo>
                    <a:pt x="1028065" y="135936"/>
                  </a:lnTo>
                  <a:lnTo>
                    <a:pt x="771048" y="669730"/>
                  </a:lnTo>
                  <a:lnTo>
                    <a:pt x="514032" y="823861"/>
                  </a:lnTo>
                  <a:lnTo>
                    <a:pt x="257016" y="1045096"/>
                  </a:lnTo>
                  <a:lnTo>
                    <a:pt x="0" y="1179756"/>
                  </a:lnTo>
                  <a:close/>
                </a:path>
              </a:pathLst>
            </a:custGeom>
            <a:solidFill>
              <a:srgbClr val="CC79A7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466483" y="3528711"/>
              <a:ext cx="1028065" cy="975419"/>
            </a:xfrm>
            <a:custGeom>
              <a:avLst/>
              <a:pathLst>
                <a:path w="1028065" h="975419">
                  <a:moveTo>
                    <a:pt x="0" y="975419"/>
                  </a:moveTo>
                  <a:lnTo>
                    <a:pt x="257016" y="872146"/>
                  </a:lnTo>
                  <a:lnTo>
                    <a:pt x="514032" y="661624"/>
                  </a:lnTo>
                  <a:lnTo>
                    <a:pt x="771048" y="519556"/>
                  </a:lnTo>
                  <a:lnTo>
                    <a:pt x="1028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466483" y="3664648"/>
              <a:ext cx="1028065" cy="1043819"/>
            </a:xfrm>
            <a:custGeom>
              <a:avLst/>
              <a:pathLst>
                <a:path w="1028065" h="1043819">
                  <a:moveTo>
                    <a:pt x="1028065" y="0"/>
                  </a:moveTo>
                  <a:lnTo>
                    <a:pt x="771048" y="533794"/>
                  </a:lnTo>
                  <a:lnTo>
                    <a:pt x="514032" y="687925"/>
                  </a:lnTo>
                  <a:lnTo>
                    <a:pt x="257016" y="909160"/>
                  </a:lnTo>
                  <a:lnTo>
                    <a:pt x="0" y="10438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466483" y="3597105"/>
              <a:ext cx="1028065" cy="1010269"/>
            </a:xfrm>
            <a:custGeom>
              <a:avLst/>
              <a:pathLst>
                <a:path w="1028065" h="1010269">
                  <a:moveTo>
                    <a:pt x="0" y="1010269"/>
                  </a:moveTo>
                  <a:lnTo>
                    <a:pt x="257016" y="891149"/>
                  </a:lnTo>
                  <a:lnTo>
                    <a:pt x="514032" y="675479"/>
                  </a:lnTo>
                  <a:lnTo>
                    <a:pt x="771048" y="526887"/>
                  </a:lnTo>
                  <a:lnTo>
                    <a:pt x="1028065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8449082" y="4589973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8706098" y="4470853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8963114" y="4255183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220131" y="4106591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477147" y="3579703"/>
              <a:ext cx="34802" cy="3480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99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8312273" y="4935821"/>
              <a:ext cx="1336484" cy="1297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312273" y="5353967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  <a:lnTo>
                    <a:pt x="1336484" y="0"/>
                  </a:lnTo>
                </a:path>
              </a:pathLst>
            </a:custGeom>
            <a:ln w="8130" cap="flat">
              <a:solidFill>
                <a:srgbClr val="A4AD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8466483" y="4994809"/>
              <a:ext cx="1028065" cy="1179756"/>
            </a:xfrm>
            <a:custGeom>
              <a:avLst/>
              <a:pathLst>
                <a:path w="1028065" h="1179756">
                  <a:moveTo>
                    <a:pt x="0" y="0"/>
                  </a:moveTo>
                  <a:lnTo>
                    <a:pt x="257016" y="91975"/>
                  </a:lnTo>
                  <a:lnTo>
                    <a:pt x="514032" y="294183"/>
                  </a:lnTo>
                  <a:lnTo>
                    <a:pt x="771048" y="390487"/>
                  </a:lnTo>
                  <a:lnTo>
                    <a:pt x="1028065" y="792374"/>
                  </a:lnTo>
                  <a:lnTo>
                    <a:pt x="1028065" y="1179756"/>
                  </a:lnTo>
                  <a:lnTo>
                    <a:pt x="771048" y="893838"/>
                  </a:lnTo>
                  <a:lnTo>
                    <a:pt x="514032" y="858428"/>
                  </a:lnTo>
                  <a:lnTo>
                    <a:pt x="257016" y="731697"/>
                  </a:lnTo>
                  <a:lnTo>
                    <a:pt x="0" y="707394"/>
                  </a:lnTo>
                  <a:close/>
                </a:path>
              </a:pathLst>
            </a:custGeom>
            <a:solidFill>
              <a:srgbClr val="D55E00">
                <a:alpha val="12941"/>
              </a:srgbClr>
            </a:solidFill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466483" y="4994809"/>
              <a:ext cx="1028065" cy="792374"/>
            </a:xfrm>
            <a:custGeom>
              <a:avLst/>
              <a:pathLst>
                <a:path w="1028065" h="792374">
                  <a:moveTo>
                    <a:pt x="0" y="0"/>
                  </a:moveTo>
                  <a:lnTo>
                    <a:pt x="257016" y="91975"/>
                  </a:lnTo>
                  <a:lnTo>
                    <a:pt x="514032" y="294183"/>
                  </a:lnTo>
                  <a:lnTo>
                    <a:pt x="771048" y="390487"/>
                  </a:lnTo>
                  <a:lnTo>
                    <a:pt x="1028065" y="7923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466483" y="5702204"/>
              <a:ext cx="1028065" cy="472361"/>
            </a:xfrm>
            <a:custGeom>
              <a:avLst/>
              <a:pathLst>
                <a:path w="1028065" h="472361">
                  <a:moveTo>
                    <a:pt x="1028065" y="472361"/>
                  </a:moveTo>
                  <a:lnTo>
                    <a:pt x="771048" y="186443"/>
                  </a:lnTo>
                  <a:lnTo>
                    <a:pt x="514032" y="151033"/>
                  </a:lnTo>
                  <a:lnTo>
                    <a:pt x="257016" y="243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466483" y="5353967"/>
              <a:ext cx="1028065" cy="628947"/>
            </a:xfrm>
            <a:custGeom>
              <a:avLst/>
              <a:pathLst>
                <a:path w="1028065" h="628947">
                  <a:moveTo>
                    <a:pt x="0" y="0"/>
                  </a:moveTo>
                  <a:lnTo>
                    <a:pt x="257016" y="57970"/>
                  </a:lnTo>
                  <a:lnTo>
                    <a:pt x="514032" y="222153"/>
                  </a:lnTo>
                  <a:lnTo>
                    <a:pt x="771048" y="286781"/>
                  </a:lnTo>
                  <a:lnTo>
                    <a:pt x="1028065" y="628947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449082" y="5336566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8706098" y="5394537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8963114" y="5558720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9220131" y="5623347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9477147" y="5965514"/>
              <a:ext cx="34802" cy="3480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499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3693686" y="4806045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>
              <a:off x="4281644" y="4844918"/>
              <a:ext cx="160568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MPD</a:t>
              </a:r>
            </a:p>
          </p:txBody>
        </p:sp>
        <p:sp>
          <p:nvSpPr>
            <p:cNvPr id="164" name="rc164"/>
            <p:cNvSpPr/>
            <p:nvPr/>
          </p:nvSpPr>
          <p:spPr>
            <a:xfrm>
              <a:off x="5227850" y="4806045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5577058" y="4844918"/>
              <a:ext cx="638068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Functional volume</a:t>
              </a:r>
            </a:p>
          </p:txBody>
        </p:sp>
        <p:sp>
          <p:nvSpPr>
            <p:cNvPr id="166" name="rc166"/>
            <p:cNvSpPr/>
            <p:nvPr/>
          </p:nvSpPr>
          <p:spPr>
            <a:xfrm>
              <a:off x="6778108" y="4806045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tx167"/>
            <p:cNvSpPr/>
            <p:nvPr/>
          </p:nvSpPr>
          <p:spPr>
            <a:xfrm>
              <a:off x="7311340" y="4844918"/>
              <a:ext cx="270022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Rao's Q</a:t>
              </a:r>
            </a:p>
          </p:txBody>
        </p:sp>
        <p:sp>
          <p:nvSpPr>
            <p:cNvPr id="168" name="rc168"/>
            <p:cNvSpPr/>
            <p:nvPr/>
          </p:nvSpPr>
          <p:spPr>
            <a:xfrm>
              <a:off x="8312273" y="4806045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8623305" y="4844918"/>
              <a:ext cx="714420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Functional evenness</a:t>
              </a:r>
            </a:p>
          </p:txBody>
        </p:sp>
        <p:sp>
          <p:nvSpPr>
            <p:cNvPr id="170" name="pl170"/>
            <p:cNvSpPr/>
            <p:nvPr/>
          </p:nvSpPr>
          <p:spPr>
            <a:xfrm>
              <a:off x="8312273" y="3469723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8177232" y="4581450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8177232" y="4230081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8177232" y="3878712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8177232" y="3527342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175" name="pl175"/>
            <p:cNvSpPr/>
            <p:nvPr/>
          </p:nvSpPr>
          <p:spPr>
            <a:xfrm>
              <a:off x="8292978" y="460737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292978" y="425600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292978" y="3904635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292978" y="3553266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312273" y="4935821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tx180"/>
            <p:cNvSpPr/>
            <p:nvPr/>
          </p:nvSpPr>
          <p:spPr>
            <a:xfrm>
              <a:off x="8153183" y="6017731"/>
              <a:ext cx="124358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-1.0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8153183" y="5672888"/>
              <a:ext cx="124358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8177232" y="5328044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8177232" y="4983200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184" name="pl184"/>
            <p:cNvSpPr/>
            <p:nvPr/>
          </p:nvSpPr>
          <p:spPr>
            <a:xfrm>
              <a:off x="8292978" y="604365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292978" y="5698811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292978" y="5353967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292978" y="500912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6778108" y="3469723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tx189"/>
            <p:cNvSpPr/>
            <p:nvPr/>
          </p:nvSpPr>
          <p:spPr>
            <a:xfrm>
              <a:off x="6602925" y="4568826"/>
              <a:ext cx="140451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6602925" y="4310740"/>
              <a:ext cx="140451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6602925" y="4052654"/>
              <a:ext cx="140451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6602925" y="3794567"/>
              <a:ext cx="140451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6602925" y="3536481"/>
              <a:ext cx="140451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94" name="pl194"/>
            <p:cNvSpPr/>
            <p:nvPr/>
          </p:nvSpPr>
          <p:spPr>
            <a:xfrm>
              <a:off x="6758813" y="4594749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6758813" y="4336663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6758813" y="4078577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6758813" y="3820491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6758813" y="356240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6778108" y="4935821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6619019" y="6036569"/>
              <a:ext cx="124358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-0.2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6619019" y="5783717"/>
              <a:ext cx="124358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-0.1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643067" y="5530864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6643067" y="5278012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6643067" y="5025159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05" name="pl205"/>
            <p:cNvSpPr/>
            <p:nvPr/>
          </p:nvSpPr>
          <p:spPr>
            <a:xfrm>
              <a:off x="6758813" y="6062492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6758813" y="5809640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758813" y="5556787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6758813" y="5303935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6758813" y="5051083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5227850" y="3469723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tx211"/>
            <p:cNvSpPr/>
            <p:nvPr/>
          </p:nvSpPr>
          <p:spPr>
            <a:xfrm>
              <a:off x="5092809" y="4548313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5092809" y="4221227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5092809" y="3894141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5092809" y="3567055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215" name="pl215"/>
            <p:cNvSpPr/>
            <p:nvPr/>
          </p:nvSpPr>
          <p:spPr>
            <a:xfrm>
              <a:off x="5208555" y="4574237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5208555" y="4247151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5208555" y="392006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5208555" y="3592978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227850" y="4935821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5068761" y="5902606"/>
              <a:ext cx="124358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-0.2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092809" y="5512931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5092809" y="5123257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23" name="pl223"/>
            <p:cNvSpPr/>
            <p:nvPr/>
          </p:nvSpPr>
          <p:spPr>
            <a:xfrm>
              <a:off x="5208555" y="5928530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5208555" y="5538855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208555" y="5149180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693686" y="3339947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tx227"/>
            <p:cNvSpPr/>
            <p:nvPr/>
          </p:nvSpPr>
          <p:spPr>
            <a:xfrm>
              <a:off x="4201359" y="3378821"/>
              <a:ext cx="321137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228" name="rc228"/>
            <p:cNvSpPr/>
            <p:nvPr/>
          </p:nvSpPr>
          <p:spPr>
            <a:xfrm>
              <a:off x="5227850" y="3339947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tx229"/>
            <p:cNvSpPr/>
            <p:nvPr/>
          </p:nvSpPr>
          <p:spPr>
            <a:xfrm>
              <a:off x="5741513" y="3378821"/>
              <a:ext cx="309158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Shannon</a:t>
              </a:r>
            </a:p>
          </p:txBody>
        </p:sp>
        <p:sp>
          <p:nvSpPr>
            <p:cNvPr id="230" name="rc230"/>
            <p:cNvSpPr/>
            <p:nvPr/>
          </p:nvSpPr>
          <p:spPr>
            <a:xfrm>
              <a:off x="6778108" y="3339947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tx231"/>
            <p:cNvSpPr/>
            <p:nvPr/>
          </p:nvSpPr>
          <p:spPr>
            <a:xfrm>
              <a:off x="7157400" y="3378821"/>
              <a:ext cx="577900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Inverse Simpson</a:t>
              </a:r>
            </a:p>
          </p:txBody>
        </p:sp>
        <p:sp>
          <p:nvSpPr>
            <p:cNvPr id="232" name="rc232"/>
            <p:cNvSpPr/>
            <p:nvPr/>
          </p:nvSpPr>
          <p:spPr>
            <a:xfrm>
              <a:off x="8312273" y="3339947"/>
              <a:ext cx="1336484" cy="129775"/>
            </a:xfrm>
            <a:prstGeom prst="rect">
              <a:avLst/>
            </a:prstGeom>
            <a:solidFill>
              <a:srgbClr val="EEF1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8930315" y="3378821"/>
              <a:ext cx="100401" cy="520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0" i="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PD</a:t>
              </a:r>
            </a:p>
          </p:txBody>
        </p:sp>
        <p:sp>
          <p:nvSpPr>
            <p:cNvPr id="234" name="pl234"/>
            <p:cNvSpPr/>
            <p:nvPr/>
          </p:nvSpPr>
          <p:spPr>
            <a:xfrm>
              <a:off x="3693686" y="6233553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847895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4104912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361928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618944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875961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40"/>
            <p:cNvSpPr/>
            <p:nvPr/>
          </p:nvSpPr>
          <p:spPr>
            <a:xfrm rot="-2100000">
              <a:off x="3548791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241" name="tx241"/>
            <p:cNvSpPr/>
            <p:nvPr/>
          </p:nvSpPr>
          <p:spPr>
            <a:xfrm rot="-2100000">
              <a:off x="3805808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2100000">
              <a:off x="4062824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243" name="tx243"/>
            <p:cNvSpPr/>
            <p:nvPr/>
          </p:nvSpPr>
          <p:spPr>
            <a:xfrm rot="-2100000">
              <a:off x="4319840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244" name="tx244"/>
            <p:cNvSpPr/>
            <p:nvPr/>
          </p:nvSpPr>
          <p:spPr>
            <a:xfrm rot="-2100000">
              <a:off x="4576857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245" name="pl245"/>
            <p:cNvSpPr/>
            <p:nvPr/>
          </p:nvSpPr>
          <p:spPr>
            <a:xfrm>
              <a:off x="5227850" y="6233553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382060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639076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5896093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6153109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6410125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tx251"/>
            <p:cNvSpPr/>
            <p:nvPr/>
          </p:nvSpPr>
          <p:spPr>
            <a:xfrm rot="-2100000">
              <a:off x="5082956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252" name="tx252"/>
            <p:cNvSpPr/>
            <p:nvPr/>
          </p:nvSpPr>
          <p:spPr>
            <a:xfrm rot="-2100000">
              <a:off x="5339972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253" name="tx253"/>
            <p:cNvSpPr/>
            <p:nvPr/>
          </p:nvSpPr>
          <p:spPr>
            <a:xfrm rot="-2100000">
              <a:off x="5596989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2100000">
              <a:off x="5854005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255" name="tx255"/>
            <p:cNvSpPr/>
            <p:nvPr/>
          </p:nvSpPr>
          <p:spPr>
            <a:xfrm rot="-2100000">
              <a:off x="6111021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256" name="pl256"/>
            <p:cNvSpPr/>
            <p:nvPr/>
          </p:nvSpPr>
          <p:spPr>
            <a:xfrm>
              <a:off x="6778108" y="6233553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6932318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189334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446351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703367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960383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tx262"/>
            <p:cNvSpPr/>
            <p:nvPr/>
          </p:nvSpPr>
          <p:spPr>
            <a:xfrm rot="-2100000">
              <a:off x="6633214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263" name="tx263"/>
            <p:cNvSpPr/>
            <p:nvPr/>
          </p:nvSpPr>
          <p:spPr>
            <a:xfrm rot="-2100000">
              <a:off x="6890231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264" name="tx264"/>
            <p:cNvSpPr/>
            <p:nvPr/>
          </p:nvSpPr>
          <p:spPr>
            <a:xfrm rot="-2100000">
              <a:off x="7147247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265" name="tx265"/>
            <p:cNvSpPr/>
            <p:nvPr/>
          </p:nvSpPr>
          <p:spPr>
            <a:xfrm rot="-2100000">
              <a:off x="7404263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266" name="tx266"/>
            <p:cNvSpPr/>
            <p:nvPr/>
          </p:nvSpPr>
          <p:spPr>
            <a:xfrm rot="-2100000">
              <a:off x="7661279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267" name="pl267"/>
            <p:cNvSpPr/>
            <p:nvPr/>
          </p:nvSpPr>
          <p:spPr>
            <a:xfrm>
              <a:off x="8312273" y="6233553"/>
              <a:ext cx="1336484" cy="0"/>
            </a:xfrm>
            <a:custGeom>
              <a:avLst/>
              <a:pathLst>
                <a:path w="1336484" h="0">
                  <a:moveTo>
                    <a:pt x="0" y="0"/>
                  </a:moveTo>
                  <a:lnTo>
                    <a:pt x="1336484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8466483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8723499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8980516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9237532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9494548" y="6233553"/>
              <a:ext cx="0" cy="19295"/>
            </a:xfrm>
            <a:custGeom>
              <a:avLst/>
              <a:pathLst>
                <a:path w="0" h="19295">
                  <a:moveTo>
                    <a:pt x="0" y="19295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tx273"/>
            <p:cNvSpPr/>
            <p:nvPr/>
          </p:nvSpPr>
          <p:spPr>
            <a:xfrm rot="-2100000">
              <a:off x="8167379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274" name="tx274"/>
            <p:cNvSpPr/>
            <p:nvPr/>
          </p:nvSpPr>
          <p:spPr>
            <a:xfrm rot="-2100000">
              <a:off x="8424395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275" name="tx275"/>
            <p:cNvSpPr/>
            <p:nvPr/>
          </p:nvSpPr>
          <p:spPr>
            <a:xfrm rot="-2100000">
              <a:off x="8681412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276" name="tx276"/>
            <p:cNvSpPr/>
            <p:nvPr/>
          </p:nvSpPr>
          <p:spPr>
            <a:xfrm rot="-2100000">
              <a:off x="8938428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277" name="tx277"/>
            <p:cNvSpPr/>
            <p:nvPr/>
          </p:nvSpPr>
          <p:spPr>
            <a:xfrm rot="-2100000">
              <a:off x="9195444" y="6362591"/>
              <a:ext cx="345186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278" name="pl278"/>
            <p:cNvSpPr/>
            <p:nvPr/>
          </p:nvSpPr>
          <p:spPr>
            <a:xfrm>
              <a:off x="3693686" y="3469723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tx279"/>
            <p:cNvSpPr/>
            <p:nvPr/>
          </p:nvSpPr>
          <p:spPr>
            <a:xfrm>
              <a:off x="3558645" y="4581812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3558645" y="4231612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3558645" y="3881412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3558645" y="3531211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283" name="pl283"/>
            <p:cNvSpPr/>
            <p:nvPr/>
          </p:nvSpPr>
          <p:spPr>
            <a:xfrm>
              <a:off x="3674390" y="4607735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674390" y="4257535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674390" y="3907335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674390" y="3557134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693686" y="4935821"/>
              <a:ext cx="0" cy="1297731"/>
            </a:xfrm>
            <a:custGeom>
              <a:avLst/>
              <a:pathLst>
                <a:path w="0" h="1297731">
                  <a:moveTo>
                    <a:pt x="0" y="129773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tx288"/>
            <p:cNvSpPr/>
            <p:nvPr/>
          </p:nvSpPr>
          <p:spPr>
            <a:xfrm>
              <a:off x="3534596" y="6081289"/>
              <a:ext cx="124358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-0.1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3558645" y="5852628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3558645" y="5623967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3558645" y="5395306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3558645" y="5166646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3558645" y="4937985"/>
              <a:ext cx="100309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94" name="pl294"/>
            <p:cNvSpPr/>
            <p:nvPr/>
          </p:nvSpPr>
          <p:spPr>
            <a:xfrm>
              <a:off x="3674390" y="6107212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674390" y="5878551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674390" y="5649890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674390" y="5421230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3674390" y="5192569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674390" y="4963908"/>
              <a:ext cx="19295" cy="0"/>
            </a:xfrm>
            <a:custGeom>
              <a:avLst/>
              <a:pathLst>
                <a:path w="19295" h="0">
                  <a:moveTo>
                    <a:pt x="0" y="0"/>
                  </a:moveTo>
                  <a:lnTo>
                    <a:pt x="19295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tx300"/>
            <p:cNvSpPr/>
            <p:nvPr/>
          </p:nvSpPr>
          <p:spPr>
            <a:xfrm rot="-5400000">
              <a:off x="2155231" y="4823840"/>
              <a:ext cx="955182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Change from baseline (s.d.)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3693686" y="3231764"/>
              <a:ext cx="1330543" cy="53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9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500-species temporal breadth extension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3693686" y="3128826"/>
              <a:ext cx="793882" cy="594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National trajectories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2542936" y="3044427"/>
              <a:ext cx="62087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2026-07-14T22:14:32Z</dcterms:modified>
  <cp:category/>
</cp:coreProperties>
</file>