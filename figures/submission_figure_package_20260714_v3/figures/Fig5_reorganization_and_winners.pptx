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971388" y="228600"/>
            <a:ext cx="8248918" cy="6400800"/>
            <a:chOff x="1971388" y="228600"/>
            <a:chExt cx="8248918" cy="6400800"/>
          </a:xfrm>
        </p:grpSpPr>
        <p:sp>
          <p:nvSpPr>
            <p:cNvPr id="3" name="rc3"/>
            <p:cNvSpPr/>
            <p:nvPr/>
          </p:nvSpPr>
          <p:spPr>
            <a:xfrm>
              <a:off x="1971388" y="228600"/>
              <a:ext cx="8248918" cy="6400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0220306" y="228600"/>
              <a:ext cx="0" cy="6400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040977" y="298189"/>
              <a:ext cx="4323665" cy="32321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8007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364643" y="298189"/>
              <a:ext cx="3786074" cy="32321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8007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072787" y="793968"/>
              <a:ext cx="3253897" cy="24214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072787" y="2028432"/>
              <a:ext cx="3253897" cy="0"/>
            </a:xfrm>
            <a:custGeom>
              <a:avLst/>
              <a:pathLst>
                <a:path w="3253897" h="0">
                  <a:moveTo>
                    <a:pt x="0" y="0"/>
                  </a:moveTo>
                  <a:lnTo>
                    <a:pt x="3253897" y="0"/>
                  </a:lnTo>
                  <a:lnTo>
                    <a:pt x="3253897" y="0"/>
                  </a:lnTo>
                </a:path>
              </a:pathLst>
            </a:custGeom>
            <a:ln w="8130" cap="flat">
              <a:solidFill>
                <a:srgbClr val="9AA4AB">
                  <a:alpha val="100000"/>
                </a:srgbClr>
              </a:solidFill>
              <a:custDash>
                <a:ds d="0" sp="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37630" y="1652094"/>
              <a:ext cx="2324212" cy="1294729"/>
            </a:xfrm>
            <a:custGeom>
              <a:avLst/>
              <a:pathLst>
                <a:path w="2324212" h="1294729">
                  <a:moveTo>
                    <a:pt x="0" y="0"/>
                  </a:moveTo>
                  <a:lnTo>
                    <a:pt x="774737" y="546427"/>
                  </a:lnTo>
                  <a:lnTo>
                    <a:pt x="1549475" y="285358"/>
                  </a:lnTo>
                  <a:lnTo>
                    <a:pt x="2324212" y="1294729"/>
                  </a:lnTo>
                </a:path>
              </a:pathLst>
            </a:custGeom>
            <a:ln w="14905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537630" y="1419034"/>
              <a:ext cx="2324212" cy="1332367"/>
            </a:xfrm>
            <a:custGeom>
              <a:avLst/>
              <a:pathLst>
                <a:path w="2324212" h="1332367">
                  <a:moveTo>
                    <a:pt x="0" y="0"/>
                  </a:moveTo>
                  <a:lnTo>
                    <a:pt x="774737" y="487643"/>
                  </a:lnTo>
                  <a:lnTo>
                    <a:pt x="1549475" y="246604"/>
                  </a:lnTo>
                  <a:lnTo>
                    <a:pt x="2324212" y="1332367"/>
                  </a:lnTo>
                </a:path>
              </a:pathLst>
            </a:custGeom>
            <a:ln w="14905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502767" y="1195499"/>
              <a:ext cx="69726" cy="0"/>
            </a:xfrm>
            <a:custGeom>
              <a:avLst/>
              <a:pathLst>
                <a:path w="69726" h="0">
                  <a:moveTo>
                    <a:pt x="0" y="0"/>
                  </a:moveTo>
                  <a:lnTo>
                    <a:pt x="69726" y="0"/>
                  </a:lnTo>
                </a:path>
              </a:pathLst>
            </a:custGeom>
            <a:ln w="1084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537630" y="1195499"/>
              <a:ext cx="0" cy="903264"/>
            </a:xfrm>
            <a:custGeom>
              <a:avLst/>
              <a:pathLst>
                <a:path w="0" h="903264">
                  <a:moveTo>
                    <a:pt x="0" y="0"/>
                  </a:moveTo>
                  <a:lnTo>
                    <a:pt x="0" y="903264"/>
                  </a:lnTo>
                </a:path>
              </a:pathLst>
            </a:custGeom>
            <a:ln w="1084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502767" y="2098764"/>
              <a:ext cx="69726" cy="0"/>
            </a:xfrm>
            <a:custGeom>
              <a:avLst/>
              <a:pathLst>
                <a:path w="69726" h="0">
                  <a:moveTo>
                    <a:pt x="0" y="0"/>
                  </a:moveTo>
                  <a:lnTo>
                    <a:pt x="69726" y="0"/>
                  </a:lnTo>
                </a:path>
              </a:pathLst>
            </a:custGeom>
            <a:ln w="1084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277504" y="1798593"/>
              <a:ext cx="69726" cy="0"/>
            </a:xfrm>
            <a:custGeom>
              <a:avLst/>
              <a:pathLst>
                <a:path w="69726" h="0">
                  <a:moveTo>
                    <a:pt x="0" y="0"/>
                  </a:moveTo>
                  <a:lnTo>
                    <a:pt x="69726" y="0"/>
                  </a:lnTo>
                </a:path>
              </a:pathLst>
            </a:custGeom>
            <a:ln w="1084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312367" y="1798593"/>
              <a:ext cx="0" cy="753941"/>
            </a:xfrm>
            <a:custGeom>
              <a:avLst/>
              <a:pathLst>
                <a:path w="0" h="753941">
                  <a:moveTo>
                    <a:pt x="0" y="0"/>
                  </a:moveTo>
                  <a:lnTo>
                    <a:pt x="0" y="753941"/>
                  </a:lnTo>
                </a:path>
              </a:pathLst>
            </a:custGeom>
            <a:ln w="1084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277504" y="2552534"/>
              <a:ext cx="69726" cy="0"/>
            </a:xfrm>
            <a:custGeom>
              <a:avLst/>
              <a:pathLst>
                <a:path w="69726" h="0">
                  <a:moveTo>
                    <a:pt x="0" y="0"/>
                  </a:moveTo>
                  <a:lnTo>
                    <a:pt x="69726" y="0"/>
                  </a:lnTo>
                </a:path>
              </a:pathLst>
            </a:custGeom>
            <a:ln w="1084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052242" y="1575219"/>
              <a:ext cx="69726" cy="0"/>
            </a:xfrm>
            <a:custGeom>
              <a:avLst/>
              <a:pathLst>
                <a:path w="69726" h="0">
                  <a:moveTo>
                    <a:pt x="0" y="0"/>
                  </a:moveTo>
                  <a:lnTo>
                    <a:pt x="69726" y="0"/>
                  </a:lnTo>
                </a:path>
              </a:pathLst>
            </a:custGeom>
            <a:ln w="1084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087105" y="1575219"/>
              <a:ext cx="0" cy="712959"/>
            </a:xfrm>
            <a:custGeom>
              <a:avLst/>
              <a:pathLst>
                <a:path w="0" h="712959">
                  <a:moveTo>
                    <a:pt x="0" y="0"/>
                  </a:moveTo>
                  <a:lnTo>
                    <a:pt x="0" y="712959"/>
                  </a:lnTo>
                </a:path>
              </a:pathLst>
            </a:custGeom>
            <a:ln w="1084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052242" y="2288178"/>
              <a:ext cx="69726" cy="0"/>
            </a:xfrm>
            <a:custGeom>
              <a:avLst/>
              <a:pathLst>
                <a:path w="69726" h="0">
                  <a:moveTo>
                    <a:pt x="0" y="0"/>
                  </a:moveTo>
                  <a:lnTo>
                    <a:pt x="69726" y="0"/>
                  </a:lnTo>
                </a:path>
              </a:pathLst>
            </a:custGeom>
            <a:ln w="1084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826979" y="2822232"/>
              <a:ext cx="69726" cy="0"/>
            </a:xfrm>
            <a:custGeom>
              <a:avLst/>
              <a:pathLst>
                <a:path w="69726" h="0">
                  <a:moveTo>
                    <a:pt x="0" y="0"/>
                  </a:moveTo>
                  <a:lnTo>
                    <a:pt x="69726" y="0"/>
                  </a:lnTo>
                </a:path>
              </a:pathLst>
            </a:custGeom>
            <a:ln w="1084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861843" y="2822232"/>
              <a:ext cx="0" cy="226214"/>
            </a:xfrm>
            <a:custGeom>
              <a:avLst/>
              <a:pathLst>
                <a:path w="0" h="226214">
                  <a:moveTo>
                    <a:pt x="0" y="0"/>
                  </a:moveTo>
                  <a:lnTo>
                    <a:pt x="0" y="226214"/>
                  </a:lnTo>
                </a:path>
              </a:pathLst>
            </a:custGeom>
            <a:ln w="1084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826979" y="3048447"/>
              <a:ext cx="69726" cy="0"/>
            </a:xfrm>
            <a:custGeom>
              <a:avLst/>
              <a:pathLst>
                <a:path w="69726" h="0">
                  <a:moveTo>
                    <a:pt x="0" y="0"/>
                  </a:moveTo>
                  <a:lnTo>
                    <a:pt x="69726" y="0"/>
                  </a:lnTo>
                </a:path>
              </a:pathLst>
            </a:custGeom>
            <a:ln w="1084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3502767" y="1081209"/>
              <a:ext cx="69726" cy="0"/>
            </a:xfrm>
            <a:custGeom>
              <a:avLst/>
              <a:pathLst>
                <a:path w="69726" h="0">
                  <a:moveTo>
                    <a:pt x="0" y="0"/>
                  </a:moveTo>
                  <a:lnTo>
                    <a:pt x="69726" y="0"/>
                  </a:lnTo>
                </a:path>
              </a:pathLst>
            </a:custGeom>
            <a:ln w="10840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537630" y="1081209"/>
              <a:ext cx="0" cy="664890"/>
            </a:xfrm>
            <a:custGeom>
              <a:avLst/>
              <a:pathLst>
                <a:path w="0" h="664890">
                  <a:moveTo>
                    <a:pt x="0" y="0"/>
                  </a:moveTo>
                  <a:lnTo>
                    <a:pt x="0" y="664890"/>
                  </a:lnTo>
                </a:path>
              </a:pathLst>
            </a:custGeom>
            <a:ln w="10840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502767" y="1746099"/>
              <a:ext cx="69726" cy="0"/>
            </a:xfrm>
            <a:custGeom>
              <a:avLst/>
              <a:pathLst>
                <a:path w="69726" h="0">
                  <a:moveTo>
                    <a:pt x="0" y="0"/>
                  </a:moveTo>
                  <a:lnTo>
                    <a:pt x="69726" y="0"/>
                  </a:lnTo>
                </a:path>
              </a:pathLst>
            </a:custGeom>
            <a:ln w="10840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277504" y="1618614"/>
              <a:ext cx="69726" cy="0"/>
            </a:xfrm>
            <a:custGeom>
              <a:avLst/>
              <a:pathLst>
                <a:path w="69726" h="0">
                  <a:moveTo>
                    <a:pt x="0" y="0"/>
                  </a:moveTo>
                  <a:lnTo>
                    <a:pt x="69726" y="0"/>
                  </a:lnTo>
                </a:path>
              </a:pathLst>
            </a:custGeom>
            <a:ln w="10840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312367" y="1618614"/>
              <a:ext cx="0" cy="558488"/>
            </a:xfrm>
            <a:custGeom>
              <a:avLst/>
              <a:pathLst>
                <a:path w="0" h="558488">
                  <a:moveTo>
                    <a:pt x="0" y="0"/>
                  </a:moveTo>
                  <a:lnTo>
                    <a:pt x="0" y="558488"/>
                  </a:lnTo>
                </a:path>
              </a:pathLst>
            </a:custGeom>
            <a:ln w="10840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277504" y="2177103"/>
              <a:ext cx="69726" cy="0"/>
            </a:xfrm>
            <a:custGeom>
              <a:avLst/>
              <a:pathLst>
                <a:path w="69726" h="0">
                  <a:moveTo>
                    <a:pt x="0" y="0"/>
                  </a:moveTo>
                  <a:lnTo>
                    <a:pt x="69726" y="0"/>
                  </a:lnTo>
                </a:path>
              </a:pathLst>
            </a:custGeom>
            <a:ln w="10840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052242" y="1396431"/>
              <a:ext cx="69726" cy="0"/>
            </a:xfrm>
            <a:custGeom>
              <a:avLst/>
              <a:pathLst>
                <a:path w="69726" h="0">
                  <a:moveTo>
                    <a:pt x="0" y="0"/>
                  </a:moveTo>
                  <a:lnTo>
                    <a:pt x="69726" y="0"/>
                  </a:lnTo>
                </a:path>
              </a:pathLst>
            </a:custGeom>
            <a:ln w="10840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087105" y="1396431"/>
              <a:ext cx="0" cy="521316"/>
            </a:xfrm>
            <a:custGeom>
              <a:avLst/>
              <a:pathLst>
                <a:path w="0" h="521316">
                  <a:moveTo>
                    <a:pt x="0" y="0"/>
                  </a:moveTo>
                  <a:lnTo>
                    <a:pt x="0" y="521316"/>
                  </a:lnTo>
                </a:path>
              </a:pathLst>
            </a:custGeom>
            <a:ln w="10840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052242" y="1917747"/>
              <a:ext cx="69726" cy="0"/>
            </a:xfrm>
            <a:custGeom>
              <a:avLst/>
              <a:pathLst>
                <a:path w="69726" h="0">
                  <a:moveTo>
                    <a:pt x="0" y="0"/>
                  </a:moveTo>
                  <a:lnTo>
                    <a:pt x="69726" y="0"/>
                  </a:lnTo>
                </a:path>
              </a:pathLst>
            </a:custGeom>
            <a:ln w="10840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826979" y="2635435"/>
              <a:ext cx="69726" cy="0"/>
            </a:xfrm>
            <a:custGeom>
              <a:avLst/>
              <a:pathLst>
                <a:path w="69726" h="0">
                  <a:moveTo>
                    <a:pt x="0" y="0"/>
                  </a:moveTo>
                  <a:lnTo>
                    <a:pt x="69726" y="0"/>
                  </a:lnTo>
                </a:path>
              </a:pathLst>
            </a:custGeom>
            <a:ln w="10840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861843" y="2635435"/>
              <a:ext cx="0" cy="221176"/>
            </a:xfrm>
            <a:custGeom>
              <a:avLst/>
              <a:pathLst>
                <a:path w="0" h="221176">
                  <a:moveTo>
                    <a:pt x="0" y="0"/>
                  </a:moveTo>
                  <a:lnTo>
                    <a:pt x="0" y="221176"/>
                  </a:lnTo>
                </a:path>
              </a:pathLst>
            </a:custGeom>
            <a:ln w="10840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826979" y="2856611"/>
              <a:ext cx="69726" cy="0"/>
            </a:xfrm>
            <a:custGeom>
              <a:avLst/>
              <a:pathLst>
                <a:path w="69726" h="0">
                  <a:moveTo>
                    <a:pt x="0" y="0"/>
                  </a:moveTo>
                  <a:lnTo>
                    <a:pt x="69726" y="0"/>
                  </a:lnTo>
                </a:path>
              </a:pathLst>
            </a:custGeom>
            <a:ln w="10840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505129" y="1619593"/>
              <a:ext cx="65002" cy="650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08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279866" y="2166020"/>
              <a:ext cx="65002" cy="650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08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5054604" y="1904951"/>
              <a:ext cx="65002" cy="650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08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5829341" y="2914322"/>
              <a:ext cx="65002" cy="650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08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508826" y="1390230"/>
              <a:ext cx="57606" cy="5760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08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4283564" y="1877874"/>
              <a:ext cx="57606" cy="5760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08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5058301" y="1636835"/>
              <a:ext cx="57606" cy="5760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08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5833039" y="2722598"/>
              <a:ext cx="57606" cy="5760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08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3072787" y="793968"/>
              <a:ext cx="0" cy="2421447"/>
            </a:xfrm>
            <a:custGeom>
              <a:avLst/>
              <a:pathLst>
                <a:path w="0" h="2421447">
                  <a:moveTo>
                    <a:pt x="0" y="2421447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tx44"/>
            <p:cNvSpPr/>
            <p:nvPr/>
          </p:nvSpPr>
          <p:spPr>
            <a:xfrm>
              <a:off x="2923856" y="3187618"/>
              <a:ext cx="111922" cy="555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1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80788" y="2594126"/>
              <a:ext cx="154990" cy="555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1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880788" y="2000634"/>
              <a:ext cx="154990" cy="555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1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2880788" y="1407142"/>
              <a:ext cx="154990" cy="555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1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75%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2837719" y="813650"/>
              <a:ext cx="198059" cy="555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1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49" name="pl49"/>
            <p:cNvSpPr/>
            <p:nvPr/>
          </p:nvSpPr>
          <p:spPr>
            <a:xfrm>
              <a:off x="3052227" y="3215416"/>
              <a:ext cx="20560" cy="0"/>
            </a:xfrm>
            <a:custGeom>
              <a:avLst/>
              <a:pathLst>
                <a:path w="20560" h="0">
                  <a:moveTo>
                    <a:pt x="0" y="0"/>
                  </a:moveTo>
                  <a:lnTo>
                    <a:pt x="2056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3052227" y="2621924"/>
              <a:ext cx="20560" cy="0"/>
            </a:xfrm>
            <a:custGeom>
              <a:avLst/>
              <a:pathLst>
                <a:path w="20560" h="0">
                  <a:moveTo>
                    <a:pt x="0" y="0"/>
                  </a:moveTo>
                  <a:lnTo>
                    <a:pt x="2056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052227" y="2028432"/>
              <a:ext cx="20560" cy="0"/>
            </a:xfrm>
            <a:custGeom>
              <a:avLst/>
              <a:pathLst>
                <a:path w="20560" h="0">
                  <a:moveTo>
                    <a:pt x="0" y="0"/>
                  </a:moveTo>
                  <a:lnTo>
                    <a:pt x="2056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052227" y="1434940"/>
              <a:ext cx="20560" cy="0"/>
            </a:xfrm>
            <a:custGeom>
              <a:avLst/>
              <a:pathLst>
                <a:path w="20560" h="0">
                  <a:moveTo>
                    <a:pt x="0" y="0"/>
                  </a:moveTo>
                  <a:lnTo>
                    <a:pt x="2056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052227" y="841448"/>
              <a:ext cx="20560" cy="0"/>
            </a:xfrm>
            <a:custGeom>
              <a:avLst/>
              <a:pathLst>
                <a:path w="20560" h="0">
                  <a:moveTo>
                    <a:pt x="0" y="0"/>
                  </a:moveTo>
                  <a:lnTo>
                    <a:pt x="2056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072787" y="3215416"/>
              <a:ext cx="3253897" cy="0"/>
            </a:xfrm>
            <a:custGeom>
              <a:avLst/>
              <a:pathLst>
                <a:path w="3253897" h="0">
                  <a:moveTo>
                    <a:pt x="0" y="0"/>
                  </a:moveTo>
                  <a:lnTo>
                    <a:pt x="3253897" y="0"/>
                  </a:lnTo>
                </a:path>
              </a:pathLst>
            </a:custGeom>
            <a:ln w="948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537630" y="3215416"/>
              <a:ext cx="0" cy="20560"/>
            </a:xfrm>
            <a:custGeom>
              <a:avLst/>
              <a:pathLst>
                <a:path w="0" h="20560">
                  <a:moveTo>
                    <a:pt x="0" y="2056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4312367" y="3215416"/>
              <a:ext cx="0" cy="20560"/>
            </a:xfrm>
            <a:custGeom>
              <a:avLst/>
              <a:pathLst>
                <a:path w="0" h="20560">
                  <a:moveTo>
                    <a:pt x="0" y="2056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087105" y="3215416"/>
              <a:ext cx="0" cy="20560"/>
            </a:xfrm>
            <a:custGeom>
              <a:avLst/>
              <a:pathLst>
                <a:path w="0" h="20560">
                  <a:moveTo>
                    <a:pt x="0" y="2056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861843" y="3215416"/>
              <a:ext cx="0" cy="20560"/>
            </a:xfrm>
            <a:custGeom>
              <a:avLst/>
              <a:pathLst>
                <a:path w="0" h="20560">
                  <a:moveTo>
                    <a:pt x="0" y="2056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tx59"/>
            <p:cNvSpPr/>
            <p:nvPr/>
          </p:nvSpPr>
          <p:spPr>
            <a:xfrm rot="-1200000">
              <a:off x="3338378" y="3287558"/>
              <a:ext cx="215249" cy="555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1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P1-P2</a:t>
              </a:r>
            </a:p>
          </p:txBody>
        </p:sp>
        <p:sp>
          <p:nvSpPr>
            <p:cNvPr id="60" name="tx60"/>
            <p:cNvSpPr/>
            <p:nvPr/>
          </p:nvSpPr>
          <p:spPr>
            <a:xfrm rot="-1200000">
              <a:off x="4113116" y="3287558"/>
              <a:ext cx="215249" cy="555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1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P2-P3</a:t>
              </a:r>
            </a:p>
          </p:txBody>
        </p:sp>
        <p:sp>
          <p:nvSpPr>
            <p:cNvPr id="61" name="tx61"/>
            <p:cNvSpPr/>
            <p:nvPr/>
          </p:nvSpPr>
          <p:spPr>
            <a:xfrm rot="-1200000">
              <a:off x="4887853" y="3287558"/>
              <a:ext cx="215249" cy="555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1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P3-P4</a:t>
              </a:r>
            </a:p>
          </p:txBody>
        </p:sp>
        <p:sp>
          <p:nvSpPr>
            <p:cNvPr id="62" name="tx62"/>
            <p:cNvSpPr/>
            <p:nvPr/>
          </p:nvSpPr>
          <p:spPr>
            <a:xfrm rot="-1200000">
              <a:off x="5662591" y="3287558"/>
              <a:ext cx="215249" cy="555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1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P4-P5</a:t>
              </a:r>
            </a:p>
          </p:txBody>
        </p:sp>
        <p:sp>
          <p:nvSpPr>
            <p:cNvPr id="63" name="tx63"/>
            <p:cNvSpPr/>
            <p:nvPr/>
          </p:nvSpPr>
          <p:spPr>
            <a:xfrm rot="-5400000">
              <a:off x="1584656" y="1975065"/>
              <a:ext cx="1160830" cy="592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5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Turnover share of beta diversity</a:t>
              </a:r>
            </a:p>
          </p:txBody>
        </p:sp>
        <p:sp>
          <p:nvSpPr>
            <p:cNvPr id="64" name="rc64"/>
            <p:cNvSpPr/>
            <p:nvPr/>
          </p:nvSpPr>
          <p:spPr>
            <a:xfrm>
              <a:off x="3072787" y="539485"/>
              <a:ext cx="2024985" cy="1722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3113908" y="580606"/>
              <a:ext cx="219456" cy="9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135854" y="62560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4905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135854" y="62560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084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3191135" y="593105"/>
              <a:ext cx="65002" cy="650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08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4067756" y="580606"/>
              <a:ext cx="219456" cy="9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089701" y="62560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4905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4089701" y="62560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0840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4148680" y="596802"/>
              <a:ext cx="57606" cy="5760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08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tx73"/>
            <p:cNvSpPr/>
            <p:nvPr/>
          </p:nvSpPr>
          <p:spPr>
            <a:xfrm>
              <a:off x="3374485" y="598265"/>
              <a:ext cx="652150" cy="54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200-species spatial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4328332" y="598265"/>
              <a:ext cx="728319" cy="54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500-species temporal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3072787" y="431792"/>
              <a:ext cx="1906524" cy="630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90" i="0" b="1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Turnover share collapses in the latest interval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078935" y="347393"/>
              <a:ext cx="56509" cy="73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77" name="rc77"/>
            <p:cNvSpPr/>
            <p:nvPr/>
          </p:nvSpPr>
          <p:spPr>
            <a:xfrm>
              <a:off x="6858862" y="793968"/>
              <a:ext cx="3253897" cy="24214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6858862" y="2541951"/>
              <a:ext cx="147796" cy="438887"/>
            </a:xfrm>
            <a:prstGeom prst="rect">
              <a:avLst/>
            </a:prstGeom>
            <a:solidFill>
              <a:srgbClr val="D55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6858862" y="1028546"/>
              <a:ext cx="2542107" cy="438887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6858862" y="1785248"/>
              <a:ext cx="2236660" cy="438887"/>
            </a:xfrm>
            <a:prstGeom prst="rect">
              <a:avLst/>
            </a:prstGeom>
            <a:solidFill>
              <a:srgbClr val="8C96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tx81"/>
            <p:cNvSpPr/>
            <p:nvPr/>
          </p:nvSpPr>
          <p:spPr>
            <a:xfrm>
              <a:off x="7033981" y="2734831"/>
              <a:ext cx="341528" cy="531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83" i="0" b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15  (3.0%)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9434875" y="1221426"/>
              <a:ext cx="423824" cy="531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83" i="0" b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258  (51.6%)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9129428" y="1978129"/>
              <a:ext cx="423824" cy="531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83" i="0" b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227  (45.4%)</a:t>
              </a:r>
            </a:p>
          </p:txBody>
        </p:sp>
        <p:sp>
          <p:nvSpPr>
            <p:cNvPr id="84" name="pl84"/>
            <p:cNvSpPr/>
            <p:nvPr/>
          </p:nvSpPr>
          <p:spPr>
            <a:xfrm>
              <a:off x="6858862" y="793968"/>
              <a:ext cx="0" cy="2421447"/>
            </a:xfrm>
            <a:custGeom>
              <a:avLst/>
              <a:pathLst>
                <a:path w="0" h="2421447">
                  <a:moveTo>
                    <a:pt x="0" y="2421447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tx85"/>
            <p:cNvSpPr/>
            <p:nvPr/>
          </p:nvSpPr>
          <p:spPr>
            <a:xfrm>
              <a:off x="6503459" y="2733597"/>
              <a:ext cx="318394" cy="555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1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Declining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6602305" y="1976894"/>
              <a:ext cx="219547" cy="555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1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Stable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6464688" y="1220192"/>
              <a:ext cx="357164" cy="555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1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Increasing</a:t>
              </a:r>
            </a:p>
          </p:txBody>
        </p:sp>
        <p:sp>
          <p:nvSpPr>
            <p:cNvPr id="88" name="pl88"/>
            <p:cNvSpPr/>
            <p:nvPr/>
          </p:nvSpPr>
          <p:spPr>
            <a:xfrm>
              <a:off x="6838301" y="2761394"/>
              <a:ext cx="20560" cy="0"/>
            </a:xfrm>
            <a:custGeom>
              <a:avLst/>
              <a:pathLst>
                <a:path w="20560" h="0">
                  <a:moveTo>
                    <a:pt x="0" y="0"/>
                  </a:moveTo>
                  <a:lnTo>
                    <a:pt x="2056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6838301" y="2004692"/>
              <a:ext cx="20560" cy="0"/>
            </a:xfrm>
            <a:custGeom>
              <a:avLst/>
              <a:pathLst>
                <a:path w="20560" h="0">
                  <a:moveTo>
                    <a:pt x="0" y="0"/>
                  </a:moveTo>
                  <a:lnTo>
                    <a:pt x="2056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6838301" y="1247990"/>
              <a:ext cx="20560" cy="0"/>
            </a:xfrm>
            <a:custGeom>
              <a:avLst/>
              <a:pathLst>
                <a:path w="20560" h="0">
                  <a:moveTo>
                    <a:pt x="0" y="0"/>
                  </a:moveTo>
                  <a:lnTo>
                    <a:pt x="2056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6858862" y="3215416"/>
              <a:ext cx="3253897" cy="0"/>
            </a:xfrm>
            <a:custGeom>
              <a:avLst/>
              <a:pathLst>
                <a:path w="3253897" h="0">
                  <a:moveTo>
                    <a:pt x="0" y="0"/>
                  </a:moveTo>
                  <a:lnTo>
                    <a:pt x="3253897" y="0"/>
                  </a:lnTo>
                </a:path>
              </a:pathLst>
            </a:custGeom>
            <a:ln w="948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6858862" y="3215416"/>
              <a:ext cx="0" cy="20560"/>
            </a:xfrm>
            <a:custGeom>
              <a:avLst/>
              <a:pathLst>
                <a:path w="0" h="20560">
                  <a:moveTo>
                    <a:pt x="0" y="2056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7844175" y="3215416"/>
              <a:ext cx="0" cy="20560"/>
            </a:xfrm>
            <a:custGeom>
              <a:avLst/>
              <a:pathLst>
                <a:path w="0" h="20560">
                  <a:moveTo>
                    <a:pt x="0" y="2056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8829488" y="3215416"/>
              <a:ext cx="0" cy="20560"/>
            </a:xfrm>
            <a:custGeom>
              <a:avLst/>
              <a:pathLst>
                <a:path w="0" h="20560">
                  <a:moveTo>
                    <a:pt x="0" y="2056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9814801" y="3215416"/>
              <a:ext cx="0" cy="20560"/>
            </a:xfrm>
            <a:custGeom>
              <a:avLst/>
              <a:pathLst>
                <a:path w="0" h="20560">
                  <a:moveTo>
                    <a:pt x="0" y="2056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tx96"/>
            <p:cNvSpPr/>
            <p:nvPr/>
          </p:nvSpPr>
          <p:spPr>
            <a:xfrm>
              <a:off x="6802900" y="3252425"/>
              <a:ext cx="111922" cy="555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1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7766679" y="3252425"/>
              <a:ext cx="154990" cy="555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1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8751992" y="3252425"/>
              <a:ext cx="154990" cy="555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1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40%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9737305" y="3252425"/>
              <a:ext cx="154990" cy="555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1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60%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8098059" y="3414915"/>
              <a:ext cx="775502" cy="592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5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Share of 500 species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6858862" y="431792"/>
              <a:ext cx="1138153" cy="630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90" i="0" b="1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Species-level trend classes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6402600" y="347393"/>
              <a:ext cx="62087" cy="73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</a:t>
              </a:r>
            </a:p>
          </p:txBody>
        </p:sp>
        <p:sp>
          <p:nvSpPr>
            <p:cNvPr id="103" name="rc103"/>
            <p:cNvSpPr/>
            <p:nvPr/>
          </p:nvSpPr>
          <p:spPr>
            <a:xfrm>
              <a:off x="2040977" y="3530323"/>
              <a:ext cx="4190346" cy="302948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7637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6231323" y="3530323"/>
              <a:ext cx="3919393" cy="302948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8007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3072787" y="3771619"/>
              <a:ext cx="3120578" cy="254251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4327797" y="3771619"/>
              <a:ext cx="0" cy="2542519"/>
            </a:xfrm>
            <a:custGeom>
              <a:avLst/>
              <a:pathLst>
                <a:path w="0" h="2542519">
                  <a:moveTo>
                    <a:pt x="0" y="254251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8C969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6051521" y="389666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5389276" y="3896661"/>
              <a:ext cx="662245" cy="0"/>
            </a:xfrm>
            <a:custGeom>
              <a:avLst/>
              <a:pathLst>
                <a:path w="662245" h="0">
                  <a:moveTo>
                    <a:pt x="662245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5389276" y="389666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5995833" y="410506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4943342" y="4105064"/>
              <a:ext cx="1052490" cy="0"/>
            </a:xfrm>
            <a:custGeom>
              <a:avLst/>
              <a:pathLst>
                <a:path w="1052490" h="0">
                  <a:moveTo>
                    <a:pt x="1052490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4943342" y="410506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5741625" y="431346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4926566" y="4313468"/>
              <a:ext cx="815058" cy="0"/>
            </a:xfrm>
            <a:custGeom>
              <a:avLst/>
              <a:pathLst>
                <a:path w="815058" h="0">
                  <a:moveTo>
                    <a:pt x="815058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4926566" y="431346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5636149" y="452187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5002271" y="4521871"/>
              <a:ext cx="633878" cy="0"/>
            </a:xfrm>
            <a:custGeom>
              <a:avLst/>
              <a:pathLst>
                <a:path w="633878" h="0">
                  <a:moveTo>
                    <a:pt x="633878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5002271" y="452187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5618561" y="473027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4958070" y="4730274"/>
              <a:ext cx="660491" cy="0"/>
            </a:xfrm>
            <a:custGeom>
              <a:avLst/>
              <a:pathLst>
                <a:path w="660491" h="0">
                  <a:moveTo>
                    <a:pt x="660491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4958070" y="473027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5770349" y="493867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4808620" y="4938678"/>
              <a:ext cx="961728" cy="0"/>
            </a:xfrm>
            <a:custGeom>
              <a:avLst/>
              <a:pathLst>
                <a:path w="961728" h="0">
                  <a:moveTo>
                    <a:pt x="961728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4808620" y="493867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4019650" y="618909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3214632" y="6189097"/>
              <a:ext cx="805018" cy="0"/>
            </a:xfrm>
            <a:custGeom>
              <a:avLst/>
              <a:pathLst>
                <a:path w="805018" h="0">
                  <a:moveTo>
                    <a:pt x="805018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3214632" y="618909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4279362" y="598069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3533337" y="5980694"/>
              <a:ext cx="746024" cy="0"/>
            </a:xfrm>
            <a:custGeom>
              <a:avLst/>
              <a:pathLst>
                <a:path w="746024" h="0">
                  <a:moveTo>
                    <a:pt x="746024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3533337" y="598069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4295308" y="577229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3455129" y="5772291"/>
              <a:ext cx="840178" cy="0"/>
            </a:xfrm>
            <a:custGeom>
              <a:avLst/>
              <a:pathLst>
                <a:path w="840178" h="0">
                  <a:moveTo>
                    <a:pt x="840178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3455129" y="577229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4248059" y="556388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3631661" y="5563887"/>
              <a:ext cx="616398" cy="0"/>
            </a:xfrm>
            <a:custGeom>
              <a:avLst/>
              <a:pathLst>
                <a:path w="616398" h="0">
                  <a:moveTo>
                    <a:pt x="616398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3631661" y="556388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4314129" y="535548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3463792" y="5355484"/>
              <a:ext cx="850336" cy="0"/>
            </a:xfrm>
            <a:custGeom>
              <a:avLst/>
              <a:pathLst>
                <a:path w="850336" h="0">
                  <a:moveTo>
                    <a:pt x="850336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3463792" y="535548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4235880" y="514708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3699883" y="5147081"/>
              <a:ext cx="535997" cy="0"/>
            </a:xfrm>
            <a:custGeom>
              <a:avLst/>
              <a:pathLst>
                <a:path w="535997" h="0">
                  <a:moveTo>
                    <a:pt x="535997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3699883" y="514708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5703369" y="3871766"/>
              <a:ext cx="49789" cy="49789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5072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5474489" y="4080170"/>
              <a:ext cx="49789" cy="49789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5072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5361083" y="4288573"/>
              <a:ext cx="49789" cy="49789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5072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5309499" y="4496976"/>
              <a:ext cx="49789" cy="49789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5072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5297026" y="4705379"/>
              <a:ext cx="49789" cy="49789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5072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5296744" y="4913783"/>
              <a:ext cx="49789" cy="49789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5072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3536454" y="6164202"/>
              <a:ext cx="49789" cy="4978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5072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3881370" y="5955799"/>
              <a:ext cx="49789" cy="4978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5072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3900153" y="5747396"/>
              <a:ext cx="49789" cy="4978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5072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3904142" y="5538993"/>
              <a:ext cx="49789" cy="4978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5072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3929329" y="5330589"/>
              <a:ext cx="49789" cy="4978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5072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3958385" y="5122186"/>
              <a:ext cx="49789" cy="4978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5072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3072787" y="3771619"/>
              <a:ext cx="0" cy="2542519"/>
            </a:xfrm>
            <a:custGeom>
              <a:avLst/>
              <a:pathLst>
                <a:path w="0" h="2542519">
                  <a:moveTo>
                    <a:pt x="0" y="2542519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tx156"/>
            <p:cNvSpPr/>
            <p:nvPr/>
          </p:nvSpPr>
          <p:spPr>
            <a:xfrm>
              <a:off x="2618051" y="6164043"/>
              <a:ext cx="419435" cy="50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50" i="1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Columba livia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2454922" y="5955639"/>
              <a:ext cx="582564" cy="50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50" i="1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Seicercus valentini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2233455" y="5747236"/>
              <a:ext cx="804031" cy="50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50" i="1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Phylloscopus ogilviegranti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2458763" y="5538833"/>
              <a:ext cx="578723" cy="50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50" i="1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Coloeus dauuricus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2586962" y="5330430"/>
              <a:ext cx="450524" cy="50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50" i="1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Lanius tigrinus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2509238" y="5122026"/>
              <a:ext cx="528248" cy="50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50" i="1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Certhia hodgsoni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2505489" y="4913623"/>
              <a:ext cx="531997" cy="50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50" i="1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Ardea intermedia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2462603" y="4705220"/>
              <a:ext cx="574883" cy="50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50" i="1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Chlidonias hybrida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2485920" y="4496816"/>
              <a:ext cx="551566" cy="50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50" i="1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Vanellus cinereus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2392652" y="4288413"/>
              <a:ext cx="644834" cy="50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50" i="1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Picoides canicapillus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2408379" y="4080010"/>
              <a:ext cx="629107" cy="50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50" i="1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Pernis ptilorhynchus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2711320" y="3871607"/>
              <a:ext cx="326166" cy="50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50" i="1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Fulica atra</a:t>
              </a:r>
            </a:p>
          </p:txBody>
        </p:sp>
        <p:sp>
          <p:nvSpPr>
            <p:cNvPr id="168" name="pl168"/>
            <p:cNvSpPr/>
            <p:nvPr/>
          </p:nvSpPr>
          <p:spPr>
            <a:xfrm>
              <a:off x="3053176" y="6189097"/>
              <a:ext cx="19611" cy="0"/>
            </a:xfrm>
            <a:custGeom>
              <a:avLst/>
              <a:pathLst>
                <a:path w="19611" h="0">
                  <a:moveTo>
                    <a:pt x="0" y="0"/>
                  </a:moveTo>
                  <a:lnTo>
                    <a:pt x="19611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3053176" y="5980694"/>
              <a:ext cx="19611" cy="0"/>
            </a:xfrm>
            <a:custGeom>
              <a:avLst/>
              <a:pathLst>
                <a:path w="19611" h="0">
                  <a:moveTo>
                    <a:pt x="0" y="0"/>
                  </a:moveTo>
                  <a:lnTo>
                    <a:pt x="19611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3053176" y="5772291"/>
              <a:ext cx="19611" cy="0"/>
            </a:xfrm>
            <a:custGeom>
              <a:avLst/>
              <a:pathLst>
                <a:path w="19611" h="0">
                  <a:moveTo>
                    <a:pt x="0" y="0"/>
                  </a:moveTo>
                  <a:lnTo>
                    <a:pt x="19611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3053176" y="5563887"/>
              <a:ext cx="19611" cy="0"/>
            </a:xfrm>
            <a:custGeom>
              <a:avLst/>
              <a:pathLst>
                <a:path w="19611" h="0">
                  <a:moveTo>
                    <a:pt x="0" y="0"/>
                  </a:moveTo>
                  <a:lnTo>
                    <a:pt x="19611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3053176" y="5355484"/>
              <a:ext cx="19611" cy="0"/>
            </a:xfrm>
            <a:custGeom>
              <a:avLst/>
              <a:pathLst>
                <a:path w="19611" h="0">
                  <a:moveTo>
                    <a:pt x="0" y="0"/>
                  </a:moveTo>
                  <a:lnTo>
                    <a:pt x="19611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3053176" y="5147081"/>
              <a:ext cx="19611" cy="0"/>
            </a:xfrm>
            <a:custGeom>
              <a:avLst/>
              <a:pathLst>
                <a:path w="19611" h="0">
                  <a:moveTo>
                    <a:pt x="0" y="0"/>
                  </a:moveTo>
                  <a:lnTo>
                    <a:pt x="19611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3053176" y="4938678"/>
              <a:ext cx="19611" cy="0"/>
            </a:xfrm>
            <a:custGeom>
              <a:avLst/>
              <a:pathLst>
                <a:path w="19611" h="0">
                  <a:moveTo>
                    <a:pt x="0" y="0"/>
                  </a:moveTo>
                  <a:lnTo>
                    <a:pt x="19611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3053176" y="4730274"/>
              <a:ext cx="19611" cy="0"/>
            </a:xfrm>
            <a:custGeom>
              <a:avLst/>
              <a:pathLst>
                <a:path w="19611" h="0">
                  <a:moveTo>
                    <a:pt x="0" y="0"/>
                  </a:moveTo>
                  <a:lnTo>
                    <a:pt x="19611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3053176" y="4521871"/>
              <a:ext cx="19611" cy="0"/>
            </a:xfrm>
            <a:custGeom>
              <a:avLst/>
              <a:pathLst>
                <a:path w="19611" h="0">
                  <a:moveTo>
                    <a:pt x="0" y="0"/>
                  </a:moveTo>
                  <a:lnTo>
                    <a:pt x="19611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3053176" y="4313468"/>
              <a:ext cx="19611" cy="0"/>
            </a:xfrm>
            <a:custGeom>
              <a:avLst/>
              <a:pathLst>
                <a:path w="19611" h="0">
                  <a:moveTo>
                    <a:pt x="0" y="0"/>
                  </a:moveTo>
                  <a:lnTo>
                    <a:pt x="19611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3053176" y="4105064"/>
              <a:ext cx="19611" cy="0"/>
            </a:xfrm>
            <a:custGeom>
              <a:avLst/>
              <a:pathLst>
                <a:path w="19611" h="0">
                  <a:moveTo>
                    <a:pt x="0" y="0"/>
                  </a:moveTo>
                  <a:lnTo>
                    <a:pt x="19611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3053176" y="3896661"/>
              <a:ext cx="19611" cy="0"/>
            </a:xfrm>
            <a:custGeom>
              <a:avLst/>
              <a:pathLst>
                <a:path w="19611" h="0">
                  <a:moveTo>
                    <a:pt x="0" y="0"/>
                  </a:moveTo>
                  <a:lnTo>
                    <a:pt x="19611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3072787" y="6314139"/>
              <a:ext cx="3120578" cy="0"/>
            </a:xfrm>
            <a:custGeom>
              <a:avLst/>
              <a:pathLst>
                <a:path w="3120578" h="0">
                  <a:moveTo>
                    <a:pt x="0" y="0"/>
                  </a:moveTo>
                  <a:lnTo>
                    <a:pt x="3120578" y="0"/>
                  </a:lnTo>
                </a:path>
              </a:pathLst>
            </a:custGeom>
            <a:ln w="948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3681239" y="6314139"/>
              <a:ext cx="0" cy="19611"/>
            </a:xfrm>
            <a:custGeom>
              <a:avLst/>
              <a:pathLst>
                <a:path w="0" h="19611">
                  <a:moveTo>
                    <a:pt x="0" y="1961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4327797" y="6314139"/>
              <a:ext cx="0" cy="19611"/>
            </a:xfrm>
            <a:custGeom>
              <a:avLst/>
              <a:pathLst>
                <a:path w="0" h="19611">
                  <a:moveTo>
                    <a:pt x="0" y="1961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4974355" y="6314139"/>
              <a:ext cx="0" cy="19611"/>
            </a:xfrm>
            <a:custGeom>
              <a:avLst/>
              <a:pathLst>
                <a:path w="0" h="19611">
                  <a:moveTo>
                    <a:pt x="0" y="1961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5620914" y="6314139"/>
              <a:ext cx="0" cy="19611"/>
            </a:xfrm>
            <a:custGeom>
              <a:avLst/>
              <a:pathLst>
                <a:path w="0" h="19611">
                  <a:moveTo>
                    <a:pt x="0" y="1961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tx185"/>
            <p:cNvSpPr/>
            <p:nvPr/>
          </p:nvSpPr>
          <p:spPr>
            <a:xfrm>
              <a:off x="3597297" y="6349440"/>
              <a:ext cx="167883" cy="528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8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-0.05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4256108" y="6349440"/>
              <a:ext cx="143377" cy="528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8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187" name="tx187"/>
            <p:cNvSpPr/>
            <p:nvPr/>
          </p:nvSpPr>
          <p:spPr>
            <a:xfrm>
              <a:off x="4902666" y="6349440"/>
              <a:ext cx="143377" cy="528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8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0.05</a:t>
              </a:r>
            </a:p>
          </p:txBody>
        </p:sp>
        <p:sp>
          <p:nvSpPr>
            <p:cNvPr id="188" name="tx188"/>
            <p:cNvSpPr/>
            <p:nvPr/>
          </p:nvSpPr>
          <p:spPr>
            <a:xfrm>
              <a:off x="5549225" y="6349440"/>
              <a:ext cx="143377" cy="528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8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0.10</a:t>
              </a:r>
            </a:p>
          </p:txBody>
        </p:sp>
        <p:sp>
          <p:nvSpPr>
            <p:cNvPr id="189" name="tx189"/>
            <p:cNvSpPr/>
            <p:nvPr/>
          </p:nvSpPr>
          <p:spPr>
            <a:xfrm>
              <a:off x="4121973" y="6443454"/>
              <a:ext cx="1022207" cy="56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Occupancy trend (per period)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3072787" y="3663927"/>
              <a:ext cx="1312712" cy="60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60" i="0" b="1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Strongest credible species shifts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2078935" y="3579528"/>
              <a:ext cx="56509" cy="73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</a:t>
              </a:r>
            </a:p>
          </p:txBody>
        </p:sp>
        <p:sp>
          <p:nvSpPr>
            <p:cNvPr id="192" name="rc192"/>
            <p:cNvSpPr/>
            <p:nvPr/>
          </p:nvSpPr>
          <p:spPr>
            <a:xfrm>
              <a:off x="6992181" y="3771619"/>
              <a:ext cx="3120578" cy="254251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7836764" y="3771619"/>
              <a:ext cx="0" cy="2542519"/>
            </a:xfrm>
            <a:custGeom>
              <a:avLst/>
              <a:pathLst>
                <a:path w="0" h="2542519">
                  <a:moveTo>
                    <a:pt x="0" y="254251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8C969D">
                  <a:alpha val="100000"/>
                </a:srgbClr>
              </a:solidFill>
              <a:custDash>
                <a:ds d="0" sp="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7800025" y="562072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7134026" y="5620725"/>
              <a:ext cx="665999" cy="0"/>
            </a:xfrm>
            <a:custGeom>
              <a:avLst/>
              <a:pathLst>
                <a:path w="665999" h="0">
                  <a:moveTo>
                    <a:pt x="665999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7134026" y="562072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9970915" y="446503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9268879" y="4465034"/>
              <a:ext cx="702036" cy="0"/>
            </a:xfrm>
            <a:custGeom>
              <a:avLst/>
              <a:pathLst>
                <a:path w="702036" h="0">
                  <a:moveTo>
                    <a:pt x="702036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9268879" y="446503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7395941" y="5589118"/>
              <a:ext cx="63212" cy="63212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63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9640822" y="4433427"/>
              <a:ext cx="63212" cy="63212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63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2"/>
            <p:cNvSpPr/>
            <p:nvPr/>
          </p:nvSpPr>
          <p:spPr>
            <a:xfrm>
              <a:off x="6992181" y="3771619"/>
              <a:ext cx="0" cy="2542519"/>
            </a:xfrm>
            <a:custGeom>
              <a:avLst/>
              <a:pathLst>
                <a:path w="0" h="2542519">
                  <a:moveTo>
                    <a:pt x="0" y="2542519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tx203"/>
            <p:cNvSpPr/>
            <p:nvPr/>
          </p:nvSpPr>
          <p:spPr>
            <a:xfrm>
              <a:off x="6331369" y="5592927"/>
              <a:ext cx="623803" cy="555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1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Diet specialization</a:t>
              </a:r>
            </a:p>
          </p:txBody>
        </p:sp>
        <p:sp>
          <p:nvSpPr>
            <p:cNvPr id="204" name="tx204"/>
            <p:cNvSpPr/>
            <p:nvPr/>
          </p:nvSpPr>
          <p:spPr>
            <a:xfrm>
              <a:off x="6425826" y="4437236"/>
              <a:ext cx="529346" cy="555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1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Habitat breadth</a:t>
              </a:r>
            </a:p>
          </p:txBody>
        </p:sp>
        <p:sp>
          <p:nvSpPr>
            <p:cNvPr id="205" name="pl205"/>
            <p:cNvSpPr/>
            <p:nvPr/>
          </p:nvSpPr>
          <p:spPr>
            <a:xfrm>
              <a:off x="6971621" y="5620725"/>
              <a:ext cx="20560" cy="0"/>
            </a:xfrm>
            <a:custGeom>
              <a:avLst/>
              <a:pathLst>
                <a:path w="20560" h="0">
                  <a:moveTo>
                    <a:pt x="0" y="0"/>
                  </a:moveTo>
                  <a:lnTo>
                    <a:pt x="2056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6971621" y="4465034"/>
              <a:ext cx="20560" cy="0"/>
            </a:xfrm>
            <a:custGeom>
              <a:avLst/>
              <a:pathLst>
                <a:path w="20560" h="0">
                  <a:moveTo>
                    <a:pt x="0" y="0"/>
                  </a:moveTo>
                  <a:lnTo>
                    <a:pt x="2056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6992181" y="6314139"/>
              <a:ext cx="3120578" cy="0"/>
            </a:xfrm>
            <a:custGeom>
              <a:avLst/>
              <a:pathLst>
                <a:path w="3120578" h="0">
                  <a:moveTo>
                    <a:pt x="0" y="0"/>
                  </a:moveTo>
                  <a:lnTo>
                    <a:pt x="3120578" y="0"/>
                  </a:lnTo>
                </a:path>
              </a:pathLst>
            </a:custGeom>
            <a:ln w="948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7836764" y="6314139"/>
              <a:ext cx="0" cy="20560"/>
            </a:xfrm>
            <a:custGeom>
              <a:avLst/>
              <a:pathLst>
                <a:path w="0" h="20560">
                  <a:moveTo>
                    <a:pt x="0" y="2056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8914885" y="6314139"/>
              <a:ext cx="0" cy="20560"/>
            </a:xfrm>
            <a:custGeom>
              <a:avLst/>
              <a:pathLst>
                <a:path w="0" h="20560">
                  <a:moveTo>
                    <a:pt x="0" y="2056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9993006" y="6314139"/>
              <a:ext cx="0" cy="20560"/>
            </a:xfrm>
            <a:custGeom>
              <a:avLst/>
              <a:pathLst>
                <a:path w="0" h="20560">
                  <a:moveTo>
                    <a:pt x="0" y="2056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tx211"/>
            <p:cNvSpPr/>
            <p:nvPr/>
          </p:nvSpPr>
          <p:spPr>
            <a:xfrm>
              <a:off x="7782951" y="6351148"/>
              <a:ext cx="107624" cy="555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1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212" name="tx212"/>
            <p:cNvSpPr/>
            <p:nvPr/>
          </p:nvSpPr>
          <p:spPr>
            <a:xfrm>
              <a:off x="8861072" y="6351148"/>
              <a:ext cx="107624" cy="555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1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213" name="tx213"/>
            <p:cNvSpPr/>
            <p:nvPr/>
          </p:nvSpPr>
          <p:spPr>
            <a:xfrm>
              <a:off x="9939193" y="6351148"/>
              <a:ext cx="107624" cy="555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1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214" name="tx214"/>
            <p:cNvSpPr/>
            <p:nvPr/>
          </p:nvSpPr>
          <p:spPr>
            <a:xfrm>
              <a:off x="7949058" y="6444403"/>
              <a:ext cx="1206825" cy="592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5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Spearman rho with species trend</a:t>
              </a:r>
            </a:p>
          </p:txBody>
        </p:sp>
        <p:sp>
          <p:nvSpPr>
            <p:cNvPr id="215" name="tx215"/>
            <p:cNvSpPr/>
            <p:nvPr/>
          </p:nvSpPr>
          <p:spPr>
            <a:xfrm>
              <a:off x="6992181" y="3663927"/>
              <a:ext cx="1125992" cy="630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90" i="0" b="1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Trait associations (n = 200)</a:t>
              </a:r>
            </a:p>
          </p:txBody>
        </p:sp>
        <p:sp>
          <p:nvSpPr>
            <p:cNvPr id="216" name="tx216"/>
            <p:cNvSpPr/>
            <p:nvPr/>
          </p:nvSpPr>
          <p:spPr>
            <a:xfrm>
              <a:off x="6269281" y="3579528"/>
              <a:ext cx="62087" cy="73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2026-07-14T22:14:34Z</dcterms:modified>
  <cp:category/>
</cp:coreProperties>
</file>