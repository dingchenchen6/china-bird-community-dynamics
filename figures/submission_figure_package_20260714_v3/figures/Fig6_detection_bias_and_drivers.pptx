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912468" y="228600"/>
            <a:ext cx="8366760" cy="6400800"/>
            <a:chOff x="1912468" y="228600"/>
            <a:chExt cx="8366760" cy="6400800"/>
          </a:xfrm>
        </p:grpSpPr>
        <p:sp>
          <p:nvSpPr>
            <p:cNvPr id="3" name="rc3"/>
            <p:cNvSpPr/>
            <p:nvPr/>
          </p:nvSpPr>
          <p:spPr>
            <a:xfrm>
              <a:off x="1912467" y="228600"/>
              <a:ext cx="836676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912467" y="228600"/>
              <a:ext cx="8366759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982056" y="298189"/>
              <a:ext cx="4453993" cy="3334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88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436050" y="298189"/>
              <a:ext cx="3773588" cy="3334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88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043584" y="538296"/>
              <a:ext cx="3354508" cy="2851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15383" y="538296"/>
              <a:ext cx="492754" cy="2851662"/>
            </a:xfrm>
            <a:custGeom>
              <a:avLst/>
              <a:pathLst>
                <a:path w="492754" h="2851662">
                  <a:moveTo>
                    <a:pt x="0" y="2851662"/>
                  </a:moveTo>
                  <a:lnTo>
                    <a:pt x="492754" y="0"/>
                  </a:lnTo>
                </a:path>
              </a:pathLst>
            </a:custGeom>
            <a:ln w="9485" cap="flat">
              <a:solidFill>
                <a:srgbClr val="7F8990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464582" y="26567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3539957" y="25477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568223" y="25537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602770" y="24844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916833" y="24405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665582" y="28970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995349" y="24970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941958" y="24671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24254" y="24697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433176" y="24471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514832" y="25822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684426" y="25853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46238" y="27235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53520" y="27546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70863" y="26223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433176" y="25450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615332" y="25802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27395" y="25141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791208" y="23858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854020" y="23815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15193" y="23544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181925" y="2362347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33176" y="27560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15332" y="27422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273004" y="2403671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854020" y="24778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492848" y="24782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02270" y="23811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88067" y="24331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973364" y="23795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957661" y="24146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67583" y="24921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92708" y="25475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967083" y="25347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915554" y="24359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621614" y="24815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495988" y="28155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37317" y="26971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77145" y="27752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460162" y="28350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951380" y="29045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95988" y="27419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256021" y="27317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43098" y="26131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146099" y="26597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353381" y="26301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15833" y="26310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426894" y="2433171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34176" y="26106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22114" y="28664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495988" y="28638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65582" y="25016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064443" y="29279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601491" y="29110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52880" y="28836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838317" y="28927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452020" y="25467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287427" y="25906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79145" y="25662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467723" y="26203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521113" y="25739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495988" y="2744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21113" y="26321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93348" y="26059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46238" y="23039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24254" y="25031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83926" y="25342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67583" y="25127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788067" y="26130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02270" y="24735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696989" y="26447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882286" y="29674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701991" y="29179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588928" y="29111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749100" y="28650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48379" y="2796229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34176" y="27522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621614" y="26367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452020" y="26991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602770" y="26562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139818" y="25525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49379" y="26787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90207" y="28508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634176" y="28259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452020" y="28554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480285" y="28254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331396" y="30547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287427" y="29374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47239" y="28536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080146" y="30156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202630" y="29439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601491" y="28803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120974" y="28536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63942" y="28308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740958" y="27714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646739" y="28033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869723" y="23674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379785" y="2565982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596489" y="24586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398629" y="2409094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092708" y="24299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438178" y="249196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477145" y="28162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910552" y="30608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665582" y="30762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791208" y="30036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91208" y="28049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426894" y="2883555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734676" y="28952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431896" y="29921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309412" y="29202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596489" y="29027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325115" y="28855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646739" y="28425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615332" y="28005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778645" y="28149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819473" y="27663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29896" y="27941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828895" y="25564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659301" y="25628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514832" y="26417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747239" y="26860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847739" y="28045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835177" y="28436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164943" y="28115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615332" y="29356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458301" y="29611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935677" y="29468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571363" y="29478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882286" y="29337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762942" y="29562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413053" y="28772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139818" y="28460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489707" y="28025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445738" y="27740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420613" y="2734963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609051" y="27188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452020" y="25840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653020" y="25872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08551" y="25900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646739" y="26137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728395" y="26258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696989" y="27101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913692" y="26927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747239" y="27127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621614" y="27603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96489" y="27374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598350" y="27306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293709" y="27638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39957" y="27545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938817" y="28642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464582" y="29451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445738" y="29558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728395" y="30235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907411" y="30137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791208" y="29479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05271" y="28851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90207" y="28328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05410" y="28144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737817" y="27792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517973" y="27501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646739" y="26854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90207" y="25959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621614" y="25188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58801" y="23293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08551" y="27633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740958" y="28278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631035" y="28099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59301" y="28704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073864" y="28872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709551" y="27845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769223" y="28331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819473" y="28566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659301" y="28975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740958" y="29281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05410" y="29393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64582" y="29583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193208" y="29329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530535" y="28800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850880" y="28349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74504" y="27933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695709" y="27488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865304" y="27694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938817" y="28088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334537" y="27840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596489" y="27589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439457" y="28020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14832" y="28296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470863" y="26278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445738" y="25153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27895" y="25112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624754" y="25300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445738" y="25148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489707" y="26012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77645" y="26009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750379" y="25961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474004" y="26331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546238" y="26604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960802" y="26781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640457" y="26927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596489" y="27040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552520" y="27686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52520" y="27101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687567" y="26195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33676" y="24565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048739" y="29660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25615" y="29776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753520" y="29379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835177" y="29107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001630" y="28514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985927" y="28287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607772" y="2795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800630" y="27639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27616" y="27171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800630" y="27221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753520" y="26957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750379" y="26754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14832" y="2665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919974" y="26128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546238" y="21834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489707" y="20536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458301" y="20041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4479006" y="19928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139818" y="19916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246599" y="25484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168083" y="26759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65082" y="25009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445738" y="27437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816333" y="27634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97489" y="27514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549379" y="27518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634176" y="27260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973364" y="28105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709551" y="28867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044320" y="28861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544959" y="28565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54520" y="28760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552520" y="29276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631035" y="29567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433176" y="29732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230896" y="28573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186927" y="28358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271724" y="28071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312552" y="27628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907411" y="27520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521113" y="27402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825755" y="27368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252880" y="27694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945099" y="27896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624754" y="28141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439457" y="28314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489707" y="27542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527395" y="27193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769223" y="26694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546238" y="26113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477145" y="24582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452020" y="24177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445738" y="23961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64803" y="24237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799350" y="24490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312552" y="24759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227755" y="25092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631035" y="25126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998489" y="25406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615332" y="26126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477145" y="26247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609051" y="26104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262302" y="26114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715833" y="26435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199490" y="27041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681286" y="27199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577645" y="27223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17973" y="26749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643598" y="26370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973364" y="26688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951380" y="29379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627895" y="29364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709551" y="29337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627895" y="30038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919974" y="30752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483426" y="28340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759801" y="282144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599629" y="27305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866583" y="27288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77645" y="26833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464582" y="25964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659301" y="25308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618473" y="25449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464582" y="25541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992208" y="24914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33176" y="24163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452020" y="22725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93348" y="23049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612192" y="21938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089568" y="21878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500990" y="21838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105271" y="26869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90207" y="26938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27395" y="24832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215193" y="25524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164943" y="24962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753520" y="24387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571363" y="24348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706411" y="28806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967083" y="27793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634176" y="26205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935677" y="29872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306271" y="30370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577645" y="29156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671864" y="28649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772364" y="28151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492848" y="281416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05410" y="28967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029896" y="28589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011052" y="28889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477145" y="28580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445738" y="28580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9457" y="27034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897989" y="25809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433176" y="24657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445738" y="24982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696989" y="24466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580785" y="24221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042458" y="24388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262302" y="24401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136677" y="25113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042458" y="23344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740958" y="24104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722114" y="25028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634176" y="25809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485287" y="25520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753520" y="25140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161802" y="25672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827616" y="25695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274865" y="25374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684426" y="24655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715833" y="22980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033036" y="25333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960802" y="25763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539957" y="31114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904270" y="28817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483426" y="28529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596489" y="28406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819473" y="28050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474004" y="27870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37817" y="27648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897989" y="27439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426894" y="2696468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426894" y="2486696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458301" y="25139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439457" y="24871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935677" y="25101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470863" y="23648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21113" y="24370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433176" y="26044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168083" y="24926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452020" y="24107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599629" y="25820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948239" y="25403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979646" y="25262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960802" y="24876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967083" y="23255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372224" y="21888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435037" y="23819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455160" y="25912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976505" y="19073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627895" y="24779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136677" y="25692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563803" y="24527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5163664" y="23159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4510412" y="23618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356521" y="24842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960802" y="25636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452020" y="26311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631035" y="26685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467723" y="25988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02270" y="30610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483426" y="30105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737817" y="30223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759801" y="30156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464582" y="30552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558801" y="28108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483426" y="27880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477145" y="25852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55660" y="25300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436316" y="24670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583926" y="25878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474004" y="26269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734676" y="26530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615332" y="24733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064443" y="23809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941958" y="23439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521113" y="22981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318834" y="22546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193208" y="23079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926255" y="22494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752241" y="17348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951380" y="17258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879145" y="18237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108411" y="18202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5267304" y="17394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717694" y="17550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147960" y="17745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781786" y="17971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281146" y="18221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080146" y="18493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79145" y="25305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557522" y="25905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278006" y="25574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583926" y="26556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938817" y="25951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445738" y="25407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577645" y="30858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40457" y="30560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511692" y="30302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436316" y="30297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627895" y="30700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684426" y="31050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596489" y="32462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640457" y="31447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464582" y="28877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508551" y="27137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71363" y="25155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810051" y="25179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596489" y="25190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539957" y="24707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668723" y="24684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850880" y="25312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495988" y="25200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527395" y="24558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70363" y="2408473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470863" y="23641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744098" y="23298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470863" y="22594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4318834" y="21781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577645" y="21916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502270" y="23647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847739" y="25629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907411" y="22284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753520" y="28175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992208" y="16701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683147" y="16664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142958" y="16697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5239039" y="21853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5122835" y="20906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5487149" y="21394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212052" y="22192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298129" y="2322615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136677" y="23044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4256021" y="24922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985927" y="23310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825755" y="21008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4171224" y="21442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527395" y="31198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822614" y="29948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098990" y="29442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436316" y="29284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690707" y="29070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3483426" y="29426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709551" y="29361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452020" y="28776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653020" y="27939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430035" y="29576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90207" y="30080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477145" y="27100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436316" y="28130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734676" y="28224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433176" y="27391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483426" y="25681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489707" y="23502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693848" y="22381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256021" y="22046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558801" y="21893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615332" y="21280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690707" y="20155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535537" y="19721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205771" y="20569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659301" y="21382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508551" y="20401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649879" y="20518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4171224" y="20040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715833" y="19881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941958" y="21134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891708" y="26492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036177" y="24049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098990" y="21057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4193208" y="29835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604631" y="22375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5647321" y="24674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5995931" y="168783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455160" y="22509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435037" y="24101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5069445" y="21045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941958" y="21196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907411" y="29902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546238" y="30069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784926" y="28833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656161" y="28956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439457" y="27509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521113" y="29160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684426" y="28558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624754" y="27344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552520" y="27021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452020" y="25417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3433176" y="24435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99629" y="23906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847739" y="23357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4149240" y="22791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554381" y="22211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938817" y="21619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759801" y="21012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828895" y="20391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665582" y="1911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99850" y="18488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5063163" y="17905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193208" y="17384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979646" y="16531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791208" y="161833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117833" y="15654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340818" y="15490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095849" y="15406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450740" y="15405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916833" y="15486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832036" y="15641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553102" y="15834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483426" y="15742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5289289" y="17367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935677" y="17592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4105271" y="29866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665582" y="29808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690707" y="2973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734676" y="29659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533676" y="29581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590207" y="29407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08551" y="28608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621614" y="28413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508551" y="27679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627895" y="27378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539957" y="27045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08551" y="26281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583926" y="25847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433176" y="25378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744098" y="24876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731536" y="23782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580785" y="23197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615332" y="22594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026755" y="21975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620334" y="21341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171224" y="20693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948239" y="20028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722114" y="19350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227755" y="18672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331396" y="18020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080146" y="17419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117833" y="16882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835177" y="16404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998489" y="15976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39957" y="15597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659301" y="15273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09912" y="15013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348961" y="14826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077005" y="14724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717694" y="14712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554381" y="14789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31536" y="14944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142958" y="15166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281146" y="15403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213914" y="15657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495988" y="15981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979646" y="16240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500990" y="16506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477145" y="16692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91208" y="29860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634176" y="29797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609051" y="29730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95988" y="29661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514832" y="295883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061302" y="29509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816333" y="29422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28895" y="29326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609051" y="29096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646739" y="27369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492848" y="26241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430035" y="25793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533676" y="25308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356521" y="24229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007911" y="23641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472725" y="23026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897989" y="22391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061302" y="21737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997210" y="21066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416193" y="20377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293709" y="19668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43098" y="18946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832036" y="18229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668723" y="17546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819473" y="16920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470863" y="16353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885427" y="15838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558801" y="15372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772364" y="14957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783647" y="14324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271724" y="14124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089568" y="14013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205771" y="13995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791208" y="14067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916833" y="14222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620334" y="14446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422475" y="14724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4676866" y="149483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4601491" y="15363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450740" y="15756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413053" y="16180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548100" y="16479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3442598" y="29656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495988" y="29585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486566" y="29507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489707" y="29420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3477145" y="26163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439457" y="25704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992208" y="25206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345238" y="2466831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627895" y="24092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715833" y="23483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788067" y="22844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810051" y="22181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4048739" y="21495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259162" y="20788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921835" y="20054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042458" y="19296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129117" y="18525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659301" y="17765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910552" y="17048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901130" y="16386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508551" y="15778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073864" y="15218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142958" y="14709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897989" y="14261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609051" y="138866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69945" y="13594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5176226" y="13390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4205771" y="13278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504131" y="13258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646739" y="13327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4268584" y="13478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5330117" y="13703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328256" y="13986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780506" y="14316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521695" y="14690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301851" y="15091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436316" y="29484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430035" y="291736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426894" y="2904233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967083" y="26048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797489" y="25581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678145" y="25072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4111552" y="23304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4240318" y="22643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580785" y="21953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070724" y="21234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4036177" y="20482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318834" y="19697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727116" y="18882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975226" y="18058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193208" y="17256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486566" y="16501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975226" y="15799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4180646" y="1514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4827616" y="14539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740958" y="13993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66583" y="13520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979646" y="13132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325115" y="12837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500990" y="12635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218334" y="12528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4171224" y="12510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725254" y="12580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4463303" y="12733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573225" y="12962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394209" y="13259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5012913" y="13610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342679" y="14046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464582" y="25893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50379" y="25418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675004" y="24900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436316" y="24338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687567" y="23089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621614" y="22404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291847" y="2168264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39957" y="20920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778645" y="20115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985927" y="19268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588928" y="18393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4997210" y="17519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803770" y="16679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4042458" y="15888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039318" y="15146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671864" y="14451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656161" y="13811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4642319" y="13242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435037" y="12756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5113413" y="12365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4265443" y="12072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201351" y="11878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6002212" y="11779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968944" y="11773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243459" y="11855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4190068" y="12022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4450740" y="12268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403631" y="12586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289289" y="12926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408051" y="2898507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857161" y="26132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470863" y="25690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536817" y="25205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866583" y="24101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533676" y="23480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213332" y="2281247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521113" y="22096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731536" y="20514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4576365" y="18734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044320" y="17804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042458" y="16892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058161" y="16023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620334" y="15204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227755" y="14433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4504131" y="13713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254742" y="13057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669305" y="12481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142958" y="11997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890429" y="11612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217054" y="11329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940679" y="11148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522975" y="11068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766083" y="11086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067583" y="11195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234037" y="11389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191929" y="11662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048739" y="12006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243459" y="12413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303131" y="12820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486566" y="12966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825755" y="29242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489707" y="29121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508551" y="27321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436316" y="25877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549379" y="25423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653020" y="24381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593348" y="23788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249740" y="23141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136677" y="22440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857161" y="21681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452020" y="20861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502270" y="19980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989067" y="19046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945099" y="18077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4711413" y="17109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108411" y="16176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4133536" y="15294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941958" y="14464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403631" y="13682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71445" y="12959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689428" y="12309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32536" y="11746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590207" y="11277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4230896" y="10910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4563803" y="10647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482147" y="10490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4391068" y="10439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193208" y="10491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728395" y="10636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854020" y="10865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941958" y="11167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4186927" y="1153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5003491" y="11961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4736538" y="12441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4811913" y="12743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46739" y="29096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631035" y="28976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508551" y="27621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439457" y="25550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533676" y="25078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52020" y="24560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681286" y="23992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4127255" y="23369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926255" y="22686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30396" y="21940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083286" y="21126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634176" y="20244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813192" y="192994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376644" y="1830858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240318" y="17303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872864" y="16323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5144820" y="15394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6024196" y="14522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4648600" y="13702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073864" y="12935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444459" y="12233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995349" y="11610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3879145" y="11076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935677" y="10637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579506" y="10300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658022" y="10068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570084" y="9944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146099" y="9929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3888567" y="10017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105271" y="10198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4287427" y="10458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582647" y="10786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576365" y="11174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5304992" y="11615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391068" y="12109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261023" y="12561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910552" y="12878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577645" y="28958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583926" y="28809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433176" y="28646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433176" y="27843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477145" y="27331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3646739" y="27040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543098" y="26724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470863" y="26379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502270" y="25588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464582" y="25135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251019" y="2463683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577645" y="24088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3590207" y="23485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775505" y="22820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772364" y="22089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3489707" y="20414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643598" y="19472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948239" y="18476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941958" y="17454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27255" y="16447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4372224" y="15489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5016054" y="14594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5141679" y="13756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4482147" y="12971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92208" y="12244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4331396" y="11586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265443" y="11007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202630" y="10516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912413" y="10117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276726" y="9818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654881" y="9622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4017333" y="9535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796210" y="9555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672446" y="9676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4340818" y="9888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4758522" y="10176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685008" y="10528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5370945" y="10935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593930" y="11393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597071" y="11899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5229617" y="12453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384787" y="129258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734676" y="28813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665582" y="28618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590207" y="28435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552520" y="27547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583926" y="26988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3521113" y="26331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552520" y="25552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593348" y="25107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605910" y="24619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521113" y="24084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696989" y="23494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495988" y="22844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696989" y="22129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759801" y="21343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571363" y="20484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3703270" y="18572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803770" y="17555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857161" y="16543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3938817" y="15575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372224" y="14674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5527977" y="13839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5402351" y="13060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007911" y="12333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146099" y="11666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365943" y="110668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595209" y="10542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4102130" y="10099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810634" y="9743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5757243" y="9483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887288" y="9325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273586" y="9272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912413" y="9324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882868" y="9476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056882" y="9715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849600" y="10029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041179" y="10406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5138538" y="10836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075726" y="11314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948821" y="11837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5845180" y="12406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4915554" y="12892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797489" y="28246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420613" y="2798419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464582" y="27735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596489" y="26909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464582" y="25461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39957" y="25017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288707" y="2453219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583926" y="24001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133536" y="22779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879145" y="22076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891708" y="21306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3533676" y="20466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715833" y="19562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3464582" y="18603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618473" y="17611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3715833" y="16619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409912" y="1566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692569" y="14775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6184369" y="13958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5816915" y="13203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524836" y="12500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215193" y="11846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4152380" y="11247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4783647" y="10709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504131" y="10238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771085" y="9842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40318" y="9527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493430" y="93044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5433758" y="91806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764803" y="9160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088288" y="9244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187509" y="9425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110273" y="9691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899850" y="10033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056882" y="10436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953241" y="10891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5298711" y="11390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540539" y="11927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352101" y="12477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5276726" y="13138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701991" y="13581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414332" y="2713340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417473" y="2681421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3681286" y="26486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3389207" y="2613222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816333" y="25749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706411" y="25335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117833" y="248864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932536" y="24398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894849" y="23868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84426" y="23288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621614" y="22654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916833" y="21961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5166804" y="212061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5480867" y="20388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857161" y="19513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442598" y="18592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876005" y="17643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715833" y="16694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4174365" y="15777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970224" y="14921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593930" y="14136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5210773" y="13417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4161802" y="12750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717694" y="12125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723975" y="11543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5933118" y="11008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884147" y="10525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325115" y="10101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334537" y="9746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4808772" y="9469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5304992" y="9281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5449461" y="91925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865304" y="9206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601491" y="9321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4387928" y="9530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5348961" y="9825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5531117" y="10193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783647" y="10622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5364664" y="11101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5082007" y="11621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075726" y="12177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5056882" y="12766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5380367" y="132989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595209" y="136974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4450740" y="264068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4293709" y="26000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3901130" y="25607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3637317" y="25185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3483426" y="24729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555660" y="24237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4007911" y="23704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3681286" y="23125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3857161" y="22497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3784926" y="21814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788067" y="21075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3828895" y="20284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3477145" y="18572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3671864" y="17699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954520" y="16793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389207" y="1593664"/>
              <a:ext cx="28272" cy="28272"/>
            </a:xfrm>
            <a:prstGeom prst="ellipse">
              <a:avLst/>
            </a:prstGeom>
            <a:solidFill>
              <a:srgbClr val="D55E00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4202630" y="15133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995349" y="1439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4077005" y="13720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4271724" y="13095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516693" y="12507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4736538" y="11951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5034898" y="11428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201351" y="10944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044320" y="105062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4328256" y="10123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4262302" y="9805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4862163" y="9566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4601491" y="94168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4953241" y="9364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188789" y="9412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4246599" y="9560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4259162" y="98001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5600211" y="10122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179367" y="10514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4092708" y="10965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5386648" y="11464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5443180" y="120015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5421195" y="12568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5414914" y="13162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946960" y="135832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4500990" y="25940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4190068" y="25550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888567" y="25168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136677" y="24668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3784926" y="23692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3530535" y="23170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4529256" y="22506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4931257" y="216556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439457" y="20940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4771085" y="16097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4730256" y="15424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4268584" y="147443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4284287" y="14120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163664" y="13541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3844598" y="12992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3671864" y="12466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494709" y="11483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4623475" y="110400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261023" y="10641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5113413" y="10299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4623475" y="10024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4783647" y="9828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4061302" y="9722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4387928" y="9712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4950101" y="9800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4881007" y="9982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4350240" y="10251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4196349" y="105984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4771085" y="11011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5072585" y="11477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4978366" y="11988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5220195" y="12531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678727" y="131013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5760383" y="13557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5078866" y="13868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3876005" y="23376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583926" y="23224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4130396" y="1518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3791208" y="14615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4058161" y="14084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4299990" y="13578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4268584" y="13085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3929395" y="12604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4507272" y="12139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4629756" y="11701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4296849" y="11301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4133536" y="10949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4146099" y="10658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3866583" y="10437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4868444" y="102965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4450740" y="10243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4362803" y="10282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4796210" y="10413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4105271" y="106301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4535537" y="10926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4293709" y="11292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885427" y="11717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5402351" y="12190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4557522" y="127019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4460162" y="132427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5232757" y="13766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4595209" y="13978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3445738" y="15536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4212052" y="15217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5122835" y="14735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3662442" y="14275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4573225" y="13824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4472725" y="13377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3640457" y="12938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4510412" y="12518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4299990" y="12130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675586" y="117875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4359662" y="11498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4494709" y="112727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4026755" y="11117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4193208" y="11040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4274865" y="11045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4337678" y="11133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4488428" y="11303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4507272" y="11549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4309412" y="11865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3784926" y="122419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4343959" y="126700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5449461" y="13140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4918694" y="136438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5505992" y="14173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5339539" y="14498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4667444" y="159506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4256021" y="15524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4912413" y="15113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546238" y="14712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3558801" y="143129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4560662" y="13915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442598" y="13530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910552" y="13171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4353381" y="12850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4064443" y="12578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4384787" y="12361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4274865" y="12205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888567" y="12115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022335" y="12096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774225" y="12149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4607772" y="12275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4544959" y="12472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431896" y="12736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4727116" y="130593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4331396" y="13434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4186927" y="13854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4789928" y="14311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554381" y="147968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041179" y="15242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5226476" y="15538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5254742" y="16775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981507" y="164766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4614053" y="161127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4331396" y="157641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865304" y="15421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766083" y="15078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4576365" y="147409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3599629" y="14420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4610912" y="14129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256021" y="138791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4479006" y="13674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583926" y="13521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3910552" y="134217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281146" y="13379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4535537" y="13399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312552" y="13481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4504131" y="136275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840178" y="138347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4727116" y="14098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4353381" y="144142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4023614" y="147746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450740" y="15173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711413" y="15603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6231478" y="159768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521695" y="16135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3885427" y="17826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708272" y="17959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4058161" y="172942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281146" y="16998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3489707" y="16936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3596489" y="16653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693848" y="16367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860302" y="160819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766083" y="15804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4086427" y="15544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583926" y="15117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5100851" y="14961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3511692" y="148495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992208" y="147838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516693" y="147683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4877866" y="14806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340818" y="14899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885427" y="15048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4375365" y="152491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169945" y="154984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667444" y="157914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438178" y="16122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783647" y="164868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4997210" y="16784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960802" y="168040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372224" y="18663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844598" y="188972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442598" y="17685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171224" y="174467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3492848" y="16974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416193" y="167471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703270" y="164782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793069" y="16105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519834" y="161558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4155521" y="161935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458883" y="161449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4365943" y="16141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4538678" y="161847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186927" y="16276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4001630" y="164145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5182507" y="165967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5907993" y="16803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5276726" y="170702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4965804" y="173194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4881007" y="175124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4658022" y="17505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4268584" y="192855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982786" y="19589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653020" y="187973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215193" y="18711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4714553" y="18541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847739" y="181214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3467723" y="174584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877866" y="174361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405492" y="17456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160523" y="174210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4124115" y="174217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073864" y="174630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299990" y="175446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014192" y="176643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085148" y="17786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565664" y="178280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760383" y="178776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3678145" y="199102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4001630" y="202561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3668723" y="208085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3712692" y="194434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4362803" y="193586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4212052" y="193833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3659301" y="182090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617194" y="182387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5625336" y="18298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5207632" y="185863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532397" y="1850549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4909272" y="1843700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3822614" y="185131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5135398" y="1966727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3973364" y="1956191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4840178" y="2090794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868444" y="208019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4683147" y="207726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4425615" y="2151863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5163664" y="2157936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022335" y="215522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3989067" y="2136535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4852741" y="2212308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4777366" y="2211002"/>
              <a:ext cx="28272" cy="28272"/>
            </a:xfrm>
            <a:prstGeom prst="ellipse">
              <a:avLst/>
            </a:prstGeom>
            <a:solidFill>
              <a:srgbClr val="8C96A3">
                <a:alpha val="47843"/>
              </a:srgbClr>
            </a:solidFill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3196061" y="667917"/>
              <a:ext cx="3049552" cy="2028350"/>
            </a:xfrm>
            <a:custGeom>
              <a:avLst/>
              <a:pathLst>
                <a:path w="3049552" h="2028350">
                  <a:moveTo>
                    <a:pt x="0" y="2028350"/>
                  </a:moveTo>
                  <a:lnTo>
                    <a:pt x="38601" y="2002674"/>
                  </a:lnTo>
                  <a:lnTo>
                    <a:pt x="77203" y="1976999"/>
                  </a:lnTo>
                  <a:lnTo>
                    <a:pt x="115805" y="1951324"/>
                  </a:lnTo>
                  <a:lnTo>
                    <a:pt x="154407" y="1925648"/>
                  </a:lnTo>
                  <a:lnTo>
                    <a:pt x="193009" y="1899973"/>
                  </a:lnTo>
                  <a:lnTo>
                    <a:pt x="231611" y="1874298"/>
                  </a:lnTo>
                  <a:lnTo>
                    <a:pt x="270213" y="1848622"/>
                  </a:lnTo>
                  <a:lnTo>
                    <a:pt x="308815" y="1822947"/>
                  </a:lnTo>
                  <a:lnTo>
                    <a:pt x="347417" y="1797272"/>
                  </a:lnTo>
                  <a:lnTo>
                    <a:pt x="386019" y="1771596"/>
                  </a:lnTo>
                  <a:lnTo>
                    <a:pt x="424621" y="1745921"/>
                  </a:lnTo>
                  <a:lnTo>
                    <a:pt x="463223" y="1720246"/>
                  </a:lnTo>
                  <a:lnTo>
                    <a:pt x="501825" y="1694570"/>
                  </a:lnTo>
                  <a:lnTo>
                    <a:pt x="540427" y="1668895"/>
                  </a:lnTo>
                  <a:lnTo>
                    <a:pt x="579029" y="1643220"/>
                  </a:lnTo>
                  <a:lnTo>
                    <a:pt x="617630" y="1617545"/>
                  </a:lnTo>
                  <a:lnTo>
                    <a:pt x="656232" y="1591869"/>
                  </a:lnTo>
                  <a:lnTo>
                    <a:pt x="694834" y="1566194"/>
                  </a:lnTo>
                  <a:lnTo>
                    <a:pt x="733436" y="1540519"/>
                  </a:lnTo>
                  <a:lnTo>
                    <a:pt x="772038" y="1514843"/>
                  </a:lnTo>
                  <a:lnTo>
                    <a:pt x="810640" y="1489168"/>
                  </a:lnTo>
                  <a:lnTo>
                    <a:pt x="849242" y="1463493"/>
                  </a:lnTo>
                  <a:lnTo>
                    <a:pt x="887844" y="1437817"/>
                  </a:lnTo>
                  <a:lnTo>
                    <a:pt x="926446" y="1412142"/>
                  </a:lnTo>
                  <a:lnTo>
                    <a:pt x="965048" y="1386467"/>
                  </a:lnTo>
                  <a:lnTo>
                    <a:pt x="1003650" y="1360791"/>
                  </a:lnTo>
                  <a:lnTo>
                    <a:pt x="1042252" y="1335116"/>
                  </a:lnTo>
                  <a:lnTo>
                    <a:pt x="1080854" y="1309441"/>
                  </a:lnTo>
                  <a:lnTo>
                    <a:pt x="1119456" y="1283765"/>
                  </a:lnTo>
                  <a:lnTo>
                    <a:pt x="1158058" y="1258090"/>
                  </a:lnTo>
                  <a:lnTo>
                    <a:pt x="1196659" y="1232415"/>
                  </a:lnTo>
                  <a:lnTo>
                    <a:pt x="1235261" y="1206739"/>
                  </a:lnTo>
                  <a:lnTo>
                    <a:pt x="1273863" y="1181064"/>
                  </a:lnTo>
                  <a:lnTo>
                    <a:pt x="1312465" y="1155389"/>
                  </a:lnTo>
                  <a:lnTo>
                    <a:pt x="1351067" y="1129713"/>
                  </a:lnTo>
                  <a:lnTo>
                    <a:pt x="1389669" y="1104038"/>
                  </a:lnTo>
                  <a:lnTo>
                    <a:pt x="1428271" y="1078363"/>
                  </a:lnTo>
                  <a:lnTo>
                    <a:pt x="1466873" y="1052688"/>
                  </a:lnTo>
                  <a:lnTo>
                    <a:pt x="1505475" y="1027012"/>
                  </a:lnTo>
                  <a:lnTo>
                    <a:pt x="1544077" y="1001337"/>
                  </a:lnTo>
                  <a:lnTo>
                    <a:pt x="1582679" y="975662"/>
                  </a:lnTo>
                  <a:lnTo>
                    <a:pt x="1621281" y="949986"/>
                  </a:lnTo>
                  <a:lnTo>
                    <a:pt x="1659883" y="924311"/>
                  </a:lnTo>
                  <a:lnTo>
                    <a:pt x="1698485" y="898636"/>
                  </a:lnTo>
                  <a:lnTo>
                    <a:pt x="1737087" y="872960"/>
                  </a:lnTo>
                  <a:lnTo>
                    <a:pt x="1775689" y="847285"/>
                  </a:lnTo>
                  <a:lnTo>
                    <a:pt x="1814290" y="821610"/>
                  </a:lnTo>
                  <a:lnTo>
                    <a:pt x="1852892" y="795934"/>
                  </a:lnTo>
                  <a:lnTo>
                    <a:pt x="1891494" y="770259"/>
                  </a:lnTo>
                  <a:lnTo>
                    <a:pt x="1930096" y="744584"/>
                  </a:lnTo>
                  <a:lnTo>
                    <a:pt x="1968698" y="718908"/>
                  </a:lnTo>
                  <a:lnTo>
                    <a:pt x="2007300" y="693233"/>
                  </a:lnTo>
                  <a:lnTo>
                    <a:pt x="2045902" y="667558"/>
                  </a:lnTo>
                  <a:lnTo>
                    <a:pt x="2084504" y="641882"/>
                  </a:lnTo>
                  <a:lnTo>
                    <a:pt x="2123106" y="616207"/>
                  </a:lnTo>
                  <a:lnTo>
                    <a:pt x="2161708" y="590532"/>
                  </a:lnTo>
                  <a:lnTo>
                    <a:pt x="2200310" y="564856"/>
                  </a:lnTo>
                  <a:lnTo>
                    <a:pt x="2238912" y="539181"/>
                  </a:lnTo>
                  <a:lnTo>
                    <a:pt x="2277514" y="513506"/>
                  </a:lnTo>
                  <a:lnTo>
                    <a:pt x="2316116" y="487831"/>
                  </a:lnTo>
                  <a:lnTo>
                    <a:pt x="2354718" y="462155"/>
                  </a:lnTo>
                  <a:lnTo>
                    <a:pt x="2393319" y="436480"/>
                  </a:lnTo>
                  <a:lnTo>
                    <a:pt x="2431921" y="410805"/>
                  </a:lnTo>
                  <a:lnTo>
                    <a:pt x="2470523" y="385129"/>
                  </a:lnTo>
                  <a:lnTo>
                    <a:pt x="2509125" y="359454"/>
                  </a:lnTo>
                  <a:lnTo>
                    <a:pt x="2547727" y="333779"/>
                  </a:lnTo>
                  <a:lnTo>
                    <a:pt x="2586329" y="308103"/>
                  </a:lnTo>
                  <a:lnTo>
                    <a:pt x="2624931" y="282428"/>
                  </a:lnTo>
                  <a:lnTo>
                    <a:pt x="2663533" y="256753"/>
                  </a:lnTo>
                  <a:lnTo>
                    <a:pt x="2702135" y="231077"/>
                  </a:lnTo>
                  <a:lnTo>
                    <a:pt x="2740737" y="205402"/>
                  </a:lnTo>
                  <a:lnTo>
                    <a:pt x="2779339" y="179727"/>
                  </a:lnTo>
                  <a:lnTo>
                    <a:pt x="2817941" y="154051"/>
                  </a:lnTo>
                  <a:lnTo>
                    <a:pt x="2856543" y="128376"/>
                  </a:lnTo>
                  <a:lnTo>
                    <a:pt x="2895145" y="102701"/>
                  </a:lnTo>
                  <a:lnTo>
                    <a:pt x="2933747" y="77025"/>
                  </a:lnTo>
                  <a:lnTo>
                    <a:pt x="2972349" y="51350"/>
                  </a:lnTo>
                  <a:lnTo>
                    <a:pt x="3010950" y="25675"/>
                  </a:lnTo>
                  <a:lnTo>
                    <a:pt x="3049552" y="0"/>
                  </a:lnTo>
                </a:path>
              </a:pathLst>
            </a:custGeom>
            <a:ln w="14905" cap="flat">
              <a:solidFill>
                <a:srgbClr val="202A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tx1257"/>
            <p:cNvSpPr/>
            <p:nvPr/>
          </p:nvSpPr>
          <p:spPr>
            <a:xfrm>
              <a:off x="3085226" y="557787"/>
              <a:ext cx="832835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1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Direction flips: 25 / 1247</a:t>
              </a:r>
            </a:p>
          </p:txBody>
        </p:sp>
        <p:sp>
          <p:nvSpPr>
            <p:cNvPr id="1258" name="pl1258"/>
            <p:cNvSpPr/>
            <p:nvPr/>
          </p:nvSpPr>
          <p:spPr>
            <a:xfrm>
              <a:off x="3043584" y="538296"/>
              <a:ext cx="0" cy="2851662"/>
            </a:xfrm>
            <a:custGeom>
              <a:avLst/>
              <a:pathLst>
                <a:path w="0" h="2851662">
                  <a:moveTo>
                    <a:pt x="0" y="285166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tx1259"/>
            <p:cNvSpPr/>
            <p:nvPr/>
          </p:nvSpPr>
          <p:spPr>
            <a:xfrm>
              <a:off x="2964808" y="2884139"/>
              <a:ext cx="42336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260" name="tx1260"/>
            <p:cNvSpPr/>
            <p:nvPr/>
          </p:nvSpPr>
          <p:spPr>
            <a:xfrm>
              <a:off x="2922471" y="1975368"/>
              <a:ext cx="8467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261" name="tx1261"/>
            <p:cNvSpPr/>
            <p:nvPr/>
          </p:nvSpPr>
          <p:spPr>
            <a:xfrm>
              <a:off x="2922471" y="1066597"/>
              <a:ext cx="8467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1262" name="pl1262"/>
            <p:cNvSpPr/>
            <p:nvPr/>
          </p:nvSpPr>
          <p:spPr>
            <a:xfrm>
              <a:off x="3023340" y="2911479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3023340" y="2002708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3023340" y="1093938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3043584" y="3389959"/>
              <a:ext cx="3354508" cy="0"/>
            </a:xfrm>
            <a:custGeom>
              <a:avLst/>
              <a:pathLst>
                <a:path w="3354508" h="0">
                  <a:moveTo>
                    <a:pt x="0" y="0"/>
                  </a:moveTo>
                  <a:lnTo>
                    <a:pt x="3354508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3441031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226188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5011346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5796504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tx1270"/>
            <p:cNvSpPr/>
            <p:nvPr/>
          </p:nvSpPr>
          <p:spPr>
            <a:xfrm>
              <a:off x="3419862" y="3426398"/>
              <a:ext cx="42336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71" name="tx1271"/>
            <p:cNvSpPr/>
            <p:nvPr/>
          </p:nvSpPr>
          <p:spPr>
            <a:xfrm>
              <a:off x="4183852" y="3426398"/>
              <a:ext cx="8467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272" name="tx1272"/>
            <p:cNvSpPr/>
            <p:nvPr/>
          </p:nvSpPr>
          <p:spPr>
            <a:xfrm>
              <a:off x="4969010" y="3426398"/>
              <a:ext cx="8467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273" name="tx1273"/>
            <p:cNvSpPr/>
            <p:nvPr/>
          </p:nvSpPr>
          <p:spPr>
            <a:xfrm>
              <a:off x="5754167" y="3426398"/>
              <a:ext cx="8467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274" name="tx1274"/>
            <p:cNvSpPr/>
            <p:nvPr/>
          </p:nvSpPr>
          <p:spPr>
            <a:xfrm>
              <a:off x="3980494" y="3518239"/>
              <a:ext cx="1480687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Naive richness trend (species per period)</a:t>
              </a:r>
            </a:p>
          </p:txBody>
        </p:sp>
        <p:sp>
          <p:nvSpPr>
            <p:cNvPr id="1275" name="tx1275"/>
            <p:cNvSpPr/>
            <p:nvPr/>
          </p:nvSpPr>
          <p:spPr>
            <a:xfrm rot="-5400000">
              <a:off x="1290780" y="1935004"/>
              <a:ext cx="1629735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Corrected richness trend (species per period)</a:t>
              </a:r>
            </a:p>
          </p:txBody>
        </p:sp>
        <p:sp>
          <p:nvSpPr>
            <p:cNvPr id="1276" name="tx1276"/>
            <p:cNvSpPr/>
            <p:nvPr/>
          </p:nvSpPr>
          <p:spPr>
            <a:xfrm>
              <a:off x="3043584" y="431792"/>
              <a:ext cx="1650126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Naive versus detection-corrected trends</a:t>
              </a:r>
            </a:p>
          </p:txBody>
        </p:sp>
        <p:sp>
          <p:nvSpPr>
            <p:cNvPr id="1277" name="tx1277"/>
            <p:cNvSpPr/>
            <p:nvPr/>
          </p:nvSpPr>
          <p:spPr>
            <a:xfrm>
              <a:off x="2020014" y="347393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1278" name="rc1278"/>
            <p:cNvSpPr/>
            <p:nvPr/>
          </p:nvSpPr>
          <p:spPr>
            <a:xfrm>
              <a:off x="6817172" y="538296"/>
              <a:ext cx="3354508" cy="2851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6969650" y="3241415"/>
              <a:ext cx="89692" cy="1892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7059343" y="3241415"/>
              <a:ext cx="89692" cy="1892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7149035" y="3222492"/>
              <a:ext cx="89692" cy="3784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7238728" y="3203569"/>
              <a:ext cx="89692" cy="56768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7328421" y="3222492"/>
              <a:ext cx="89692" cy="3784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7418114" y="3165724"/>
              <a:ext cx="89692" cy="94613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7507806" y="3203569"/>
              <a:ext cx="89692" cy="56768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7597499" y="3127878"/>
              <a:ext cx="89692" cy="132459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7687192" y="3071110"/>
              <a:ext cx="89692" cy="189227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7776884" y="3108955"/>
              <a:ext cx="89692" cy="15138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7866577" y="2976496"/>
              <a:ext cx="89692" cy="283841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7956270" y="2900805"/>
              <a:ext cx="89692" cy="35953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8045963" y="2806191"/>
              <a:ext cx="89692" cy="454146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8135655" y="2919728"/>
              <a:ext cx="89692" cy="340609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8225348" y="2711577"/>
              <a:ext cx="89692" cy="548760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8315041" y="2900805"/>
              <a:ext cx="89692" cy="35953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8404734" y="2825114"/>
              <a:ext cx="89692" cy="435223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8494426" y="2654809"/>
              <a:ext cx="89692" cy="605528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8584119" y="2635886"/>
              <a:ext cx="89692" cy="624451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8673812" y="2541272"/>
              <a:ext cx="89692" cy="71906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8763505" y="2314199"/>
              <a:ext cx="89692" cy="946138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8853197" y="2333122"/>
              <a:ext cx="89692" cy="92721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8942890" y="2087125"/>
              <a:ext cx="89692" cy="117321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9032583" y="1916820"/>
              <a:ext cx="89692" cy="1343517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9122275" y="1841129"/>
              <a:ext cx="89692" cy="1419208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9211968" y="1538365"/>
              <a:ext cx="89692" cy="1721972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9301661" y="1651902"/>
              <a:ext cx="89692" cy="160843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9391354" y="1046373"/>
              <a:ext cx="89692" cy="2213964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9481046" y="932836"/>
              <a:ext cx="89692" cy="2327501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9570739" y="667917"/>
              <a:ext cx="89692" cy="2592420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9660432" y="2106048"/>
              <a:ext cx="89692" cy="1154289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9750125" y="2844036"/>
              <a:ext cx="89692" cy="416301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9839817" y="3071110"/>
              <a:ext cx="89692" cy="189227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9929510" y="3222492"/>
              <a:ext cx="89692" cy="37845"/>
            </a:xfrm>
            <a:prstGeom prst="rect">
              <a:avLst/>
            </a:prstGeom>
            <a:solidFill>
              <a:srgbClr val="B8C2C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3" name="pg1313"/>
            <p:cNvSpPr/>
            <p:nvPr/>
          </p:nvSpPr>
          <p:spPr>
            <a:xfrm>
              <a:off x="7014496" y="1109687"/>
              <a:ext cx="2959860" cy="2150650"/>
            </a:xfrm>
            <a:custGeom>
              <a:avLst/>
              <a:pathLst>
                <a:path w="2959860" h="2150650">
                  <a:moveTo>
                    <a:pt x="0" y="2135979"/>
                  </a:moveTo>
                  <a:lnTo>
                    <a:pt x="5792" y="2135438"/>
                  </a:lnTo>
                  <a:lnTo>
                    <a:pt x="11584" y="2134893"/>
                  </a:lnTo>
                  <a:lnTo>
                    <a:pt x="17376" y="2134344"/>
                  </a:lnTo>
                  <a:lnTo>
                    <a:pt x="23169" y="2133792"/>
                  </a:lnTo>
                  <a:lnTo>
                    <a:pt x="28961" y="2133238"/>
                  </a:lnTo>
                  <a:lnTo>
                    <a:pt x="34753" y="2132681"/>
                  </a:lnTo>
                  <a:lnTo>
                    <a:pt x="40546" y="2132120"/>
                  </a:lnTo>
                  <a:lnTo>
                    <a:pt x="46338" y="2131557"/>
                  </a:lnTo>
                  <a:lnTo>
                    <a:pt x="52130" y="2130992"/>
                  </a:lnTo>
                  <a:lnTo>
                    <a:pt x="57922" y="2130424"/>
                  </a:lnTo>
                  <a:lnTo>
                    <a:pt x="63715" y="2129852"/>
                  </a:lnTo>
                  <a:lnTo>
                    <a:pt x="69507" y="2129276"/>
                  </a:lnTo>
                  <a:lnTo>
                    <a:pt x="75299" y="2128698"/>
                  </a:lnTo>
                  <a:lnTo>
                    <a:pt x="81092" y="2128116"/>
                  </a:lnTo>
                  <a:lnTo>
                    <a:pt x="86884" y="2127530"/>
                  </a:lnTo>
                  <a:lnTo>
                    <a:pt x="92676" y="2126939"/>
                  </a:lnTo>
                  <a:lnTo>
                    <a:pt x="98468" y="2126344"/>
                  </a:lnTo>
                  <a:lnTo>
                    <a:pt x="104261" y="2125744"/>
                  </a:lnTo>
                  <a:lnTo>
                    <a:pt x="110053" y="2125139"/>
                  </a:lnTo>
                  <a:lnTo>
                    <a:pt x="115845" y="2124528"/>
                  </a:lnTo>
                  <a:lnTo>
                    <a:pt x="121638" y="2123912"/>
                  </a:lnTo>
                  <a:lnTo>
                    <a:pt x="127430" y="2123290"/>
                  </a:lnTo>
                  <a:lnTo>
                    <a:pt x="133222" y="2122662"/>
                  </a:lnTo>
                  <a:lnTo>
                    <a:pt x="139014" y="2122025"/>
                  </a:lnTo>
                  <a:lnTo>
                    <a:pt x="144807" y="2121383"/>
                  </a:lnTo>
                  <a:lnTo>
                    <a:pt x="150599" y="2120734"/>
                  </a:lnTo>
                  <a:lnTo>
                    <a:pt x="156391" y="2120079"/>
                  </a:lnTo>
                  <a:lnTo>
                    <a:pt x="162184" y="2119414"/>
                  </a:lnTo>
                  <a:lnTo>
                    <a:pt x="167976" y="2118741"/>
                  </a:lnTo>
                  <a:lnTo>
                    <a:pt x="173768" y="2118062"/>
                  </a:lnTo>
                  <a:lnTo>
                    <a:pt x="179560" y="2117375"/>
                  </a:lnTo>
                  <a:lnTo>
                    <a:pt x="185353" y="2116679"/>
                  </a:lnTo>
                  <a:lnTo>
                    <a:pt x="191145" y="2115974"/>
                  </a:lnTo>
                  <a:lnTo>
                    <a:pt x="196937" y="2115261"/>
                  </a:lnTo>
                  <a:lnTo>
                    <a:pt x="202730" y="2114540"/>
                  </a:lnTo>
                  <a:lnTo>
                    <a:pt x="208522" y="2113810"/>
                  </a:lnTo>
                  <a:lnTo>
                    <a:pt x="214314" y="2113069"/>
                  </a:lnTo>
                  <a:lnTo>
                    <a:pt x="220107" y="2112320"/>
                  </a:lnTo>
                  <a:lnTo>
                    <a:pt x="225899" y="2111563"/>
                  </a:lnTo>
                  <a:lnTo>
                    <a:pt x="231691" y="2110796"/>
                  </a:lnTo>
                  <a:lnTo>
                    <a:pt x="237483" y="2110018"/>
                  </a:lnTo>
                  <a:lnTo>
                    <a:pt x="243276" y="2109231"/>
                  </a:lnTo>
                  <a:lnTo>
                    <a:pt x="249068" y="2108435"/>
                  </a:lnTo>
                  <a:lnTo>
                    <a:pt x="254860" y="2107629"/>
                  </a:lnTo>
                  <a:lnTo>
                    <a:pt x="260653" y="2106811"/>
                  </a:lnTo>
                  <a:lnTo>
                    <a:pt x="266445" y="2105983"/>
                  </a:lnTo>
                  <a:lnTo>
                    <a:pt x="272237" y="2105146"/>
                  </a:lnTo>
                  <a:lnTo>
                    <a:pt x="278029" y="2104300"/>
                  </a:lnTo>
                  <a:lnTo>
                    <a:pt x="283822" y="2103441"/>
                  </a:lnTo>
                  <a:lnTo>
                    <a:pt x="289614" y="2102572"/>
                  </a:lnTo>
                  <a:lnTo>
                    <a:pt x="295406" y="2101694"/>
                  </a:lnTo>
                  <a:lnTo>
                    <a:pt x="301199" y="2100806"/>
                  </a:lnTo>
                  <a:lnTo>
                    <a:pt x="306991" y="2099906"/>
                  </a:lnTo>
                  <a:lnTo>
                    <a:pt x="312783" y="2098995"/>
                  </a:lnTo>
                  <a:lnTo>
                    <a:pt x="318575" y="2098075"/>
                  </a:lnTo>
                  <a:lnTo>
                    <a:pt x="324368" y="2097146"/>
                  </a:lnTo>
                  <a:lnTo>
                    <a:pt x="330160" y="2096207"/>
                  </a:lnTo>
                  <a:lnTo>
                    <a:pt x="335952" y="2095256"/>
                  </a:lnTo>
                  <a:lnTo>
                    <a:pt x="341745" y="2094296"/>
                  </a:lnTo>
                  <a:lnTo>
                    <a:pt x="347537" y="2093327"/>
                  </a:lnTo>
                  <a:lnTo>
                    <a:pt x="353329" y="2092349"/>
                  </a:lnTo>
                  <a:lnTo>
                    <a:pt x="359121" y="2091358"/>
                  </a:lnTo>
                  <a:lnTo>
                    <a:pt x="364914" y="2090358"/>
                  </a:lnTo>
                  <a:lnTo>
                    <a:pt x="370706" y="2089350"/>
                  </a:lnTo>
                  <a:lnTo>
                    <a:pt x="376498" y="2088332"/>
                  </a:lnTo>
                  <a:lnTo>
                    <a:pt x="382291" y="2087300"/>
                  </a:lnTo>
                  <a:lnTo>
                    <a:pt x="388083" y="2086258"/>
                  </a:lnTo>
                  <a:lnTo>
                    <a:pt x="393875" y="2085205"/>
                  </a:lnTo>
                  <a:lnTo>
                    <a:pt x="399668" y="2084141"/>
                  </a:lnTo>
                  <a:lnTo>
                    <a:pt x="405460" y="2083062"/>
                  </a:lnTo>
                  <a:lnTo>
                    <a:pt x="411252" y="2081967"/>
                  </a:lnTo>
                  <a:lnTo>
                    <a:pt x="417044" y="2080858"/>
                  </a:lnTo>
                  <a:lnTo>
                    <a:pt x="422837" y="2079735"/>
                  </a:lnTo>
                  <a:lnTo>
                    <a:pt x="428629" y="2078592"/>
                  </a:lnTo>
                  <a:lnTo>
                    <a:pt x="434421" y="2077427"/>
                  </a:lnTo>
                  <a:lnTo>
                    <a:pt x="440214" y="2076242"/>
                  </a:lnTo>
                  <a:lnTo>
                    <a:pt x="446006" y="2075037"/>
                  </a:lnTo>
                  <a:lnTo>
                    <a:pt x="451798" y="2073807"/>
                  </a:lnTo>
                  <a:lnTo>
                    <a:pt x="457590" y="2072545"/>
                  </a:lnTo>
                  <a:lnTo>
                    <a:pt x="463383" y="2071256"/>
                  </a:lnTo>
                  <a:lnTo>
                    <a:pt x="469175" y="2069939"/>
                  </a:lnTo>
                  <a:lnTo>
                    <a:pt x="474967" y="2068593"/>
                  </a:lnTo>
                  <a:lnTo>
                    <a:pt x="480760" y="2067202"/>
                  </a:lnTo>
                  <a:lnTo>
                    <a:pt x="486552" y="2065778"/>
                  </a:lnTo>
                  <a:lnTo>
                    <a:pt x="492344" y="2064318"/>
                  </a:lnTo>
                  <a:lnTo>
                    <a:pt x="498136" y="2062823"/>
                  </a:lnTo>
                  <a:lnTo>
                    <a:pt x="503929" y="2061279"/>
                  </a:lnTo>
                  <a:lnTo>
                    <a:pt x="509721" y="2059691"/>
                  </a:lnTo>
                  <a:lnTo>
                    <a:pt x="515513" y="2058064"/>
                  </a:lnTo>
                  <a:lnTo>
                    <a:pt x="521306" y="2056398"/>
                  </a:lnTo>
                  <a:lnTo>
                    <a:pt x="527098" y="2054682"/>
                  </a:lnTo>
                  <a:lnTo>
                    <a:pt x="532890" y="2052917"/>
                  </a:lnTo>
                  <a:lnTo>
                    <a:pt x="538682" y="2051113"/>
                  </a:lnTo>
                  <a:lnTo>
                    <a:pt x="544475" y="2049269"/>
                  </a:lnTo>
                  <a:lnTo>
                    <a:pt x="550267" y="2047381"/>
                  </a:lnTo>
                  <a:lnTo>
                    <a:pt x="556059" y="2045444"/>
                  </a:lnTo>
                  <a:lnTo>
                    <a:pt x="561852" y="2043472"/>
                  </a:lnTo>
                  <a:lnTo>
                    <a:pt x="567644" y="2041466"/>
                  </a:lnTo>
                  <a:lnTo>
                    <a:pt x="573436" y="2039426"/>
                  </a:lnTo>
                  <a:lnTo>
                    <a:pt x="579228" y="2037344"/>
                  </a:lnTo>
                  <a:lnTo>
                    <a:pt x="585021" y="2035236"/>
                  </a:lnTo>
                  <a:lnTo>
                    <a:pt x="590813" y="2033103"/>
                  </a:lnTo>
                  <a:lnTo>
                    <a:pt x="596605" y="2030947"/>
                  </a:lnTo>
                  <a:lnTo>
                    <a:pt x="602398" y="2028765"/>
                  </a:lnTo>
                  <a:lnTo>
                    <a:pt x="608190" y="2026567"/>
                  </a:lnTo>
                  <a:lnTo>
                    <a:pt x="613982" y="2024355"/>
                  </a:lnTo>
                  <a:lnTo>
                    <a:pt x="619775" y="2022132"/>
                  </a:lnTo>
                  <a:lnTo>
                    <a:pt x="625567" y="2019899"/>
                  </a:lnTo>
                  <a:lnTo>
                    <a:pt x="631359" y="2017659"/>
                  </a:lnTo>
                  <a:lnTo>
                    <a:pt x="637151" y="2015416"/>
                  </a:lnTo>
                  <a:lnTo>
                    <a:pt x="642944" y="2013171"/>
                  </a:lnTo>
                  <a:lnTo>
                    <a:pt x="648736" y="2010926"/>
                  </a:lnTo>
                  <a:lnTo>
                    <a:pt x="654528" y="2008681"/>
                  </a:lnTo>
                  <a:lnTo>
                    <a:pt x="660321" y="2006438"/>
                  </a:lnTo>
                  <a:lnTo>
                    <a:pt x="666113" y="2004196"/>
                  </a:lnTo>
                  <a:lnTo>
                    <a:pt x="671905" y="2001955"/>
                  </a:lnTo>
                  <a:lnTo>
                    <a:pt x="677697" y="1999713"/>
                  </a:lnTo>
                  <a:lnTo>
                    <a:pt x="683490" y="1997469"/>
                  </a:lnTo>
                  <a:lnTo>
                    <a:pt x="689282" y="1995221"/>
                  </a:lnTo>
                  <a:lnTo>
                    <a:pt x="695074" y="1992967"/>
                  </a:lnTo>
                  <a:lnTo>
                    <a:pt x="700867" y="1990699"/>
                  </a:lnTo>
                  <a:lnTo>
                    <a:pt x="706659" y="1988416"/>
                  </a:lnTo>
                  <a:lnTo>
                    <a:pt x="712451" y="1986114"/>
                  </a:lnTo>
                  <a:lnTo>
                    <a:pt x="718243" y="1983791"/>
                  </a:lnTo>
                  <a:lnTo>
                    <a:pt x="724036" y="1981432"/>
                  </a:lnTo>
                  <a:lnTo>
                    <a:pt x="729828" y="1979034"/>
                  </a:lnTo>
                  <a:lnTo>
                    <a:pt x="735620" y="1976596"/>
                  </a:lnTo>
                  <a:lnTo>
                    <a:pt x="741413" y="1974114"/>
                  </a:lnTo>
                  <a:lnTo>
                    <a:pt x="747205" y="1971573"/>
                  </a:lnTo>
                  <a:lnTo>
                    <a:pt x="752997" y="1968960"/>
                  </a:lnTo>
                  <a:lnTo>
                    <a:pt x="758789" y="1966284"/>
                  </a:lnTo>
                  <a:lnTo>
                    <a:pt x="764582" y="1963539"/>
                  </a:lnTo>
                  <a:lnTo>
                    <a:pt x="770374" y="1960716"/>
                  </a:lnTo>
                  <a:lnTo>
                    <a:pt x="776166" y="1957785"/>
                  </a:lnTo>
                  <a:lnTo>
                    <a:pt x="781959" y="1954768"/>
                  </a:lnTo>
                  <a:lnTo>
                    <a:pt x="787751" y="1951664"/>
                  </a:lnTo>
                  <a:lnTo>
                    <a:pt x="793543" y="1948469"/>
                  </a:lnTo>
                  <a:lnTo>
                    <a:pt x="799336" y="1945138"/>
                  </a:lnTo>
                  <a:lnTo>
                    <a:pt x="805128" y="1941707"/>
                  </a:lnTo>
                  <a:lnTo>
                    <a:pt x="810920" y="1938178"/>
                  </a:lnTo>
                  <a:lnTo>
                    <a:pt x="816712" y="1934550"/>
                  </a:lnTo>
                  <a:lnTo>
                    <a:pt x="822505" y="1930788"/>
                  </a:lnTo>
                  <a:lnTo>
                    <a:pt x="828297" y="1926917"/>
                  </a:lnTo>
                  <a:lnTo>
                    <a:pt x="834089" y="1922949"/>
                  </a:lnTo>
                  <a:lnTo>
                    <a:pt x="839882" y="1918887"/>
                  </a:lnTo>
                  <a:lnTo>
                    <a:pt x="845674" y="1914713"/>
                  </a:lnTo>
                  <a:lnTo>
                    <a:pt x="851466" y="1910434"/>
                  </a:lnTo>
                  <a:lnTo>
                    <a:pt x="857258" y="1906076"/>
                  </a:lnTo>
                  <a:lnTo>
                    <a:pt x="863051" y="1901642"/>
                  </a:lnTo>
                  <a:lnTo>
                    <a:pt x="868843" y="1897131"/>
                  </a:lnTo>
                  <a:lnTo>
                    <a:pt x="874635" y="1892540"/>
                  </a:lnTo>
                  <a:lnTo>
                    <a:pt x="880428" y="1887899"/>
                  </a:lnTo>
                  <a:lnTo>
                    <a:pt x="886220" y="1883213"/>
                  </a:lnTo>
                  <a:lnTo>
                    <a:pt x="892012" y="1878490"/>
                  </a:lnTo>
                  <a:lnTo>
                    <a:pt x="897804" y="1873731"/>
                  </a:lnTo>
                  <a:lnTo>
                    <a:pt x="903597" y="1868959"/>
                  </a:lnTo>
                  <a:lnTo>
                    <a:pt x="909389" y="1864183"/>
                  </a:lnTo>
                  <a:lnTo>
                    <a:pt x="915181" y="1859408"/>
                  </a:lnTo>
                  <a:lnTo>
                    <a:pt x="920974" y="1854652"/>
                  </a:lnTo>
                  <a:lnTo>
                    <a:pt x="926766" y="1849926"/>
                  </a:lnTo>
                  <a:lnTo>
                    <a:pt x="932558" y="1845235"/>
                  </a:lnTo>
                  <a:lnTo>
                    <a:pt x="938350" y="1840586"/>
                  </a:lnTo>
                  <a:lnTo>
                    <a:pt x="944143" y="1836003"/>
                  </a:lnTo>
                  <a:lnTo>
                    <a:pt x="949935" y="1831495"/>
                  </a:lnTo>
                  <a:lnTo>
                    <a:pt x="955727" y="1827058"/>
                  </a:lnTo>
                  <a:lnTo>
                    <a:pt x="961520" y="1822698"/>
                  </a:lnTo>
                  <a:lnTo>
                    <a:pt x="967312" y="1818434"/>
                  </a:lnTo>
                  <a:lnTo>
                    <a:pt x="973104" y="1814289"/>
                  </a:lnTo>
                  <a:lnTo>
                    <a:pt x="978896" y="1810243"/>
                  </a:lnTo>
                  <a:lnTo>
                    <a:pt x="984689" y="1806297"/>
                  </a:lnTo>
                  <a:lnTo>
                    <a:pt x="990481" y="1802463"/>
                  </a:lnTo>
                  <a:lnTo>
                    <a:pt x="996273" y="1798781"/>
                  </a:lnTo>
                  <a:lnTo>
                    <a:pt x="1002066" y="1795212"/>
                  </a:lnTo>
                  <a:lnTo>
                    <a:pt x="1007858" y="1791757"/>
                  </a:lnTo>
                  <a:lnTo>
                    <a:pt x="1013650" y="1788417"/>
                  </a:lnTo>
                  <a:lnTo>
                    <a:pt x="1019443" y="1785238"/>
                  </a:lnTo>
                  <a:lnTo>
                    <a:pt x="1025235" y="1782179"/>
                  </a:lnTo>
                  <a:lnTo>
                    <a:pt x="1031027" y="1779233"/>
                  </a:lnTo>
                  <a:lnTo>
                    <a:pt x="1036819" y="1776400"/>
                  </a:lnTo>
                  <a:lnTo>
                    <a:pt x="1042612" y="1773709"/>
                  </a:lnTo>
                  <a:lnTo>
                    <a:pt x="1048404" y="1771140"/>
                  </a:lnTo>
                  <a:lnTo>
                    <a:pt x="1054196" y="1768673"/>
                  </a:lnTo>
                  <a:lnTo>
                    <a:pt x="1059989" y="1766305"/>
                  </a:lnTo>
                  <a:lnTo>
                    <a:pt x="1065781" y="1764051"/>
                  </a:lnTo>
                  <a:lnTo>
                    <a:pt x="1071573" y="1761908"/>
                  </a:lnTo>
                  <a:lnTo>
                    <a:pt x="1077365" y="1759850"/>
                  </a:lnTo>
                  <a:lnTo>
                    <a:pt x="1083158" y="1757871"/>
                  </a:lnTo>
                  <a:lnTo>
                    <a:pt x="1088950" y="1755975"/>
                  </a:lnTo>
                  <a:lnTo>
                    <a:pt x="1094742" y="1754173"/>
                  </a:lnTo>
                  <a:lnTo>
                    <a:pt x="1100535" y="1752434"/>
                  </a:lnTo>
                  <a:lnTo>
                    <a:pt x="1106327" y="1750754"/>
                  </a:lnTo>
                  <a:lnTo>
                    <a:pt x="1112119" y="1749129"/>
                  </a:lnTo>
                  <a:lnTo>
                    <a:pt x="1117911" y="1747575"/>
                  </a:lnTo>
                  <a:lnTo>
                    <a:pt x="1123704" y="1746067"/>
                  </a:lnTo>
                  <a:lnTo>
                    <a:pt x="1129496" y="1744599"/>
                  </a:lnTo>
                  <a:lnTo>
                    <a:pt x="1135288" y="1743169"/>
                  </a:lnTo>
                  <a:lnTo>
                    <a:pt x="1141081" y="1741785"/>
                  </a:lnTo>
                  <a:lnTo>
                    <a:pt x="1146873" y="1740436"/>
                  </a:lnTo>
                  <a:lnTo>
                    <a:pt x="1152665" y="1739115"/>
                  </a:lnTo>
                  <a:lnTo>
                    <a:pt x="1158457" y="1737822"/>
                  </a:lnTo>
                  <a:lnTo>
                    <a:pt x="1164250" y="1736560"/>
                  </a:lnTo>
                  <a:lnTo>
                    <a:pt x="1170042" y="1735327"/>
                  </a:lnTo>
                  <a:lnTo>
                    <a:pt x="1175834" y="1734118"/>
                  </a:lnTo>
                  <a:lnTo>
                    <a:pt x="1181627" y="1732931"/>
                  </a:lnTo>
                  <a:lnTo>
                    <a:pt x="1187419" y="1731768"/>
                  </a:lnTo>
                  <a:lnTo>
                    <a:pt x="1193211" y="1730636"/>
                  </a:lnTo>
                  <a:lnTo>
                    <a:pt x="1199004" y="1729525"/>
                  </a:lnTo>
                  <a:lnTo>
                    <a:pt x="1204796" y="1728436"/>
                  </a:lnTo>
                  <a:lnTo>
                    <a:pt x="1210588" y="1727369"/>
                  </a:lnTo>
                  <a:lnTo>
                    <a:pt x="1216380" y="1726334"/>
                  </a:lnTo>
                  <a:lnTo>
                    <a:pt x="1222173" y="1725320"/>
                  </a:lnTo>
                  <a:lnTo>
                    <a:pt x="1227965" y="1724326"/>
                  </a:lnTo>
                  <a:lnTo>
                    <a:pt x="1233757" y="1723352"/>
                  </a:lnTo>
                  <a:lnTo>
                    <a:pt x="1239550" y="1722403"/>
                  </a:lnTo>
                  <a:lnTo>
                    <a:pt x="1245342" y="1721470"/>
                  </a:lnTo>
                  <a:lnTo>
                    <a:pt x="1251134" y="1720551"/>
                  </a:lnTo>
                  <a:lnTo>
                    <a:pt x="1256926" y="1719642"/>
                  </a:lnTo>
                  <a:lnTo>
                    <a:pt x="1262719" y="1718741"/>
                  </a:lnTo>
                  <a:lnTo>
                    <a:pt x="1268511" y="1717842"/>
                  </a:lnTo>
                  <a:lnTo>
                    <a:pt x="1274303" y="1716938"/>
                  </a:lnTo>
                  <a:lnTo>
                    <a:pt x="1280096" y="1716025"/>
                  </a:lnTo>
                  <a:lnTo>
                    <a:pt x="1285888" y="1715094"/>
                  </a:lnTo>
                  <a:lnTo>
                    <a:pt x="1291680" y="1714132"/>
                  </a:lnTo>
                  <a:lnTo>
                    <a:pt x="1297472" y="1713137"/>
                  </a:lnTo>
                  <a:lnTo>
                    <a:pt x="1303265" y="1712101"/>
                  </a:lnTo>
                  <a:lnTo>
                    <a:pt x="1309057" y="1711017"/>
                  </a:lnTo>
                  <a:lnTo>
                    <a:pt x="1314849" y="1709852"/>
                  </a:lnTo>
                  <a:lnTo>
                    <a:pt x="1320642" y="1708616"/>
                  </a:lnTo>
                  <a:lnTo>
                    <a:pt x="1326434" y="1707302"/>
                  </a:lnTo>
                  <a:lnTo>
                    <a:pt x="1332226" y="1705904"/>
                  </a:lnTo>
                  <a:lnTo>
                    <a:pt x="1338018" y="1704372"/>
                  </a:lnTo>
                  <a:lnTo>
                    <a:pt x="1343811" y="1702726"/>
                  </a:lnTo>
                  <a:lnTo>
                    <a:pt x="1349603" y="1700964"/>
                  </a:lnTo>
                  <a:lnTo>
                    <a:pt x="1355395" y="1699082"/>
                  </a:lnTo>
                  <a:lnTo>
                    <a:pt x="1361188" y="1697030"/>
                  </a:lnTo>
                  <a:lnTo>
                    <a:pt x="1366980" y="1694817"/>
                  </a:lnTo>
                  <a:lnTo>
                    <a:pt x="1372772" y="1692460"/>
                  </a:lnTo>
                  <a:lnTo>
                    <a:pt x="1378564" y="1689953"/>
                  </a:lnTo>
                  <a:lnTo>
                    <a:pt x="1384357" y="1687264"/>
                  </a:lnTo>
                  <a:lnTo>
                    <a:pt x="1390149" y="1684376"/>
                  </a:lnTo>
                  <a:lnTo>
                    <a:pt x="1395941" y="1681329"/>
                  </a:lnTo>
                  <a:lnTo>
                    <a:pt x="1401734" y="1678123"/>
                  </a:lnTo>
                  <a:lnTo>
                    <a:pt x="1407526" y="1674743"/>
                  </a:lnTo>
                  <a:lnTo>
                    <a:pt x="1413318" y="1671148"/>
                  </a:lnTo>
                  <a:lnTo>
                    <a:pt x="1419111" y="1667399"/>
                  </a:lnTo>
                  <a:lnTo>
                    <a:pt x="1424903" y="1663499"/>
                  </a:lnTo>
                  <a:lnTo>
                    <a:pt x="1430695" y="1659451"/>
                  </a:lnTo>
                  <a:lnTo>
                    <a:pt x="1436487" y="1655204"/>
                  </a:lnTo>
                  <a:lnTo>
                    <a:pt x="1442280" y="1650824"/>
                  </a:lnTo>
                  <a:lnTo>
                    <a:pt x="1448072" y="1646320"/>
                  </a:lnTo>
                  <a:lnTo>
                    <a:pt x="1453864" y="1641698"/>
                  </a:lnTo>
                  <a:lnTo>
                    <a:pt x="1459657" y="1636933"/>
                  </a:lnTo>
                  <a:lnTo>
                    <a:pt x="1465449" y="1632062"/>
                  </a:lnTo>
                  <a:lnTo>
                    <a:pt x="1471241" y="1627105"/>
                  </a:lnTo>
                  <a:lnTo>
                    <a:pt x="1477033" y="1622070"/>
                  </a:lnTo>
                  <a:lnTo>
                    <a:pt x="1482826" y="1616952"/>
                  </a:lnTo>
                  <a:lnTo>
                    <a:pt x="1488618" y="1611766"/>
                  </a:lnTo>
                  <a:lnTo>
                    <a:pt x="1494410" y="1606534"/>
                  </a:lnTo>
                  <a:lnTo>
                    <a:pt x="1500203" y="1601264"/>
                  </a:lnTo>
                  <a:lnTo>
                    <a:pt x="1505995" y="1595959"/>
                  </a:lnTo>
                  <a:lnTo>
                    <a:pt x="1511787" y="1590627"/>
                  </a:lnTo>
                  <a:lnTo>
                    <a:pt x="1517579" y="1585282"/>
                  </a:lnTo>
                  <a:lnTo>
                    <a:pt x="1523372" y="1579928"/>
                  </a:lnTo>
                  <a:lnTo>
                    <a:pt x="1529164" y="1574569"/>
                  </a:lnTo>
                  <a:lnTo>
                    <a:pt x="1534956" y="1569212"/>
                  </a:lnTo>
                  <a:lnTo>
                    <a:pt x="1540749" y="1563858"/>
                  </a:lnTo>
                  <a:lnTo>
                    <a:pt x="1546541" y="1558509"/>
                  </a:lnTo>
                  <a:lnTo>
                    <a:pt x="1552333" y="1553165"/>
                  </a:lnTo>
                  <a:lnTo>
                    <a:pt x="1558125" y="1547827"/>
                  </a:lnTo>
                  <a:lnTo>
                    <a:pt x="1563918" y="1542490"/>
                  </a:lnTo>
                  <a:lnTo>
                    <a:pt x="1569710" y="1537152"/>
                  </a:lnTo>
                  <a:lnTo>
                    <a:pt x="1575502" y="1531808"/>
                  </a:lnTo>
                  <a:lnTo>
                    <a:pt x="1581295" y="1526453"/>
                  </a:lnTo>
                  <a:lnTo>
                    <a:pt x="1587087" y="1521075"/>
                  </a:lnTo>
                  <a:lnTo>
                    <a:pt x="1592879" y="1515673"/>
                  </a:lnTo>
                  <a:lnTo>
                    <a:pt x="1598672" y="1510240"/>
                  </a:lnTo>
                  <a:lnTo>
                    <a:pt x="1604464" y="1504763"/>
                  </a:lnTo>
                  <a:lnTo>
                    <a:pt x="1610256" y="1499223"/>
                  </a:lnTo>
                  <a:lnTo>
                    <a:pt x="1616048" y="1493625"/>
                  </a:lnTo>
                  <a:lnTo>
                    <a:pt x="1621841" y="1487961"/>
                  </a:lnTo>
                  <a:lnTo>
                    <a:pt x="1627633" y="1482223"/>
                  </a:lnTo>
                  <a:lnTo>
                    <a:pt x="1633425" y="1476369"/>
                  </a:lnTo>
                  <a:lnTo>
                    <a:pt x="1639218" y="1470423"/>
                  </a:lnTo>
                  <a:lnTo>
                    <a:pt x="1645010" y="1464380"/>
                  </a:lnTo>
                  <a:lnTo>
                    <a:pt x="1650802" y="1458235"/>
                  </a:lnTo>
                  <a:lnTo>
                    <a:pt x="1656594" y="1451936"/>
                  </a:lnTo>
                  <a:lnTo>
                    <a:pt x="1662387" y="1445515"/>
                  </a:lnTo>
                  <a:lnTo>
                    <a:pt x="1668179" y="1438974"/>
                  </a:lnTo>
                  <a:lnTo>
                    <a:pt x="1673971" y="1432312"/>
                  </a:lnTo>
                  <a:lnTo>
                    <a:pt x="1679764" y="1425490"/>
                  </a:lnTo>
                  <a:lnTo>
                    <a:pt x="1685556" y="1418523"/>
                  </a:lnTo>
                  <a:lnTo>
                    <a:pt x="1691348" y="1411432"/>
                  </a:lnTo>
                  <a:lnTo>
                    <a:pt x="1697140" y="1404217"/>
                  </a:lnTo>
                  <a:lnTo>
                    <a:pt x="1702933" y="1396858"/>
                  </a:lnTo>
                  <a:lnTo>
                    <a:pt x="1708725" y="1389351"/>
                  </a:lnTo>
                  <a:lnTo>
                    <a:pt x="1714517" y="1381733"/>
                  </a:lnTo>
                  <a:lnTo>
                    <a:pt x="1720310" y="1374006"/>
                  </a:lnTo>
                  <a:lnTo>
                    <a:pt x="1726102" y="1366167"/>
                  </a:lnTo>
                  <a:lnTo>
                    <a:pt x="1731894" y="1358198"/>
                  </a:lnTo>
                  <a:lnTo>
                    <a:pt x="1737686" y="1350144"/>
                  </a:lnTo>
                  <a:lnTo>
                    <a:pt x="1743479" y="1342009"/>
                  </a:lnTo>
                  <a:lnTo>
                    <a:pt x="1749271" y="1333798"/>
                  </a:lnTo>
                  <a:lnTo>
                    <a:pt x="1755063" y="1325495"/>
                  </a:lnTo>
                  <a:lnTo>
                    <a:pt x="1760856" y="1317135"/>
                  </a:lnTo>
                  <a:lnTo>
                    <a:pt x="1766648" y="1308727"/>
                  </a:lnTo>
                  <a:lnTo>
                    <a:pt x="1772440" y="1300275"/>
                  </a:lnTo>
                  <a:lnTo>
                    <a:pt x="1778233" y="1291775"/>
                  </a:lnTo>
                  <a:lnTo>
                    <a:pt x="1784025" y="1283244"/>
                  </a:lnTo>
                  <a:lnTo>
                    <a:pt x="1789817" y="1274691"/>
                  </a:lnTo>
                  <a:lnTo>
                    <a:pt x="1795609" y="1266118"/>
                  </a:lnTo>
                  <a:lnTo>
                    <a:pt x="1801402" y="1257527"/>
                  </a:lnTo>
                  <a:lnTo>
                    <a:pt x="1807194" y="1248924"/>
                  </a:lnTo>
                  <a:lnTo>
                    <a:pt x="1812986" y="1240311"/>
                  </a:lnTo>
                  <a:lnTo>
                    <a:pt x="1818779" y="1231692"/>
                  </a:lnTo>
                  <a:lnTo>
                    <a:pt x="1824571" y="1223064"/>
                  </a:lnTo>
                  <a:lnTo>
                    <a:pt x="1830363" y="1214426"/>
                  </a:lnTo>
                  <a:lnTo>
                    <a:pt x="1836155" y="1205779"/>
                  </a:lnTo>
                  <a:lnTo>
                    <a:pt x="1841948" y="1197120"/>
                  </a:lnTo>
                  <a:lnTo>
                    <a:pt x="1847740" y="1188447"/>
                  </a:lnTo>
                  <a:lnTo>
                    <a:pt x="1853532" y="1179748"/>
                  </a:lnTo>
                  <a:lnTo>
                    <a:pt x="1859325" y="1171025"/>
                  </a:lnTo>
                  <a:lnTo>
                    <a:pt x="1865117" y="1162273"/>
                  </a:lnTo>
                  <a:lnTo>
                    <a:pt x="1870909" y="1153489"/>
                  </a:lnTo>
                  <a:lnTo>
                    <a:pt x="1876701" y="1144653"/>
                  </a:lnTo>
                  <a:lnTo>
                    <a:pt x="1882494" y="1135765"/>
                  </a:lnTo>
                  <a:lnTo>
                    <a:pt x="1888286" y="1126826"/>
                  </a:lnTo>
                  <a:lnTo>
                    <a:pt x="1894078" y="1117830"/>
                  </a:lnTo>
                  <a:lnTo>
                    <a:pt x="1899871" y="1108757"/>
                  </a:lnTo>
                  <a:lnTo>
                    <a:pt x="1905663" y="1099602"/>
                  </a:lnTo>
                  <a:lnTo>
                    <a:pt x="1911455" y="1090372"/>
                  </a:lnTo>
                  <a:lnTo>
                    <a:pt x="1917247" y="1081066"/>
                  </a:lnTo>
                  <a:lnTo>
                    <a:pt x="1923040" y="1071667"/>
                  </a:lnTo>
                  <a:lnTo>
                    <a:pt x="1928832" y="1062158"/>
                  </a:lnTo>
                  <a:lnTo>
                    <a:pt x="1934624" y="1052563"/>
                  </a:lnTo>
                  <a:lnTo>
                    <a:pt x="1940417" y="1042881"/>
                  </a:lnTo>
                  <a:lnTo>
                    <a:pt x="1946209" y="1033106"/>
                  </a:lnTo>
                  <a:lnTo>
                    <a:pt x="1952001" y="1023209"/>
                  </a:lnTo>
                  <a:lnTo>
                    <a:pt x="1957793" y="1013227"/>
                  </a:lnTo>
                  <a:lnTo>
                    <a:pt x="1963586" y="1003161"/>
                  </a:lnTo>
                  <a:lnTo>
                    <a:pt x="1969378" y="993016"/>
                  </a:lnTo>
                  <a:lnTo>
                    <a:pt x="1975170" y="982765"/>
                  </a:lnTo>
                  <a:lnTo>
                    <a:pt x="1980963" y="972443"/>
                  </a:lnTo>
                  <a:lnTo>
                    <a:pt x="1986755" y="962057"/>
                  </a:lnTo>
                  <a:lnTo>
                    <a:pt x="1992547" y="951614"/>
                  </a:lnTo>
                  <a:lnTo>
                    <a:pt x="1998340" y="941107"/>
                  </a:lnTo>
                  <a:lnTo>
                    <a:pt x="2004132" y="930556"/>
                  </a:lnTo>
                  <a:lnTo>
                    <a:pt x="2009924" y="919974"/>
                  </a:lnTo>
                  <a:lnTo>
                    <a:pt x="2015716" y="909368"/>
                  </a:lnTo>
                  <a:lnTo>
                    <a:pt x="2021509" y="898745"/>
                  </a:lnTo>
                  <a:lnTo>
                    <a:pt x="2027301" y="888120"/>
                  </a:lnTo>
                  <a:lnTo>
                    <a:pt x="2033093" y="877504"/>
                  </a:lnTo>
                  <a:lnTo>
                    <a:pt x="2038886" y="866903"/>
                  </a:lnTo>
                  <a:lnTo>
                    <a:pt x="2044678" y="856327"/>
                  </a:lnTo>
                  <a:lnTo>
                    <a:pt x="2050470" y="845799"/>
                  </a:lnTo>
                  <a:lnTo>
                    <a:pt x="2056262" y="835317"/>
                  </a:lnTo>
                  <a:lnTo>
                    <a:pt x="2062055" y="824886"/>
                  </a:lnTo>
                  <a:lnTo>
                    <a:pt x="2067847" y="814512"/>
                  </a:lnTo>
                  <a:lnTo>
                    <a:pt x="2073639" y="804231"/>
                  </a:lnTo>
                  <a:lnTo>
                    <a:pt x="2079432" y="794025"/>
                  </a:lnTo>
                  <a:lnTo>
                    <a:pt x="2085224" y="783895"/>
                  </a:lnTo>
                  <a:lnTo>
                    <a:pt x="2091016" y="773844"/>
                  </a:lnTo>
                  <a:lnTo>
                    <a:pt x="2096808" y="763903"/>
                  </a:lnTo>
                  <a:lnTo>
                    <a:pt x="2102601" y="754058"/>
                  </a:lnTo>
                  <a:lnTo>
                    <a:pt x="2108393" y="744298"/>
                  </a:lnTo>
                  <a:lnTo>
                    <a:pt x="2114185" y="734622"/>
                  </a:lnTo>
                  <a:lnTo>
                    <a:pt x="2119978" y="725049"/>
                  </a:lnTo>
                  <a:lnTo>
                    <a:pt x="2125770" y="715573"/>
                  </a:lnTo>
                  <a:lnTo>
                    <a:pt x="2131562" y="706172"/>
                  </a:lnTo>
                  <a:lnTo>
                    <a:pt x="2137354" y="696843"/>
                  </a:lnTo>
                  <a:lnTo>
                    <a:pt x="2143147" y="687587"/>
                  </a:lnTo>
                  <a:lnTo>
                    <a:pt x="2148939" y="678405"/>
                  </a:lnTo>
                  <a:lnTo>
                    <a:pt x="2154731" y="669270"/>
                  </a:lnTo>
                  <a:lnTo>
                    <a:pt x="2160524" y="660174"/>
                  </a:lnTo>
                  <a:lnTo>
                    <a:pt x="2166316" y="651110"/>
                  </a:lnTo>
                  <a:lnTo>
                    <a:pt x="2172108" y="642070"/>
                  </a:lnTo>
                  <a:lnTo>
                    <a:pt x="2177901" y="633032"/>
                  </a:lnTo>
                  <a:lnTo>
                    <a:pt x="2183693" y="623985"/>
                  </a:lnTo>
                  <a:lnTo>
                    <a:pt x="2189485" y="614920"/>
                  </a:lnTo>
                  <a:lnTo>
                    <a:pt x="2195277" y="605808"/>
                  </a:lnTo>
                  <a:lnTo>
                    <a:pt x="2201070" y="596639"/>
                  </a:lnTo>
                  <a:lnTo>
                    <a:pt x="2206862" y="587405"/>
                  </a:lnTo>
                  <a:lnTo>
                    <a:pt x="2212654" y="578094"/>
                  </a:lnTo>
                  <a:lnTo>
                    <a:pt x="2218447" y="568668"/>
                  </a:lnTo>
                  <a:lnTo>
                    <a:pt x="2224239" y="559109"/>
                  </a:lnTo>
                  <a:lnTo>
                    <a:pt x="2230031" y="549424"/>
                  </a:lnTo>
                  <a:lnTo>
                    <a:pt x="2235823" y="539603"/>
                  </a:lnTo>
                  <a:lnTo>
                    <a:pt x="2241616" y="529610"/>
                  </a:lnTo>
                  <a:lnTo>
                    <a:pt x="2247408" y="519400"/>
                  </a:lnTo>
                  <a:lnTo>
                    <a:pt x="2253200" y="509009"/>
                  </a:lnTo>
                  <a:lnTo>
                    <a:pt x="2258993" y="498429"/>
                  </a:lnTo>
                  <a:lnTo>
                    <a:pt x="2264785" y="487639"/>
                  </a:lnTo>
                  <a:lnTo>
                    <a:pt x="2270577" y="476552"/>
                  </a:lnTo>
                  <a:lnTo>
                    <a:pt x="2276369" y="465242"/>
                  </a:lnTo>
                  <a:lnTo>
                    <a:pt x="2282162" y="453703"/>
                  </a:lnTo>
                  <a:lnTo>
                    <a:pt x="2287954" y="441931"/>
                  </a:lnTo>
                  <a:lnTo>
                    <a:pt x="2293746" y="429826"/>
                  </a:lnTo>
                  <a:lnTo>
                    <a:pt x="2299539" y="417465"/>
                  </a:lnTo>
                  <a:lnTo>
                    <a:pt x="2305331" y="404862"/>
                  </a:lnTo>
                  <a:lnTo>
                    <a:pt x="2311123" y="392017"/>
                  </a:lnTo>
                  <a:lnTo>
                    <a:pt x="2316915" y="378864"/>
                  </a:lnTo>
                  <a:lnTo>
                    <a:pt x="2322708" y="365444"/>
                  </a:lnTo>
                  <a:lnTo>
                    <a:pt x="2328500" y="351802"/>
                  </a:lnTo>
                  <a:lnTo>
                    <a:pt x="2334292" y="337945"/>
                  </a:lnTo>
                  <a:lnTo>
                    <a:pt x="2340085" y="323849"/>
                  </a:lnTo>
                  <a:lnTo>
                    <a:pt x="2345877" y="309523"/>
                  </a:lnTo>
                  <a:lnTo>
                    <a:pt x="2351669" y="295038"/>
                  </a:lnTo>
                  <a:lnTo>
                    <a:pt x="2357461" y="280409"/>
                  </a:lnTo>
                  <a:lnTo>
                    <a:pt x="2363254" y="265646"/>
                  </a:lnTo>
                  <a:lnTo>
                    <a:pt x="2369046" y="250764"/>
                  </a:lnTo>
                  <a:lnTo>
                    <a:pt x="2374838" y="235833"/>
                  </a:lnTo>
                  <a:lnTo>
                    <a:pt x="2380631" y="220878"/>
                  </a:lnTo>
                  <a:lnTo>
                    <a:pt x="2386423" y="205926"/>
                  </a:lnTo>
                  <a:lnTo>
                    <a:pt x="2392215" y="191051"/>
                  </a:lnTo>
                  <a:lnTo>
                    <a:pt x="2398008" y="176291"/>
                  </a:lnTo>
                  <a:lnTo>
                    <a:pt x="2403800" y="161678"/>
                  </a:lnTo>
                  <a:lnTo>
                    <a:pt x="2409592" y="147248"/>
                  </a:lnTo>
                  <a:lnTo>
                    <a:pt x="2415384" y="133139"/>
                  </a:lnTo>
                  <a:lnTo>
                    <a:pt x="2421177" y="119384"/>
                  </a:lnTo>
                  <a:lnTo>
                    <a:pt x="2426969" y="105996"/>
                  </a:lnTo>
                  <a:lnTo>
                    <a:pt x="2432761" y="93018"/>
                  </a:lnTo>
                  <a:lnTo>
                    <a:pt x="2438554" y="80614"/>
                  </a:lnTo>
                  <a:lnTo>
                    <a:pt x="2444346" y="68894"/>
                  </a:lnTo>
                  <a:lnTo>
                    <a:pt x="2450138" y="57796"/>
                  </a:lnTo>
                  <a:lnTo>
                    <a:pt x="2455930" y="47368"/>
                  </a:lnTo>
                  <a:lnTo>
                    <a:pt x="2461723" y="37755"/>
                  </a:lnTo>
                  <a:lnTo>
                    <a:pt x="2467515" y="29233"/>
                  </a:lnTo>
                  <a:lnTo>
                    <a:pt x="2473307" y="21609"/>
                  </a:lnTo>
                  <a:lnTo>
                    <a:pt x="2479100" y="14932"/>
                  </a:lnTo>
                  <a:lnTo>
                    <a:pt x="2484892" y="9263"/>
                  </a:lnTo>
                  <a:lnTo>
                    <a:pt x="2490684" y="5152"/>
                  </a:lnTo>
                  <a:lnTo>
                    <a:pt x="2496476" y="2209"/>
                  </a:lnTo>
                  <a:lnTo>
                    <a:pt x="2502269" y="476"/>
                  </a:lnTo>
                  <a:lnTo>
                    <a:pt x="2508061" y="0"/>
                  </a:lnTo>
                  <a:lnTo>
                    <a:pt x="2513853" y="1318"/>
                  </a:lnTo>
                  <a:lnTo>
                    <a:pt x="2519646" y="4158"/>
                  </a:lnTo>
                  <a:lnTo>
                    <a:pt x="2525438" y="8431"/>
                  </a:lnTo>
                  <a:lnTo>
                    <a:pt x="2531230" y="14169"/>
                  </a:lnTo>
                  <a:lnTo>
                    <a:pt x="2537022" y="21798"/>
                  </a:lnTo>
                  <a:lnTo>
                    <a:pt x="2542815" y="31282"/>
                  </a:lnTo>
                  <a:lnTo>
                    <a:pt x="2548607" y="42345"/>
                  </a:lnTo>
                  <a:lnTo>
                    <a:pt x="2554399" y="55002"/>
                  </a:lnTo>
                  <a:lnTo>
                    <a:pt x="2560192" y="69510"/>
                  </a:lnTo>
                  <a:lnTo>
                    <a:pt x="2565984" y="86123"/>
                  </a:lnTo>
                  <a:lnTo>
                    <a:pt x="2571776" y="104357"/>
                  </a:lnTo>
                  <a:lnTo>
                    <a:pt x="2577569" y="124206"/>
                  </a:lnTo>
                  <a:lnTo>
                    <a:pt x="2583361" y="145735"/>
                  </a:lnTo>
                  <a:lnTo>
                    <a:pt x="2589153" y="169480"/>
                  </a:lnTo>
                  <a:lnTo>
                    <a:pt x="2594945" y="194768"/>
                  </a:lnTo>
                  <a:lnTo>
                    <a:pt x="2600738" y="221570"/>
                  </a:lnTo>
                  <a:lnTo>
                    <a:pt x="2606530" y="249857"/>
                  </a:lnTo>
                  <a:lnTo>
                    <a:pt x="2612322" y="280123"/>
                  </a:lnTo>
                  <a:lnTo>
                    <a:pt x="2618115" y="311816"/>
                  </a:lnTo>
                  <a:lnTo>
                    <a:pt x="2623907" y="344804"/>
                  </a:lnTo>
                  <a:lnTo>
                    <a:pt x="2629699" y="379036"/>
                  </a:lnTo>
                  <a:lnTo>
                    <a:pt x="2635491" y="414766"/>
                  </a:lnTo>
                  <a:lnTo>
                    <a:pt x="2641284" y="451723"/>
                  </a:lnTo>
                  <a:lnTo>
                    <a:pt x="2647076" y="489656"/>
                  </a:lnTo>
                  <a:lnTo>
                    <a:pt x="2652868" y="528500"/>
                  </a:lnTo>
                  <a:lnTo>
                    <a:pt x="2658661" y="568318"/>
                  </a:lnTo>
                  <a:lnTo>
                    <a:pt x="2664453" y="609017"/>
                  </a:lnTo>
                  <a:lnTo>
                    <a:pt x="2670245" y="650309"/>
                  </a:lnTo>
                  <a:lnTo>
                    <a:pt x="2676037" y="692120"/>
                  </a:lnTo>
                  <a:lnTo>
                    <a:pt x="2681830" y="734403"/>
                  </a:lnTo>
                  <a:lnTo>
                    <a:pt x="2687622" y="777105"/>
                  </a:lnTo>
                  <a:lnTo>
                    <a:pt x="2693414" y="819992"/>
                  </a:lnTo>
                  <a:lnTo>
                    <a:pt x="2699207" y="862994"/>
                  </a:lnTo>
                  <a:lnTo>
                    <a:pt x="2704999" y="906041"/>
                  </a:lnTo>
                  <a:lnTo>
                    <a:pt x="2710791" y="948979"/>
                  </a:lnTo>
                  <a:lnTo>
                    <a:pt x="2716583" y="991717"/>
                  </a:lnTo>
                  <a:lnTo>
                    <a:pt x="2722376" y="1034193"/>
                  </a:lnTo>
                  <a:lnTo>
                    <a:pt x="2728168" y="1076348"/>
                  </a:lnTo>
                  <a:lnTo>
                    <a:pt x="2733960" y="1117956"/>
                  </a:lnTo>
                  <a:lnTo>
                    <a:pt x="2739753" y="1158986"/>
                  </a:lnTo>
                  <a:lnTo>
                    <a:pt x="2745545" y="1199445"/>
                  </a:lnTo>
                  <a:lnTo>
                    <a:pt x="2751337" y="1239284"/>
                  </a:lnTo>
                  <a:lnTo>
                    <a:pt x="2757129" y="1278294"/>
                  </a:lnTo>
                  <a:lnTo>
                    <a:pt x="2762922" y="1316381"/>
                  </a:lnTo>
                  <a:lnTo>
                    <a:pt x="2768714" y="1353668"/>
                  </a:lnTo>
                  <a:lnTo>
                    <a:pt x="2774506" y="1390128"/>
                  </a:lnTo>
                  <a:lnTo>
                    <a:pt x="2780299" y="1425627"/>
                  </a:lnTo>
                  <a:lnTo>
                    <a:pt x="2786091" y="1459920"/>
                  </a:lnTo>
                  <a:lnTo>
                    <a:pt x="2791883" y="1493282"/>
                  </a:lnTo>
                  <a:lnTo>
                    <a:pt x="2797676" y="1525697"/>
                  </a:lnTo>
                  <a:lnTo>
                    <a:pt x="2803468" y="1557145"/>
                  </a:lnTo>
                  <a:lnTo>
                    <a:pt x="2809260" y="1587193"/>
                  </a:lnTo>
                  <a:lnTo>
                    <a:pt x="2815052" y="1616262"/>
                  </a:lnTo>
                  <a:lnTo>
                    <a:pt x="2820845" y="1644351"/>
                  </a:lnTo>
                  <a:lnTo>
                    <a:pt x="2826637" y="1671461"/>
                  </a:lnTo>
                  <a:lnTo>
                    <a:pt x="2832429" y="1697256"/>
                  </a:lnTo>
                  <a:lnTo>
                    <a:pt x="2838222" y="1722002"/>
                  </a:lnTo>
                  <a:lnTo>
                    <a:pt x="2844014" y="1745800"/>
                  </a:lnTo>
                  <a:lnTo>
                    <a:pt x="2849806" y="1768663"/>
                  </a:lnTo>
                  <a:lnTo>
                    <a:pt x="2855598" y="1790378"/>
                  </a:lnTo>
                  <a:lnTo>
                    <a:pt x="2861391" y="1811026"/>
                  </a:lnTo>
                  <a:lnTo>
                    <a:pt x="2867183" y="1830804"/>
                  </a:lnTo>
                  <a:lnTo>
                    <a:pt x="2872975" y="1849730"/>
                  </a:lnTo>
                  <a:lnTo>
                    <a:pt x="2878768" y="1867704"/>
                  </a:lnTo>
                  <a:lnTo>
                    <a:pt x="2884560" y="1884642"/>
                  </a:lnTo>
                  <a:lnTo>
                    <a:pt x="2890352" y="1900814"/>
                  </a:lnTo>
                  <a:lnTo>
                    <a:pt x="2896144" y="1916238"/>
                  </a:lnTo>
                  <a:lnTo>
                    <a:pt x="2901937" y="1930905"/>
                  </a:lnTo>
                  <a:lnTo>
                    <a:pt x="2907729" y="1944603"/>
                  </a:lnTo>
                  <a:lnTo>
                    <a:pt x="2913521" y="1957645"/>
                  </a:lnTo>
                  <a:lnTo>
                    <a:pt x="2919314" y="1970052"/>
                  </a:lnTo>
                  <a:lnTo>
                    <a:pt x="2925106" y="1981841"/>
                  </a:lnTo>
                  <a:lnTo>
                    <a:pt x="2930898" y="1992820"/>
                  </a:lnTo>
                  <a:lnTo>
                    <a:pt x="2936690" y="2003216"/>
                  </a:lnTo>
                  <a:lnTo>
                    <a:pt x="2942483" y="2013082"/>
                  </a:lnTo>
                  <a:lnTo>
                    <a:pt x="2948275" y="2022435"/>
                  </a:lnTo>
                  <a:lnTo>
                    <a:pt x="2954067" y="2031164"/>
                  </a:lnTo>
                  <a:lnTo>
                    <a:pt x="2959860" y="2039362"/>
                  </a:lnTo>
                  <a:lnTo>
                    <a:pt x="2959860" y="2150650"/>
                  </a:lnTo>
                  <a:lnTo>
                    <a:pt x="2954067" y="2150650"/>
                  </a:lnTo>
                  <a:lnTo>
                    <a:pt x="2948275" y="2150650"/>
                  </a:lnTo>
                  <a:lnTo>
                    <a:pt x="2942483" y="2150650"/>
                  </a:lnTo>
                  <a:lnTo>
                    <a:pt x="2936690" y="2150650"/>
                  </a:lnTo>
                  <a:lnTo>
                    <a:pt x="2930898" y="2150650"/>
                  </a:lnTo>
                  <a:lnTo>
                    <a:pt x="2925106" y="2150650"/>
                  </a:lnTo>
                  <a:lnTo>
                    <a:pt x="2919314" y="2150650"/>
                  </a:lnTo>
                  <a:lnTo>
                    <a:pt x="2913521" y="2150650"/>
                  </a:lnTo>
                  <a:lnTo>
                    <a:pt x="2907729" y="2150650"/>
                  </a:lnTo>
                  <a:lnTo>
                    <a:pt x="2901937" y="2150650"/>
                  </a:lnTo>
                  <a:lnTo>
                    <a:pt x="2896144" y="2150650"/>
                  </a:lnTo>
                  <a:lnTo>
                    <a:pt x="2890352" y="2150650"/>
                  </a:lnTo>
                  <a:lnTo>
                    <a:pt x="2884560" y="2150650"/>
                  </a:lnTo>
                  <a:lnTo>
                    <a:pt x="2878768" y="2150650"/>
                  </a:lnTo>
                  <a:lnTo>
                    <a:pt x="2872975" y="2150650"/>
                  </a:lnTo>
                  <a:lnTo>
                    <a:pt x="2867183" y="2150650"/>
                  </a:lnTo>
                  <a:lnTo>
                    <a:pt x="2861391" y="2150650"/>
                  </a:lnTo>
                  <a:lnTo>
                    <a:pt x="2855598" y="2150650"/>
                  </a:lnTo>
                  <a:lnTo>
                    <a:pt x="2849806" y="2150650"/>
                  </a:lnTo>
                  <a:lnTo>
                    <a:pt x="2844014" y="2150650"/>
                  </a:lnTo>
                  <a:lnTo>
                    <a:pt x="2838222" y="2150650"/>
                  </a:lnTo>
                  <a:lnTo>
                    <a:pt x="2832429" y="2150650"/>
                  </a:lnTo>
                  <a:lnTo>
                    <a:pt x="2826637" y="2150650"/>
                  </a:lnTo>
                  <a:lnTo>
                    <a:pt x="2820845" y="2150650"/>
                  </a:lnTo>
                  <a:lnTo>
                    <a:pt x="2815052" y="2150650"/>
                  </a:lnTo>
                  <a:lnTo>
                    <a:pt x="2809260" y="2150650"/>
                  </a:lnTo>
                  <a:lnTo>
                    <a:pt x="2803468" y="2150650"/>
                  </a:lnTo>
                  <a:lnTo>
                    <a:pt x="2797676" y="2150650"/>
                  </a:lnTo>
                  <a:lnTo>
                    <a:pt x="2791883" y="2150650"/>
                  </a:lnTo>
                  <a:lnTo>
                    <a:pt x="2786091" y="2150650"/>
                  </a:lnTo>
                  <a:lnTo>
                    <a:pt x="2780299" y="2150650"/>
                  </a:lnTo>
                  <a:lnTo>
                    <a:pt x="2774506" y="2150650"/>
                  </a:lnTo>
                  <a:lnTo>
                    <a:pt x="2768714" y="2150650"/>
                  </a:lnTo>
                  <a:lnTo>
                    <a:pt x="2762922" y="2150650"/>
                  </a:lnTo>
                  <a:lnTo>
                    <a:pt x="2757129" y="2150650"/>
                  </a:lnTo>
                  <a:lnTo>
                    <a:pt x="2751337" y="2150650"/>
                  </a:lnTo>
                  <a:lnTo>
                    <a:pt x="2745545" y="2150650"/>
                  </a:lnTo>
                  <a:lnTo>
                    <a:pt x="2739753" y="2150650"/>
                  </a:lnTo>
                  <a:lnTo>
                    <a:pt x="2733960" y="2150650"/>
                  </a:lnTo>
                  <a:lnTo>
                    <a:pt x="2728168" y="2150650"/>
                  </a:lnTo>
                  <a:lnTo>
                    <a:pt x="2722376" y="2150650"/>
                  </a:lnTo>
                  <a:lnTo>
                    <a:pt x="2716583" y="2150650"/>
                  </a:lnTo>
                  <a:lnTo>
                    <a:pt x="2710791" y="2150650"/>
                  </a:lnTo>
                  <a:lnTo>
                    <a:pt x="2704999" y="2150650"/>
                  </a:lnTo>
                  <a:lnTo>
                    <a:pt x="2699207" y="2150650"/>
                  </a:lnTo>
                  <a:lnTo>
                    <a:pt x="2693414" y="2150650"/>
                  </a:lnTo>
                  <a:lnTo>
                    <a:pt x="2687622" y="2150650"/>
                  </a:lnTo>
                  <a:lnTo>
                    <a:pt x="2681830" y="2150650"/>
                  </a:lnTo>
                  <a:lnTo>
                    <a:pt x="2676037" y="2150650"/>
                  </a:lnTo>
                  <a:lnTo>
                    <a:pt x="2670245" y="2150650"/>
                  </a:lnTo>
                  <a:lnTo>
                    <a:pt x="2664453" y="2150650"/>
                  </a:lnTo>
                  <a:lnTo>
                    <a:pt x="2658661" y="2150650"/>
                  </a:lnTo>
                  <a:lnTo>
                    <a:pt x="2652868" y="2150650"/>
                  </a:lnTo>
                  <a:lnTo>
                    <a:pt x="2647076" y="2150650"/>
                  </a:lnTo>
                  <a:lnTo>
                    <a:pt x="2641284" y="2150650"/>
                  </a:lnTo>
                  <a:lnTo>
                    <a:pt x="2635491" y="2150650"/>
                  </a:lnTo>
                  <a:lnTo>
                    <a:pt x="2629699" y="2150650"/>
                  </a:lnTo>
                  <a:lnTo>
                    <a:pt x="2623907" y="2150650"/>
                  </a:lnTo>
                  <a:lnTo>
                    <a:pt x="2618115" y="2150650"/>
                  </a:lnTo>
                  <a:lnTo>
                    <a:pt x="2612322" y="2150650"/>
                  </a:lnTo>
                  <a:lnTo>
                    <a:pt x="2606530" y="2150650"/>
                  </a:lnTo>
                  <a:lnTo>
                    <a:pt x="2600738" y="2150650"/>
                  </a:lnTo>
                  <a:lnTo>
                    <a:pt x="2594945" y="2150650"/>
                  </a:lnTo>
                  <a:lnTo>
                    <a:pt x="2589153" y="2150650"/>
                  </a:lnTo>
                  <a:lnTo>
                    <a:pt x="2583361" y="2150650"/>
                  </a:lnTo>
                  <a:lnTo>
                    <a:pt x="2577569" y="2150650"/>
                  </a:lnTo>
                  <a:lnTo>
                    <a:pt x="2571776" y="2150650"/>
                  </a:lnTo>
                  <a:lnTo>
                    <a:pt x="2565984" y="2150650"/>
                  </a:lnTo>
                  <a:lnTo>
                    <a:pt x="2560192" y="2150650"/>
                  </a:lnTo>
                  <a:lnTo>
                    <a:pt x="2554399" y="2150650"/>
                  </a:lnTo>
                  <a:lnTo>
                    <a:pt x="2548607" y="2150650"/>
                  </a:lnTo>
                  <a:lnTo>
                    <a:pt x="2542815" y="2150650"/>
                  </a:lnTo>
                  <a:lnTo>
                    <a:pt x="2537022" y="2150650"/>
                  </a:lnTo>
                  <a:lnTo>
                    <a:pt x="2531230" y="2150650"/>
                  </a:lnTo>
                  <a:lnTo>
                    <a:pt x="2525438" y="2150650"/>
                  </a:lnTo>
                  <a:lnTo>
                    <a:pt x="2519646" y="2150650"/>
                  </a:lnTo>
                  <a:lnTo>
                    <a:pt x="2513853" y="2150650"/>
                  </a:lnTo>
                  <a:lnTo>
                    <a:pt x="2508061" y="2150650"/>
                  </a:lnTo>
                  <a:lnTo>
                    <a:pt x="2502269" y="2150650"/>
                  </a:lnTo>
                  <a:lnTo>
                    <a:pt x="2496476" y="2150650"/>
                  </a:lnTo>
                  <a:lnTo>
                    <a:pt x="2490684" y="2150650"/>
                  </a:lnTo>
                  <a:lnTo>
                    <a:pt x="2484892" y="2150650"/>
                  </a:lnTo>
                  <a:lnTo>
                    <a:pt x="2479100" y="2150650"/>
                  </a:lnTo>
                  <a:lnTo>
                    <a:pt x="2473307" y="2150650"/>
                  </a:lnTo>
                  <a:lnTo>
                    <a:pt x="2467515" y="2150650"/>
                  </a:lnTo>
                  <a:lnTo>
                    <a:pt x="2461723" y="2150650"/>
                  </a:lnTo>
                  <a:lnTo>
                    <a:pt x="2455930" y="2150650"/>
                  </a:lnTo>
                  <a:lnTo>
                    <a:pt x="2450138" y="2150650"/>
                  </a:lnTo>
                  <a:lnTo>
                    <a:pt x="2444346" y="2150650"/>
                  </a:lnTo>
                  <a:lnTo>
                    <a:pt x="2438554" y="2150650"/>
                  </a:lnTo>
                  <a:lnTo>
                    <a:pt x="2432761" y="2150650"/>
                  </a:lnTo>
                  <a:lnTo>
                    <a:pt x="2426969" y="2150650"/>
                  </a:lnTo>
                  <a:lnTo>
                    <a:pt x="2421177" y="2150650"/>
                  </a:lnTo>
                  <a:lnTo>
                    <a:pt x="2415384" y="2150650"/>
                  </a:lnTo>
                  <a:lnTo>
                    <a:pt x="2409592" y="2150650"/>
                  </a:lnTo>
                  <a:lnTo>
                    <a:pt x="2403800" y="2150650"/>
                  </a:lnTo>
                  <a:lnTo>
                    <a:pt x="2398008" y="2150650"/>
                  </a:lnTo>
                  <a:lnTo>
                    <a:pt x="2392215" y="2150650"/>
                  </a:lnTo>
                  <a:lnTo>
                    <a:pt x="2386423" y="2150650"/>
                  </a:lnTo>
                  <a:lnTo>
                    <a:pt x="2380631" y="2150650"/>
                  </a:lnTo>
                  <a:lnTo>
                    <a:pt x="2374838" y="2150650"/>
                  </a:lnTo>
                  <a:lnTo>
                    <a:pt x="2369046" y="2150650"/>
                  </a:lnTo>
                  <a:lnTo>
                    <a:pt x="2363254" y="2150650"/>
                  </a:lnTo>
                  <a:lnTo>
                    <a:pt x="2357461" y="2150650"/>
                  </a:lnTo>
                  <a:lnTo>
                    <a:pt x="2351669" y="2150650"/>
                  </a:lnTo>
                  <a:lnTo>
                    <a:pt x="2345877" y="2150650"/>
                  </a:lnTo>
                  <a:lnTo>
                    <a:pt x="2340085" y="2150650"/>
                  </a:lnTo>
                  <a:lnTo>
                    <a:pt x="2334292" y="2150650"/>
                  </a:lnTo>
                  <a:lnTo>
                    <a:pt x="2328500" y="2150650"/>
                  </a:lnTo>
                  <a:lnTo>
                    <a:pt x="2322708" y="2150650"/>
                  </a:lnTo>
                  <a:lnTo>
                    <a:pt x="2316915" y="2150650"/>
                  </a:lnTo>
                  <a:lnTo>
                    <a:pt x="2311123" y="2150650"/>
                  </a:lnTo>
                  <a:lnTo>
                    <a:pt x="2305331" y="2150650"/>
                  </a:lnTo>
                  <a:lnTo>
                    <a:pt x="2299539" y="2150650"/>
                  </a:lnTo>
                  <a:lnTo>
                    <a:pt x="2293746" y="2150650"/>
                  </a:lnTo>
                  <a:lnTo>
                    <a:pt x="2287954" y="2150650"/>
                  </a:lnTo>
                  <a:lnTo>
                    <a:pt x="2282162" y="2150650"/>
                  </a:lnTo>
                  <a:lnTo>
                    <a:pt x="2276369" y="2150650"/>
                  </a:lnTo>
                  <a:lnTo>
                    <a:pt x="2270577" y="2150650"/>
                  </a:lnTo>
                  <a:lnTo>
                    <a:pt x="2264785" y="2150650"/>
                  </a:lnTo>
                  <a:lnTo>
                    <a:pt x="2258993" y="2150650"/>
                  </a:lnTo>
                  <a:lnTo>
                    <a:pt x="2253200" y="2150650"/>
                  </a:lnTo>
                  <a:lnTo>
                    <a:pt x="2247408" y="2150650"/>
                  </a:lnTo>
                  <a:lnTo>
                    <a:pt x="2241616" y="2150650"/>
                  </a:lnTo>
                  <a:lnTo>
                    <a:pt x="2235823" y="2150650"/>
                  </a:lnTo>
                  <a:lnTo>
                    <a:pt x="2230031" y="2150650"/>
                  </a:lnTo>
                  <a:lnTo>
                    <a:pt x="2224239" y="2150650"/>
                  </a:lnTo>
                  <a:lnTo>
                    <a:pt x="2218447" y="2150650"/>
                  </a:lnTo>
                  <a:lnTo>
                    <a:pt x="2212654" y="2150650"/>
                  </a:lnTo>
                  <a:lnTo>
                    <a:pt x="2206862" y="2150650"/>
                  </a:lnTo>
                  <a:lnTo>
                    <a:pt x="2201070" y="2150650"/>
                  </a:lnTo>
                  <a:lnTo>
                    <a:pt x="2195277" y="2150650"/>
                  </a:lnTo>
                  <a:lnTo>
                    <a:pt x="2189485" y="2150650"/>
                  </a:lnTo>
                  <a:lnTo>
                    <a:pt x="2183693" y="2150650"/>
                  </a:lnTo>
                  <a:lnTo>
                    <a:pt x="2177901" y="2150650"/>
                  </a:lnTo>
                  <a:lnTo>
                    <a:pt x="2172108" y="2150650"/>
                  </a:lnTo>
                  <a:lnTo>
                    <a:pt x="2166316" y="2150650"/>
                  </a:lnTo>
                  <a:lnTo>
                    <a:pt x="2160524" y="2150650"/>
                  </a:lnTo>
                  <a:lnTo>
                    <a:pt x="2154731" y="2150650"/>
                  </a:lnTo>
                  <a:lnTo>
                    <a:pt x="2148939" y="2150650"/>
                  </a:lnTo>
                  <a:lnTo>
                    <a:pt x="2143147" y="2150650"/>
                  </a:lnTo>
                  <a:lnTo>
                    <a:pt x="2137354" y="2150650"/>
                  </a:lnTo>
                  <a:lnTo>
                    <a:pt x="2131562" y="2150650"/>
                  </a:lnTo>
                  <a:lnTo>
                    <a:pt x="2125770" y="2150650"/>
                  </a:lnTo>
                  <a:lnTo>
                    <a:pt x="2119978" y="2150650"/>
                  </a:lnTo>
                  <a:lnTo>
                    <a:pt x="2114185" y="2150650"/>
                  </a:lnTo>
                  <a:lnTo>
                    <a:pt x="2108393" y="2150650"/>
                  </a:lnTo>
                  <a:lnTo>
                    <a:pt x="2102601" y="2150650"/>
                  </a:lnTo>
                  <a:lnTo>
                    <a:pt x="2096808" y="2150650"/>
                  </a:lnTo>
                  <a:lnTo>
                    <a:pt x="2091016" y="2150650"/>
                  </a:lnTo>
                  <a:lnTo>
                    <a:pt x="2085224" y="2150650"/>
                  </a:lnTo>
                  <a:lnTo>
                    <a:pt x="2079432" y="2150650"/>
                  </a:lnTo>
                  <a:lnTo>
                    <a:pt x="2073639" y="2150650"/>
                  </a:lnTo>
                  <a:lnTo>
                    <a:pt x="2067847" y="2150650"/>
                  </a:lnTo>
                  <a:lnTo>
                    <a:pt x="2062055" y="2150650"/>
                  </a:lnTo>
                  <a:lnTo>
                    <a:pt x="2056262" y="2150650"/>
                  </a:lnTo>
                  <a:lnTo>
                    <a:pt x="2050470" y="2150650"/>
                  </a:lnTo>
                  <a:lnTo>
                    <a:pt x="2044678" y="2150650"/>
                  </a:lnTo>
                  <a:lnTo>
                    <a:pt x="2038886" y="2150650"/>
                  </a:lnTo>
                  <a:lnTo>
                    <a:pt x="2033093" y="2150650"/>
                  </a:lnTo>
                  <a:lnTo>
                    <a:pt x="2027301" y="2150650"/>
                  </a:lnTo>
                  <a:lnTo>
                    <a:pt x="2021509" y="2150650"/>
                  </a:lnTo>
                  <a:lnTo>
                    <a:pt x="2015716" y="2150650"/>
                  </a:lnTo>
                  <a:lnTo>
                    <a:pt x="2009924" y="2150650"/>
                  </a:lnTo>
                  <a:lnTo>
                    <a:pt x="2004132" y="2150650"/>
                  </a:lnTo>
                  <a:lnTo>
                    <a:pt x="1998340" y="2150650"/>
                  </a:lnTo>
                  <a:lnTo>
                    <a:pt x="1992547" y="2150650"/>
                  </a:lnTo>
                  <a:lnTo>
                    <a:pt x="1986755" y="2150650"/>
                  </a:lnTo>
                  <a:lnTo>
                    <a:pt x="1980963" y="2150650"/>
                  </a:lnTo>
                  <a:lnTo>
                    <a:pt x="1975170" y="2150650"/>
                  </a:lnTo>
                  <a:lnTo>
                    <a:pt x="1969378" y="2150650"/>
                  </a:lnTo>
                  <a:lnTo>
                    <a:pt x="1963586" y="2150650"/>
                  </a:lnTo>
                  <a:lnTo>
                    <a:pt x="1957793" y="2150650"/>
                  </a:lnTo>
                  <a:lnTo>
                    <a:pt x="1952001" y="2150650"/>
                  </a:lnTo>
                  <a:lnTo>
                    <a:pt x="1946209" y="2150650"/>
                  </a:lnTo>
                  <a:lnTo>
                    <a:pt x="1940417" y="2150650"/>
                  </a:lnTo>
                  <a:lnTo>
                    <a:pt x="1934624" y="2150650"/>
                  </a:lnTo>
                  <a:lnTo>
                    <a:pt x="1928832" y="2150650"/>
                  </a:lnTo>
                  <a:lnTo>
                    <a:pt x="1923040" y="2150650"/>
                  </a:lnTo>
                  <a:lnTo>
                    <a:pt x="1917247" y="2150650"/>
                  </a:lnTo>
                  <a:lnTo>
                    <a:pt x="1911455" y="2150650"/>
                  </a:lnTo>
                  <a:lnTo>
                    <a:pt x="1905663" y="2150650"/>
                  </a:lnTo>
                  <a:lnTo>
                    <a:pt x="1899871" y="2150650"/>
                  </a:lnTo>
                  <a:lnTo>
                    <a:pt x="1894078" y="2150650"/>
                  </a:lnTo>
                  <a:lnTo>
                    <a:pt x="1888286" y="2150650"/>
                  </a:lnTo>
                  <a:lnTo>
                    <a:pt x="1882494" y="2150650"/>
                  </a:lnTo>
                  <a:lnTo>
                    <a:pt x="1876701" y="2150650"/>
                  </a:lnTo>
                  <a:lnTo>
                    <a:pt x="1870909" y="2150650"/>
                  </a:lnTo>
                  <a:lnTo>
                    <a:pt x="1865117" y="2150650"/>
                  </a:lnTo>
                  <a:lnTo>
                    <a:pt x="1859325" y="2150650"/>
                  </a:lnTo>
                  <a:lnTo>
                    <a:pt x="1853532" y="2150650"/>
                  </a:lnTo>
                  <a:lnTo>
                    <a:pt x="1847740" y="2150650"/>
                  </a:lnTo>
                  <a:lnTo>
                    <a:pt x="1841948" y="2150650"/>
                  </a:lnTo>
                  <a:lnTo>
                    <a:pt x="1836155" y="2150650"/>
                  </a:lnTo>
                  <a:lnTo>
                    <a:pt x="1830363" y="2150650"/>
                  </a:lnTo>
                  <a:lnTo>
                    <a:pt x="1824571" y="2150650"/>
                  </a:lnTo>
                  <a:lnTo>
                    <a:pt x="1818779" y="2150650"/>
                  </a:lnTo>
                  <a:lnTo>
                    <a:pt x="1812986" y="2150650"/>
                  </a:lnTo>
                  <a:lnTo>
                    <a:pt x="1807194" y="2150650"/>
                  </a:lnTo>
                  <a:lnTo>
                    <a:pt x="1801402" y="2150650"/>
                  </a:lnTo>
                  <a:lnTo>
                    <a:pt x="1795609" y="2150650"/>
                  </a:lnTo>
                  <a:lnTo>
                    <a:pt x="1789817" y="2150650"/>
                  </a:lnTo>
                  <a:lnTo>
                    <a:pt x="1784025" y="2150650"/>
                  </a:lnTo>
                  <a:lnTo>
                    <a:pt x="1778233" y="2150650"/>
                  </a:lnTo>
                  <a:lnTo>
                    <a:pt x="1772440" y="2150650"/>
                  </a:lnTo>
                  <a:lnTo>
                    <a:pt x="1766648" y="2150650"/>
                  </a:lnTo>
                  <a:lnTo>
                    <a:pt x="1760856" y="2150650"/>
                  </a:lnTo>
                  <a:lnTo>
                    <a:pt x="1755063" y="2150650"/>
                  </a:lnTo>
                  <a:lnTo>
                    <a:pt x="1749271" y="2150650"/>
                  </a:lnTo>
                  <a:lnTo>
                    <a:pt x="1743479" y="2150650"/>
                  </a:lnTo>
                  <a:lnTo>
                    <a:pt x="1737686" y="2150650"/>
                  </a:lnTo>
                  <a:lnTo>
                    <a:pt x="1731894" y="2150650"/>
                  </a:lnTo>
                  <a:lnTo>
                    <a:pt x="1726102" y="2150650"/>
                  </a:lnTo>
                  <a:lnTo>
                    <a:pt x="1720310" y="2150650"/>
                  </a:lnTo>
                  <a:lnTo>
                    <a:pt x="1714517" y="2150650"/>
                  </a:lnTo>
                  <a:lnTo>
                    <a:pt x="1708725" y="2150650"/>
                  </a:lnTo>
                  <a:lnTo>
                    <a:pt x="1702933" y="2150650"/>
                  </a:lnTo>
                  <a:lnTo>
                    <a:pt x="1697140" y="2150650"/>
                  </a:lnTo>
                  <a:lnTo>
                    <a:pt x="1691348" y="2150650"/>
                  </a:lnTo>
                  <a:lnTo>
                    <a:pt x="1685556" y="2150650"/>
                  </a:lnTo>
                  <a:lnTo>
                    <a:pt x="1679764" y="2150650"/>
                  </a:lnTo>
                  <a:lnTo>
                    <a:pt x="1673971" y="2150650"/>
                  </a:lnTo>
                  <a:lnTo>
                    <a:pt x="1668179" y="2150650"/>
                  </a:lnTo>
                  <a:lnTo>
                    <a:pt x="1662387" y="2150650"/>
                  </a:lnTo>
                  <a:lnTo>
                    <a:pt x="1656594" y="2150650"/>
                  </a:lnTo>
                  <a:lnTo>
                    <a:pt x="1650802" y="2150650"/>
                  </a:lnTo>
                  <a:lnTo>
                    <a:pt x="1645010" y="2150650"/>
                  </a:lnTo>
                  <a:lnTo>
                    <a:pt x="1639218" y="2150650"/>
                  </a:lnTo>
                  <a:lnTo>
                    <a:pt x="1633425" y="2150650"/>
                  </a:lnTo>
                  <a:lnTo>
                    <a:pt x="1627633" y="2150650"/>
                  </a:lnTo>
                  <a:lnTo>
                    <a:pt x="1621841" y="2150650"/>
                  </a:lnTo>
                  <a:lnTo>
                    <a:pt x="1616048" y="2150650"/>
                  </a:lnTo>
                  <a:lnTo>
                    <a:pt x="1610256" y="2150650"/>
                  </a:lnTo>
                  <a:lnTo>
                    <a:pt x="1604464" y="2150650"/>
                  </a:lnTo>
                  <a:lnTo>
                    <a:pt x="1598672" y="2150650"/>
                  </a:lnTo>
                  <a:lnTo>
                    <a:pt x="1592879" y="2150650"/>
                  </a:lnTo>
                  <a:lnTo>
                    <a:pt x="1587087" y="2150650"/>
                  </a:lnTo>
                  <a:lnTo>
                    <a:pt x="1581295" y="2150650"/>
                  </a:lnTo>
                  <a:lnTo>
                    <a:pt x="1575502" y="2150650"/>
                  </a:lnTo>
                  <a:lnTo>
                    <a:pt x="1569710" y="2150650"/>
                  </a:lnTo>
                  <a:lnTo>
                    <a:pt x="1563918" y="2150650"/>
                  </a:lnTo>
                  <a:lnTo>
                    <a:pt x="1558125" y="2150650"/>
                  </a:lnTo>
                  <a:lnTo>
                    <a:pt x="1552333" y="2150650"/>
                  </a:lnTo>
                  <a:lnTo>
                    <a:pt x="1546541" y="2150650"/>
                  </a:lnTo>
                  <a:lnTo>
                    <a:pt x="1540749" y="2150650"/>
                  </a:lnTo>
                  <a:lnTo>
                    <a:pt x="1534956" y="2150650"/>
                  </a:lnTo>
                  <a:lnTo>
                    <a:pt x="1529164" y="2150650"/>
                  </a:lnTo>
                  <a:lnTo>
                    <a:pt x="1523372" y="2150650"/>
                  </a:lnTo>
                  <a:lnTo>
                    <a:pt x="1517579" y="2150650"/>
                  </a:lnTo>
                  <a:lnTo>
                    <a:pt x="1511787" y="2150650"/>
                  </a:lnTo>
                  <a:lnTo>
                    <a:pt x="1505995" y="2150650"/>
                  </a:lnTo>
                  <a:lnTo>
                    <a:pt x="1500203" y="2150650"/>
                  </a:lnTo>
                  <a:lnTo>
                    <a:pt x="1494410" y="2150650"/>
                  </a:lnTo>
                  <a:lnTo>
                    <a:pt x="1488618" y="2150650"/>
                  </a:lnTo>
                  <a:lnTo>
                    <a:pt x="1482826" y="2150650"/>
                  </a:lnTo>
                  <a:lnTo>
                    <a:pt x="1477033" y="2150650"/>
                  </a:lnTo>
                  <a:lnTo>
                    <a:pt x="1471241" y="2150650"/>
                  </a:lnTo>
                  <a:lnTo>
                    <a:pt x="1465449" y="2150650"/>
                  </a:lnTo>
                  <a:lnTo>
                    <a:pt x="1459657" y="2150650"/>
                  </a:lnTo>
                  <a:lnTo>
                    <a:pt x="1453864" y="2150650"/>
                  </a:lnTo>
                  <a:lnTo>
                    <a:pt x="1448072" y="2150650"/>
                  </a:lnTo>
                  <a:lnTo>
                    <a:pt x="1442280" y="2150650"/>
                  </a:lnTo>
                  <a:lnTo>
                    <a:pt x="1436487" y="2150650"/>
                  </a:lnTo>
                  <a:lnTo>
                    <a:pt x="1430695" y="2150650"/>
                  </a:lnTo>
                  <a:lnTo>
                    <a:pt x="1424903" y="2150650"/>
                  </a:lnTo>
                  <a:lnTo>
                    <a:pt x="1419111" y="2150650"/>
                  </a:lnTo>
                  <a:lnTo>
                    <a:pt x="1413318" y="2150650"/>
                  </a:lnTo>
                  <a:lnTo>
                    <a:pt x="1407526" y="2150650"/>
                  </a:lnTo>
                  <a:lnTo>
                    <a:pt x="1401734" y="2150650"/>
                  </a:lnTo>
                  <a:lnTo>
                    <a:pt x="1395941" y="2150650"/>
                  </a:lnTo>
                  <a:lnTo>
                    <a:pt x="1390149" y="2150650"/>
                  </a:lnTo>
                  <a:lnTo>
                    <a:pt x="1384357" y="2150650"/>
                  </a:lnTo>
                  <a:lnTo>
                    <a:pt x="1378564" y="2150650"/>
                  </a:lnTo>
                  <a:lnTo>
                    <a:pt x="1372772" y="2150650"/>
                  </a:lnTo>
                  <a:lnTo>
                    <a:pt x="1366980" y="2150650"/>
                  </a:lnTo>
                  <a:lnTo>
                    <a:pt x="1361188" y="2150650"/>
                  </a:lnTo>
                  <a:lnTo>
                    <a:pt x="1355395" y="2150650"/>
                  </a:lnTo>
                  <a:lnTo>
                    <a:pt x="1349603" y="2150650"/>
                  </a:lnTo>
                  <a:lnTo>
                    <a:pt x="1343811" y="2150650"/>
                  </a:lnTo>
                  <a:lnTo>
                    <a:pt x="1338018" y="2150650"/>
                  </a:lnTo>
                  <a:lnTo>
                    <a:pt x="1332226" y="2150650"/>
                  </a:lnTo>
                  <a:lnTo>
                    <a:pt x="1326434" y="2150650"/>
                  </a:lnTo>
                  <a:lnTo>
                    <a:pt x="1320642" y="2150650"/>
                  </a:lnTo>
                  <a:lnTo>
                    <a:pt x="1314849" y="2150650"/>
                  </a:lnTo>
                  <a:lnTo>
                    <a:pt x="1309057" y="2150650"/>
                  </a:lnTo>
                  <a:lnTo>
                    <a:pt x="1303265" y="2150650"/>
                  </a:lnTo>
                  <a:lnTo>
                    <a:pt x="1297472" y="2150650"/>
                  </a:lnTo>
                  <a:lnTo>
                    <a:pt x="1291680" y="2150650"/>
                  </a:lnTo>
                  <a:lnTo>
                    <a:pt x="1285888" y="2150650"/>
                  </a:lnTo>
                  <a:lnTo>
                    <a:pt x="1280096" y="2150650"/>
                  </a:lnTo>
                  <a:lnTo>
                    <a:pt x="1274303" y="2150650"/>
                  </a:lnTo>
                  <a:lnTo>
                    <a:pt x="1268511" y="2150650"/>
                  </a:lnTo>
                  <a:lnTo>
                    <a:pt x="1262719" y="2150650"/>
                  </a:lnTo>
                  <a:lnTo>
                    <a:pt x="1256926" y="2150650"/>
                  </a:lnTo>
                  <a:lnTo>
                    <a:pt x="1251134" y="2150650"/>
                  </a:lnTo>
                  <a:lnTo>
                    <a:pt x="1245342" y="2150650"/>
                  </a:lnTo>
                  <a:lnTo>
                    <a:pt x="1239550" y="2150650"/>
                  </a:lnTo>
                  <a:lnTo>
                    <a:pt x="1233757" y="2150650"/>
                  </a:lnTo>
                  <a:lnTo>
                    <a:pt x="1227965" y="2150650"/>
                  </a:lnTo>
                  <a:lnTo>
                    <a:pt x="1222173" y="2150650"/>
                  </a:lnTo>
                  <a:lnTo>
                    <a:pt x="1216380" y="2150650"/>
                  </a:lnTo>
                  <a:lnTo>
                    <a:pt x="1210588" y="2150650"/>
                  </a:lnTo>
                  <a:lnTo>
                    <a:pt x="1204796" y="2150650"/>
                  </a:lnTo>
                  <a:lnTo>
                    <a:pt x="1199004" y="2150650"/>
                  </a:lnTo>
                  <a:lnTo>
                    <a:pt x="1193211" y="2150650"/>
                  </a:lnTo>
                  <a:lnTo>
                    <a:pt x="1187419" y="2150650"/>
                  </a:lnTo>
                  <a:lnTo>
                    <a:pt x="1181627" y="2150650"/>
                  </a:lnTo>
                  <a:lnTo>
                    <a:pt x="1175834" y="2150650"/>
                  </a:lnTo>
                  <a:lnTo>
                    <a:pt x="1170042" y="2150650"/>
                  </a:lnTo>
                  <a:lnTo>
                    <a:pt x="1164250" y="2150650"/>
                  </a:lnTo>
                  <a:lnTo>
                    <a:pt x="1158457" y="2150650"/>
                  </a:lnTo>
                  <a:lnTo>
                    <a:pt x="1152665" y="2150650"/>
                  </a:lnTo>
                  <a:lnTo>
                    <a:pt x="1146873" y="2150650"/>
                  </a:lnTo>
                  <a:lnTo>
                    <a:pt x="1141081" y="2150650"/>
                  </a:lnTo>
                  <a:lnTo>
                    <a:pt x="1135288" y="2150650"/>
                  </a:lnTo>
                  <a:lnTo>
                    <a:pt x="1129496" y="2150650"/>
                  </a:lnTo>
                  <a:lnTo>
                    <a:pt x="1123704" y="2150650"/>
                  </a:lnTo>
                  <a:lnTo>
                    <a:pt x="1117911" y="2150650"/>
                  </a:lnTo>
                  <a:lnTo>
                    <a:pt x="1112119" y="2150650"/>
                  </a:lnTo>
                  <a:lnTo>
                    <a:pt x="1106327" y="2150650"/>
                  </a:lnTo>
                  <a:lnTo>
                    <a:pt x="1100535" y="2150650"/>
                  </a:lnTo>
                  <a:lnTo>
                    <a:pt x="1094742" y="2150650"/>
                  </a:lnTo>
                  <a:lnTo>
                    <a:pt x="1088950" y="2150650"/>
                  </a:lnTo>
                  <a:lnTo>
                    <a:pt x="1083158" y="2150650"/>
                  </a:lnTo>
                  <a:lnTo>
                    <a:pt x="1077365" y="2150650"/>
                  </a:lnTo>
                  <a:lnTo>
                    <a:pt x="1071573" y="2150650"/>
                  </a:lnTo>
                  <a:lnTo>
                    <a:pt x="1065781" y="2150650"/>
                  </a:lnTo>
                  <a:lnTo>
                    <a:pt x="1059989" y="2150650"/>
                  </a:lnTo>
                  <a:lnTo>
                    <a:pt x="1054196" y="2150650"/>
                  </a:lnTo>
                  <a:lnTo>
                    <a:pt x="1048404" y="2150650"/>
                  </a:lnTo>
                  <a:lnTo>
                    <a:pt x="1042612" y="2150650"/>
                  </a:lnTo>
                  <a:lnTo>
                    <a:pt x="1036819" y="2150650"/>
                  </a:lnTo>
                  <a:lnTo>
                    <a:pt x="1031027" y="2150650"/>
                  </a:lnTo>
                  <a:lnTo>
                    <a:pt x="1025235" y="2150650"/>
                  </a:lnTo>
                  <a:lnTo>
                    <a:pt x="1019443" y="2150650"/>
                  </a:lnTo>
                  <a:lnTo>
                    <a:pt x="1013650" y="2150650"/>
                  </a:lnTo>
                  <a:lnTo>
                    <a:pt x="1007858" y="2150650"/>
                  </a:lnTo>
                  <a:lnTo>
                    <a:pt x="1002066" y="2150650"/>
                  </a:lnTo>
                  <a:lnTo>
                    <a:pt x="996273" y="2150650"/>
                  </a:lnTo>
                  <a:lnTo>
                    <a:pt x="990481" y="2150650"/>
                  </a:lnTo>
                  <a:lnTo>
                    <a:pt x="984689" y="2150650"/>
                  </a:lnTo>
                  <a:lnTo>
                    <a:pt x="978896" y="2150650"/>
                  </a:lnTo>
                  <a:lnTo>
                    <a:pt x="973104" y="2150650"/>
                  </a:lnTo>
                  <a:lnTo>
                    <a:pt x="967312" y="2150650"/>
                  </a:lnTo>
                  <a:lnTo>
                    <a:pt x="961520" y="2150650"/>
                  </a:lnTo>
                  <a:lnTo>
                    <a:pt x="955727" y="2150650"/>
                  </a:lnTo>
                  <a:lnTo>
                    <a:pt x="949935" y="2150650"/>
                  </a:lnTo>
                  <a:lnTo>
                    <a:pt x="944143" y="2150650"/>
                  </a:lnTo>
                  <a:lnTo>
                    <a:pt x="938350" y="2150650"/>
                  </a:lnTo>
                  <a:lnTo>
                    <a:pt x="932558" y="2150650"/>
                  </a:lnTo>
                  <a:lnTo>
                    <a:pt x="926766" y="2150650"/>
                  </a:lnTo>
                  <a:lnTo>
                    <a:pt x="920974" y="2150650"/>
                  </a:lnTo>
                  <a:lnTo>
                    <a:pt x="915181" y="2150650"/>
                  </a:lnTo>
                  <a:lnTo>
                    <a:pt x="909389" y="2150650"/>
                  </a:lnTo>
                  <a:lnTo>
                    <a:pt x="903597" y="2150650"/>
                  </a:lnTo>
                  <a:lnTo>
                    <a:pt x="897804" y="2150650"/>
                  </a:lnTo>
                  <a:lnTo>
                    <a:pt x="892012" y="2150650"/>
                  </a:lnTo>
                  <a:lnTo>
                    <a:pt x="886220" y="2150650"/>
                  </a:lnTo>
                  <a:lnTo>
                    <a:pt x="880428" y="2150650"/>
                  </a:lnTo>
                  <a:lnTo>
                    <a:pt x="874635" y="2150650"/>
                  </a:lnTo>
                  <a:lnTo>
                    <a:pt x="868843" y="2150650"/>
                  </a:lnTo>
                  <a:lnTo>
                    <a:pt x="863051" y="2150650"/>
                  </a:lnTo>
                  <a:lnTo>
                    <a:pt x="857258" y="2150650"/>
                  </a:lnTo>
                  <a:lnTo>
                    <a:pt x="851466" y="2150650"/>
                  </a:lnTo>
                  <a:lnTo>
                    <a:pt x="845674" y="2150650"/>
                  </a:lnTo>
                  <a:lnTo>
                    <a:pt x="839882" y="2150650"/>
                  </a:lnTo>
                  <a:lnTo>
                    <a:pt x="834089" y="2150650"/>
                  </a:lnTo>
                  <a:lnTo>
                    <a:pt x="828297" y="2150650"/>
                  </a:lnTo>
                  <a:lnTo>
                    <a:pt x="822505" y="2150650"/>
                  </a:lnTo>
                  <a:lnTo>
                    <a:pt x="816712" y="2150650"/>
                  </a:lnTo>
                  <a:lnTo>
                    <a:pt x="810920" y="2150650"/>
                  </a:lnTo>
                  <a:lnTo>
                    <a:pt x="805128" y="2150650"/>
                  </a:lnTo>
                  <a:lnTo>
                    <a:pt x="799336" y="2150650"/>
                  </a:lnTo>
                  <a:lnTo>
                    <a:pt x="793543" y="2150650"/>
                  </a:lnTo>
                  <a:lnTo>
                    <a:pt x="787751" y="2150650"/>
                  </a:lnTo>
                  <a:lnTo>
                    <a:pt x="781959" y="2150650"/>
                  </a:lnTo>
                  <a:lnTo>
                    <a:pt x="776166" y="2150650"/>
                  </a:lnTo>
                  <a:lnTo>
                    <a:pt x="770374" y="2150650"/>
                  </a:lnTo>
                  <a:lnTo>
                    <a:pt x="764582" y="2150650"/>
                  </a:lnTo>
                  <a:lnTo>
                    <a:pt x="758789" y="2150650"/>
                  </a:lnTo>
                  <a:lnTo>
                    <a:pt x="752997" y="2150650"/>
                  </a:lnTo>
                  <a:lnTo>
                    <a:pt x="747205" y="2150650"/>
                  </a:lnTo>
                  <a:lnTo>
                    <a:pt x="741413" y="2150650"/>
                  </a:lnTo>
                  <a:lnTo>
                    <a:pt x="735620" y="2150650"/>
                  </a:lnTo>
                  <a:lnTo>
                    <a:pt x="729828" y="2150650"/>
                  </a:lnTo>
                  <a:lnTo>
                    <a:pt x="724036" y="2150650"/>
                  </a:lnTo>
                  <a:lnTo>
                    <a:pt x="718243" y="2150650"/>
                  </a:lnTo>
                  <a:lnTo>
                    <a:pt x="712451" y="2150650"/>
                  </a:lnTo>
                  <a:lnTo>
                    <a:pt x="706659" y="2150650"/>
                  </a:lnTo>
                  <a:lnTo>
                    <a:pt x="700867" y="2150650"/>
                  </a:lnTo>
                  <a:lnTo>
                    <a:pt x="695074" y="2150650"/>
                  </a:lnTo>
                  <a:lnTo>
                    <a:pt x="689282" y="2150650"/>
                  </a:lnTo>
                  <a:lnTo>
                    <a:pt x="683490" y="2150650"/>
                  </a:lnTo>
                  <a:lnTo>
                    <a:pt x="677697" y="2150650"/>
                  </a:lnTo>
                  <a:lnTo>
                    <a:pt x="671905" y="2150650"/>
                  </a:lnTo>
                  <a:lnTo>
                    <a:pt x="666113" y="2150650"/>
                  </a:lnTo>
                  <a:lnTo>
                    <a:pt x="660321" y="2150650"/>
                  </a:lnTo>
                  <a:lnTo>
                    <a:pt x="654528" y="2150650"/>
                  </a:lnTo>
                  <a:lnTo>
                    <a:pt x="648736" y="2150650"/>
                  </a:lnTo>
                  <a:lnTo>
                    <a:pt x="642944" y="2150650"/>
                  </a:lnTo>
                  <a:lnTo>
                    <a:pt x="637151" y="2150650"/>
                  </a:lnTo>
                  <a:lnTo>
                    <a:pt x="631359" y="2150650"/>
                  </a:lnTo>
                  <a:lnTo>
                    <a:pt x="625567" y="2150650"/>
                  </a:lnTo>
                  <a:lnTo>
                    <a:pt x="619775" y="2150650"/>
                  </a:lnTo>
                  <a:lnTo>
                    <a:pt x="613982" y="2150650"/>
                  </a:lnTo>
                  <a:lnTo>
                    <a:pt x="608190" y="2150650"/>
                  </a:lnTo>
                  <a:lnTo>
                    <a:pt x="602398" y="2150650"/>
                  </a:lnTo>
                  <a:lnTo>
                    <a:pt x="596605" y="2150650"/>
                  </a:lnTo>
                  <a:lnTo>
                    <a:pt x="590813" y="2150650"/>
                  </a:lnTo>
                  <a:lnTo>
                    <a:pt x="585021" y="2150650"/>
                  </a:lnTo>
                  <a:lnTo>
                    <a:pt x="579228" y="2150650"/>
                  </a:lnTo>
                  <a:lnTo>
                    <a:pt x="573436" y="2150650"/>
                  </a:lnTo>
                  <a:lnTo>
                    <a:pt x="567644" y="2150650"/>
                  </a:lnTo>
                  <a:lnTo>
                    <a:pt x="561852" y="2150650"/>
                  </a:lnTo>
                  <a:lnTo>
                    <a:pt x="556059" y="2150650"/>
                  </a:lnTo>
                  <a:lnTo>
                    <a:pt x="550267" y="2150650"/>
                  </a:lnTo>
                  <a:lnTo>
                    <a:pt x="544475" y="2150650"/>
                  </a:lnTo>
                  <a:lnTo>
                    <a:pt x="538682" y="2150650"/>
                  </a:lnTo>
                  <a:lnTo>
                    <a:pt x="532890" y="2150650"/>
                  </a:lnTo>
                  <a:lnTo>
                    <a:pt x="527098" y="2150650"/>
                  </a:lnTo>
                  <a:lnTo>
                    <a:pt x="521306" y="2150650"/>
                  </a:lnTo>
                  <a:lnTo>
                    <a:pt x="515513" y="2150650"/>
                  </a:lnTo>
                  <a:lnTo>
                    <a:pt x="509721" y="2150650"/>
                  </a:lnTo>
                  <a:lnTo>
                    <a:pt x="503929" y="2150650"/>
                  </a:lnTo>
                  <a:lnTo>
                    <a:pt x="498136" y="2150650"/>
                  </a:lnTo>
                  <a:lnTo>
                    <a:pt x="492344" y="2150650"/>
                  </a:lnTo>
                  <a:lnTo>
                    <a:pt x="486552" y="2150650"/>
                  </a:lnTo>
                  <a:lnTo>
                    <a:pt x="480760" y="2150650"/>
                  </a:lnTo>
                  <a:lnTo>
                    <a:pt x="474967" y="2150650"/>
                  </a:lnTo>
                  <a:lnTo>
                    <a:pt x="469175" y="2150650"/>
                  </a:lnTo>
                  <a:lnTo>
                    <a:pt x="463383" y="2150650"/>
                  </a:lnTo>
                  <a:lnTo>
                    <a:pt x="457590" y="2150650"/>
                  </a:lnTo>
                  <a:lnTo>
                    <a:pt x="451798" y="2150650"/>
                  </a:lnTo>
                  <a:lnTo>
                    <a:pt x="446006" y="2150650"/>
                  </a:lnTo>
                  <a:lnTo>
                    <a:pt x="440214" y="2150650"/>
                  </a:lnTo>
                  <a:lnTo>
                    <a:pt x="434421" y="2150650"/>
                  </a:lnTo>
                  <a:lnTo>
                    <a:pt x="428629" y="2150650"/>
                  </a:lnTo>
                  <a:lnTo>
                    <a:pt x="422837" y="2150650"/>
                  </a:lnTo>
                  <a:lnTo>
                    <a:pt x="417044" y="2150650"/>
                  </a:lnTo>
                  <a:lnTo>
                    <a:pt x="411252" y="2150650"/>
                  </a:lnTo>
                  <a:lnTo>
                    <a:pt x="405460" y="2150650"/>
                  </a:lnTo>
                  <a:lnTo>
                    <a:pt x="399668" y="2150650"/>
                  </a:lnTo>
                  <a:lnTo>
                    <a:pt x="393875" y="2150650"/>
                  </a:lnTo>
                  <a:lnTo>
                    <a:pt x="388083" y="2150650"/>
                  </a:lnTo>
                  <a:lnTo>
                    <a:pt x="382291" y="2150650"/>
                  </a:lnTo>
                  <a:lnTo>
                    <a:pt x="376498" y="2150650"/>
                  </a:lnTo>
                  <a:lnTo>
                    <a:pt x="370706" y="2150650"/>
                  </a:lnTo>
                  <a:lnTo>
                    <a:pt x="364914" y="2150650"/>
                  </a:lnTo>
                  <a:lnTo>
                    <a:pt x="359121" y="2150650"/>
                  </a:lnTo>
                  <a:lnTo>
                    <a:pt x="353329" y="2150650"/>
                  </a:lnTo>
                  <a:lnTo>
                    <a:pt x="347537" y="2150650"/>
                  </a:lnTo>
                  <a:lnTo>
                    <a:pt x="341745" y="2150650"/>
                  </a:lnTo>
                  <a:lnTo>
                    <a:pt x="335952" y="2150650"/>
                  </a:lnTo>
                  <a:lnTo>
                    <a:pt x="330160" y="2150650"/>
                  </a:lnTo>
                  <a:lnTo>
                    <a:pt x="324368" y="2150650"/>
                  </a:lnTo>
                  <a:lnTo>
                    <a:pt x="318575" y="2150650"/>
                  </a:lnTo>
                  <a:lnTo>
                    <a:pt x="312783" y="2150650"/>
                  </a:lnTo>
                  <a:lnTo>
                    <a:pt x="306991" y="2150650"/>
                  </a:lnTo>
                  <a:lnTo>
                    <a:pt x="301199" y="2150650"/>
                  </a:lnTo>
                  <a:lnTo>
                    <a:pt x="295406" y="2150650"/>
                  </a:lnTo>
                  <a:lnTo>
                    <a:pt x="289614" y="2150650"/>
                  </a:lnTo>
                  <a:lnTo>
                    <a:pt x="283822" y="2150650"/>
                  </a:lnTo>
                  <a:lnTo>
                    <a:pt x="278029" y="2150650"/>
                  </a:lnTo>
                  <a:lnTo>
                    <a:pt x="272237" y="2150650"/>
                  </a:lnTo>
                  <a:lnTo>
                    <a:pt x="266445" y="2150650"/>
                  </a:lnTo>
                  <a:lnTo>
                    <a:pt x="260653" y="2150650"/>
                  </a:lnTo>
                  <a:lnTo>
                    <a:pt x="254860" y="2150650"/>
                  </a:lnTo>
                  <a:lnTo>
                    <a:pt x="249068" y="2150650"/>
                  </a:lnTo>
                  <a:lnTo>
                    <a:pt x="243276" y="2150650"/>
                  </a:lnTo>
                  <a:lnTo>
                    <a:pt x="237483" y="2150650"/>
                  </a:lnTo>
                  <a:lnTo>
                    <a:pt x="231691" y="2150650"/>
                  </a:lnTo>
                  <a:lnTo>
                    <a:pt x="225899" y="2150650"/>
                  </a:lnTo>
                  <a:lnTo>
                    <a:pt x="220107" y="2150650"/>
                  </a:lnTo>
                  <a:lnTo>
                    <a:pt x="214314" y="2150650"/>
                  </a:lnTo>
                  <a:lnTo>
                    <a:pt x="208522" y="2150650"/>
                  </a:lnTo>
                  <a:lnTo>
                    <a:pt x="202730" y="2150650"/>
                  </a:lnTo>
                  <a:lnTo>
                    <a:pt x="196937" y="2150650"/>
                  </a:lnTo>
                  <a:lnTo>
                    <a:pt x="191145" y="2150650"/>
                  </a:lnTo>
                  <a:lnTo>
                    <a:pt x="185353" y="2150650"/>
                  </a:lnTo>
                  <a:lnTo>
                    <a:pt x="179560" y="2150650"/>
                  </a:lnTo>
                  <a:lnTo>
                    <a:pt x="173768" y="2150650"/>
                  </a:lnTo>
                  <a:lnTo>
                    <a:pt x="167976" y="2150650"/>
                  </a:lnTo>
                  <a:lnTo>
                    <a:pt x="162184" y="2150650"/>
                  </a:lnTo>
                  <a:lnTo>
                    <a:pt x="156391" y="2150650"/>
                  </a:lnTo>
                  <a:lnTo>
                    <a:pt x="150599" y="2150650"/>
                  </a:lnTo>
                  <a:lnTo>
                    <a:pt x="144807" y="2150650"/>
                  </a:lnTo>
                  <a:lnTo>
                    <a:pt x="139014" y="2150650"/>
                  </a:lnTo>
                  <a:lnTo>
                    <a:pt x="133222" y="2150650"/>
                  </a:lnTo>
                  <a:lnTo>
                    <a:pt x="127430" y="2150650"/>
                  </a:lnTo>
                  <a:lnTo>
                    <a:pt x="121638" y="2150650"/>
                  </a:lnTo>
                  <a:lnTo>
                    <a:pt x="115845" y="2150650"/>
                  </a:lnTo>
                  <a:lnTo>
                    <a:pt x="110053" y="2150650"/>
                  </a:lnTo>
                  <a:lnTo>
                    <a:pt x="104261" y="2150650"/>
                  </a:lnTo>
                  <a:lnTo>
                    <a:pt x="98468" y="2150650"/>
                  </a:lnTo>
                  <a:lnTo>
                    <a:pt x="92676" y="2150650"/>
                  </a:lnTo>
                  <a:lnTo>
                    <a:pt x="86884" y="2150650"/>
                  </a:lnTo>
                  <a:lnTo>
                    <a:pt x="81092" y="2150650"/>
                  </a:lnTo>
                  <a:lnTo>
                    <a:pt x="75299" y="2150650"/>
                  </a:lnTo>
                  <a:lnTo>
                    <a:pt x="69507" y="2150650"/>
                  </a:lnTo>
                  <a:lnTo>
                    <a:pt x="63715" y="2150650"/>
                  </a:lnTo>
                  <a:lnTo>
                    <a:pt x="57922" y="2150650"/>
                  </a:lnTo>
                  <a:lnTo>
                    <a:pt x="52130" y="2150650"/>
                  </a:lnTo>
                  <a:lnTo>
                    <a:pt x="46338" y="2150650"/>
                  </a:lnTo>
                  <a:lnTo>
                    <a:pt x="40546" y="2150650"/>
                  </a:lnTo>
                  <a:lnTo>
                    <a:pt x="34753" y="2150650"/>
                  </a:lnTo>
                  <a:lnTo>
                    <a:pt x="28961" y="2150650"/>
                  </a:lnTo>
                  <a:lnTo>
                    <a:pt x="23169" y="2150650"/>
                  </a:lnTo>
                  <a:lnTo>
                    <a:pt x="17376" y="2150650"/>
                  </a:lnTo>
                  <a:lnTo>
                    <a:pt x="11584" y="2150650"/>
                  </a:lnTo>
                  <a:lnTo>
                    <a:pt x="5792" y="2150650"/>
                  </a:lnTo>
                  <a:lnTo>
                    <a:pt x="0" y="2150650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7014496" y="1109687"/>
              <a:ext cx="2959860" cy="2135979"/>
            </a:xfrm>
            <a:custGeom>
              <a:avLst/>
              <a:pathLst>
                <a:path w="2959860" h="2135979">
                  <a:moveTo>
                    <a:pt x="0" y="2135979"/>
                  </a:moveTo>
                  <a:lnTo>
                    <a:pt x="5792" y="2135438"/>
                  </a:lnTo>
                  <a:lnTo>
                    <a:pt x="11584" y="2134893"/>
                  </a:lnTo>
                  <a:lnTo>
                    <a:pt x="17376" y="2134344"/>
                  </a:lnTo>
                  <a:lnTo>
                    <a:pt x="23169" y="2133792"/>
                  </a:lnTo>
                  <a:lnTo>
                    <a:pt x="28961" y="2133238"/>
                  </a:lnTo>
                  <a:lnTo>
                    <a:pt x="34753" y="2132681"/>
                  </a:lnTo>
                  <a:lnTo>
                    <a:pt x="40546" y="2132120"/>
                  </a:lnTo>
                  <a:lnTo>
                    <a:pt x="46338" y="2131557"/>
                  </a:lnTo>
                  <a:lnTo>
                    <a:pt x="52130" y="2130992"/>
                  </a:lnTo>
                  <a:lnTo>
                    <a:pt x="57922" y="2130424"/>
                  </a:lnTo>
                  <a:lnTo>
                    <a:pt x="63715" y="2129852"/>
                  </a:lnTo>
                  <a:lnTo>
                    <a:pt x="69507" y="2129276"/>
                  </a:lnTo>
                  <a:lnTo>
                    <a:pt x="75299" y="2128698"/>
                  </a:lnTo>
                  <a:lnTo>
                    <a:pt x="81092" y="2128116"/>
                  </a:lnTo>
                  <a:lnTo>
                    <a:pt x="86884" y="2127530"/>
                  </a:lnTo>
                  <a:lnTo>
                    <a:pt x="92676" y="2126939"/>
                  </a:lnTo>
                  <a:lnTo>
                    <a:pt x="98468" y="2126344"/>
                  </a:lnTo>
                  <a:lnTo>
                    <a:pt x="104261" y="2125744"/>
                  </a:lnTo>
                  <a:lnTo>
                    <a:pt x="110053" y="2125139"/>
                  </a:lnTo>
                  <a:lnTo>
                    <a:pt x="115845" y="2124528"/>
                  </a:lnTo>
                  <a:lnTo>
                    <a:pt x="121638" y="2123912"/>
                  </a:lnTo>
                  <a:lnTo>
                    <a:pt x="127430" y="2123290"/>
                  </a:lnTo>
                  <a:lnTo>
                    <a:pt x="133222" y="2122662"/>
                  </a:lnTo>
                  <a:lnTo>
                    <a:pt x="139014" y="2122025"/>
                  </a:lnTo>
                  <a:lnTo>
                    <a:pt x="144807" y="2121383"/>
                  </a:lnTo>
                  <a:lnTo>
                    <a:pt x="150599" y="2120734"/>
                  </a:lnTo>
                  <a:lnTo>
                    <a:pt x="156391" y="2120079"/>
                  </a:lnTo>
                  <a:lnTo>
                    <a:pt x="162184" y="2119414"/>
                  </a:lnTo>
                  <a:lnTo>
                    <a:pt x="167976" y="2118741"/>
                  </a:lnTo>
                  <a:lnTo>
                    <a:pt x="173768" y="2118062"/>
                  </a:lnTo>
                  <a:lnTo>
                    <a:pt x="179560" y="2117375"/>
                  </a:lnTo>
                  <a:lnTo>
                    <a:pt x="185353" y="2116679"/>
                  </a:lnTo>
                  <a:lnTo>
                    <a:pt x="191145" y="2115974"/>
                  </a:lnTo>
                  <a:lnTo>
                    <a:pt x="196937" y="2115261"/>
                  </a:lnTo>
                  <a:lnTo>
                    <a:pt x="202730" y="2114540"/>
                  </a:lnTo>
                  <a:lnTo>
                    <a:pt x="208522" y="2113810"/>
                  </a:lnTo>
                  <a:lnTo>
                    <a:pt x="214314" y="2113069"/>
                  </a:lnTo>
                  <a:lnTo>
                    <a:pt x="220107" y="2112320"/>
                  </a:lnTo>
                  <a:lnTo>
                    <a:pt x="225899" y="2111563"/>
                  </a:lnTo>
                  <a:lnTo>
                    <a:pt x="231691" y="2110796"/>
                  </a:lnTo>
                  <a:lnTo>
                    <a:pt x="237483" y="2110018"/>
                  </a:lnTo>
                  <a:lnTo>
                    <a:pt x="243276" y="2109231"/>
                  </a:lnTo>
                  <a:lnTo>
                    <a:pt x="249068" y="2108435"/>
                  </a:lnTo>
                  <a:lnTo>
                    <a:pt x="254860" y="2107629"/>
                  </a:lnTo>
                  <a:lnTo>
                    <a:pt x="260653" y="2106811"/>
                  </a:lnTo>
                  <a:lnTo>
                    <a:pt x="266445" y="2105983"/>
                  </a:lnTo>
                  <a:lnTo>
                    <a:pt x="272237" y="2105146"/>
                  </a:lnTo>
                  <a:lnTo>
                    <a:pt x="278029" y="2104300"/>
                  </a:lnTo>
                  <a:lnTo>
                    <a:pt x="283822" y="2103441"/>
                  </a:lnTo>
                  <a:lnTo>
                    <a:pt x="289614" y="2102572"/>
                  </a:lnTo>
                  <a:lnTo>
                    <a:pt x="295406" y="2101694"/>
                  </a:lnTo>
                  <a:lnTo>
                    <a:pt x="301199" y="2100806"/>
                  </a:lnTo>
                  <a:lnTo>
                    <a:pt x="306991" y="2099906"/>
                  </a:lnTo>
                  <a:lnTo>
                    <a:pt x="312783" y="2098995"/>
                  </a:lnTo>
                  <a:lnTo>
                    <a:pt x="318575" y="2098075"/>
                  </a:lnTo>
                  <a:lnTo>
                    <a:pt x="324368" y="2097146"/>
                  </a:lnTo>
                  <a:lnTo>
                    <a:pt x="330160" y="2096207"/>
                  </a:lnTo>
                  <a:lnTo>
                    <a:pt x="335952" y="2095256"/>
                  </a:lnTo>
                  <a:lnTo>
                    <a:pt x="341745" y="2094296"/>
                  </a:lnTo>
                  <a:lnTo>
                    <a:pt x="347537" y="2093327"/>
                  </a:lnTo>
                  <a:lnTo>
                    <a:pt x="353329" y="2092349"/>
                  </a:lnTo>
                  <a:lnTo>
                    <a:pt x="359121" y="2091358"/>
                  </a:lnTo>
                  <a:lnTo>
                    <a:pt x="364914" y="2090358"/>
                  </a:lnTo>
                  <a:lnTo>
                    <a:pt x="370706" y="2089350"/>
                  </a:lnTo>
                  <a:lnTo>
                    <a:pt x="376498" y="2088332"/>
                  </a:lnTo>
                  <a:lnTo>
                    <a:pt x="382291" y="2087300"/>
                  </a:lnTo>
                  <a:lnTo>
                    <a:pt x="388083" y="2086258"/>
                  </a:lnTo>
                  <a:lnTo>
                    <a:pt x="393875" y="2085205"/>
                  </a:lnTo>
                  <a:lnTo>
                    <a:pt x="399668" y="2084141"/>
                  </a:lnTo>
                  <a:lnTo>
                    <a:pt x="405460" y="2083062"/>
                  </a:lnTo>
                  <a:lnTo>
                    <a:pt x="411252" y="2081967"/>
                  </a:lnTo>
                  <a:lnTo>
                    <a:pt x="417044" y="2080858"/>
                  </a:lnTo>
                  <a:lnTo>
                    <a:pt x="422837" y="2079735"/>
                  </a:lnTo>
                  <a:lnTo>
                    <a:pt x="428629" y="2078592"/>
                  </a:lnTo>
                  <a:lnTo>
                    <a:pt x="434421" y="2077427"/>
                  </a:lnTo>
                  <a:lnTo>
                    <a:pt x="440214" y="2076242"/>
                  </a:lnTo>
                  <a:lnTo>
                    <a:pt x="446006" y="2075037"/>
                  </a:lnTo>
                  <a:lnTo>
                    <a:pt x="451798" y="2073807"/>
                  </a:lnTo>
                  <a:lnTo>
                    <a:pt x="457590" y="2072545"/>
                  </a:lnTo>
                  <a:lnTo>
                    <a:pt x="463383" y="2071256"/>
                  </a:lnTo>
                  <a:lnTo>
                    <a:pt x="469175" y="2069939"/>
                  </a:lnTo>
                  <a:lnTo>
                    <a:pt x="474967" y="2068593"/>
                  </a:lnTo>
                  <a:lnTo>
                    <a:pt x="480760" y="2067202"/>
                  </a:lnTo>
                  <a:lnTo>
                    <a:pt x="486552" y="2065778"/>
                  </a:lnTo>
                  <a:lnTo>
                    <a:pt x="492344" y="2064318"/>
                  </a:lnTo>
                  <a:lnTo>
                    <a:pt x="498136" y="2062823"/>
                  </a:lnTo>
                  <a:lnTo>
                    <a:pt x="503929" y="2061279"/>
                  </a:lnTo>
                  <a:lnTo>
                    <a:pt x="509721" y="2059691"/>
                  </a:lnTo>
                  <a:lnTo>
                    <a:pt x="515513" y="2058064"/>
                  </a:lnTo>
                  <a:lnTo>
                    <a:pt x="521306" y="2056398"/>
                  </a:lnTo>
                  <a:lnTo>
                    <a:pt x="527098" y="2054682"/>
                  </a:lnTo>
                  <a:lnTo>
                    <a:pt x="532890" y="2052917"/>
                  </a:lnTo>
                  <a:lnTo>
                    <a:pt x="538682" y="2051113"/>
                  </a:lnTo>
                  <a:lnTo>
                    <a:pt x="544475" y="2049269"/>
                  </a:lnTo>
                  <a:lnTo>
                    <a:pt x="550267" y="2047381"/>
                  </a:lnTo>
                  <a:lnTo>
                    <a:pt x="556059" y="2045444"/>
                  </a:lnTo>
                  <a:lnTo>
                    <a:pt x="561852" y="2043472"/>
                  </a:lnTo>
                  <a:lnTo>
                    <a:pt x="567644" y="2041466"/>
                  </a:lnTo>
                  <a:lnTo>
                    <a:pt x="573436" y="2039426"/>
                  </a:lnTo>
                  <a:lnTo>
                    <a:pt x="579228" y="2037344"/>
                  </a:lnTo>
                  <a:lnTo>
                    <a:pt x="585021" y="2035236"/>
                  </a:lnTo>
                  <a:lnTo>
                    <a:pt x="590813" y="2033103"/>
                  </a:lnTo>
                  <a:lnTo>
                    <a:pt x="596605" y="2030947"/>
                  </a:lnTo>
                  <a:lnTo>
                    <a:pt x="602398" y="2028765"/>
                  </a:lnTo>
                  <a:lnTo>
                    <a:pt x="608190" y="2026567"/>
                  </a:lnTo>
                  <a:lnTo>
                    <a:pt x="613982" y="2024355"/>
                  </a:lnTo>
                  <a:lnTo>
                    <a:pt x="619775" y="2022132"/>
                  </a:lnTo>
                  <a:lnTo>
                    <a:pt x="625567" y="2019899"/>
                  </a:lnTo>
                  <a:lnTo>
                    <a:pt x="631359" y="2017659"/>
                  </a:lnTo>
                  <a:lnTo>
                    <a:pt x="637151" y="2015416"/>
                  </a:lnTo>
                  <a:lnTo>
                    <a:pt x="642944" y="2013171"/>
                  </a:lnTo>
                  <a:lnTo>
                    <a:pt x="648736" y="2010926"/>
                  </a:lnTo>
                  <a:lnTo>
                    <a:pt x="654528" y="2008681"/>
                  </a:lnTo>
                  <a:lnTo>
                    <a:pt x="660321" y="2006438"/>
                  </a:lnTo>
                  <a:lnTo>
                    <a:pt x="666113" y="2004196"/>
                  </a:lnTo>
                  <a:lnTo>
                    <a:pt x="671905" y="2001955"/>
                  </a:lnTo>
                  <a:lnTo>
                    <a:pt x="677697" y="1999713"/>
                  </a:lnTo>
                  <a:lnTo>
                    <a:pt x="683490" y="1997469"/>
                  </a:lnTo>
                  <a:lnTo>
                    <a:pt x="689282" y="1995221"/>
                  </a:lnTo>
                  <a:lnTo>
                    <a:pt x="695074" y="1992967"/>
                  </a:lnTo>
                  <a:lnTo>
                    <a:pt x="700867" y="1990699"/>
                  </a:lnTo>
                  <a:lnTo>
                    <a:pt x="706659" y="1988416"/>
                  </a:lnTo>
                  <a:lnTo>
                    <a:pt x="712451" y="1986114"/>
                  </a:lnTo>
                  <a:lnTo>
                    <a:pt x="718243" y="1983791"/>
                  </a:lnTo>
                  <a:lnTo>
                    <a:pt x="724036" y="1981432"/>
                  </a:lnTo>
                  <a:lnTo>
                    <a:pt x="729828" y="1979034"/>
                  </a:lnTo>
                  <a:lnTo>
                    <a:pt x="735620" y="1976596"/>
                  </a:lnTo>
                  <a:lnTo>
                    <a:pt x="741413" y="1974114"/>
                  </a:lnTo>
                  <a:lnTo>
                    <a:pt x="747205" y="1971573"/>
                  </a:lnTo>
                  <a:lnTo>
                    <a:pt x="752997" y="1968960"/>
                  </a:lnTo>
                  <a:lnTo>
                    <a:pt x="758789" y="1966284"/>
                  </a:lnTo>
                  <a:lnTo>
                    <a:pt x="764582" y="1963539"/>
                  </a:lnTo>
                  <a:lnTo>
                    <a:pt x="770374" y="1960716"/>
                  </a:lnTo>
                  <a:lnTo>
                    <a:pt x="776166" y="1957785"/>
                  </a:lnTo>
                  <a:lnTo>
                    <a:pt x="781959" y="1954768"/>
                  </a:lnTo>
                  <a:lnTo>
                    <a:pt x="787751" y="1951664"/>
                  </a:lnTo>
                  <a:lnTo>
                    <a:pt x="793543" y="1948469"/>
                  </a:lnTo>
                  <a:lnTo>
                    <a:pt x="799336" y="1945138"/>
                  </a:lnTo>
                  <a:lnTo>
                    <a:pt x="805128" y="1941707"/>
                  </a:lnTo>
                  <a:lnTo>
                    <a:pt x="810920" y="1938178"/>
                  </a:lnTo>
                  <a:lnTo>
                    <a:pt x="816712" y="1934550"/>
                  </a:lnTo>
                  <a:lnTo>
                    <a:pt x="822505" y="1930788"/>
                  </a:lnTo>
                  <a:lnTo>
                    <a:pt x="828297" y="1926917"/>
                  </a:lnTo>
                  <a:lnTo>
                    <a:pt x="834089" y="1922949"/>
                  </a:lnTo>
                  <a:lnTo>
                    <a:pt x="839882" y="1918887"/>
                  </a:lnTo>
                  <a:lnTo>
                    <a:pt x="845674" y="1914713"/>
                  </a:lnTo>
                  <a:lnTo>
                    <a:pt x="851466" y="1910434"/>
                  </a:lnTo>
                  <a:lnTo>
                    <a:pt x="857258" y="1906076"/>
                  </a:lnTo>
                  <a:lnTo>
                    <a:pt x="863051" y="1901642"/>
                  </a:lnTo>
                  <a:lnTo>
                    <a:pt x="868843" y="1897131"/>
                  </a:lnTo>
                  <a:lnTo>
                    <a:pt x="874635" y="1892540"/>
                  </a:lnTo>
                  <a:lnTo>
                    <a:pt x="880428" y="1887899"/>
                  </a:lnTo>
                  <a:lnTo>
                    <a:pt x="886220" y="1883213"/>
                  </a:lnTo>
                  <a:lnTo>
                    <a:pt x="892012" y="1878490"/>
                  </a:lnTo>
                  <a:lnTo>
                    <a:pt x="897804" y="1873731"/>
                  </a:lnTo>
                  <a:lnTo>
                    <a:pt x="903597" y="1868959"/>
                  </a:lnTo>
                  <a:lnTo>
                    <a:pt x="909389" y="1864183"/>
                  </a:lnTo>
                  <a:lnTo>
                    <a:pt x="915181" y="1859408"/>
                  </a:lnTo>
                  <a:lnTo>
                    <a:pt x="920974" y="1854652"/>
                  </a:lnTo>
                  <a:lnTo>
                    <a:pt x="926766" y="1849926"/>
                  </a:lnTo>
                  <a:lnTo>
                    <a:pt x="932558" y="1845235"/>
                  </a:lnTo>
                  <a:lnTo>
                    <a:pt x="938350" y="1840586"/>
                  </a:lnTo>
                  <a:lnTo>
                    <a:pt x="944143" y="1836003"/>
                  </a:lnTo>
                  <a:lnTo>
                    <a:pt x="949935" y="1831495"/>
                  </a:lnTo>
                  <a:lnTo>
                    <a:pt x="955727" y="1827058"/>
                  </a:lnTo>
                  <a:lnTo>
                    <a:pt x="961520" y="1822698"/>
                  </a:lnTo>
                  <a:lnTo>
                    <a:pt x="967312" y="1818434"/>
                  </a:lnTo>
                  <a:lnTo>
                    <a:pt x="973104" y="1814289"/>
                  </a:lnTo>
                  <a:lnTo>
                    <a:pt x="978896" y="1810243"/>
                  </a:lnTo>
                  <a:lnTo>
                    <a:pt x="984689" y="1806297"/>
                  </a:lnTo>
                  <a:lnTo>
                    <a:pt x="990481" y="1802463"/>
                  </a:lnTo>
                  <a:lnTo>
                    <a:pt x="996273" y="1798781"/>
                  </a:lnTo>
                  <a:lnTo>
                    <a:pt x="1002066" y="1795212"/>
                  </a:lnTo>
                  <a:lnTo>
                    <a:pt x="1007858" y="1791757"/>
                  </a:lnTo>
                  <a:lnTo>
                    <a:pt x="1013650" y="1788417"/>
                  </a:lnTo>
                  <a:lnTo>
                    <a:pt x="1019443" y="1785238"/>
                  </a:lnTo>
                  <a:lnTo>
                    <a:pt x="1025235" y="1782179"/>
                  </a:lnTo>
                  <a:lnTo>
                    <a:pt x="1031027" y="1779233"/>
                  </a:lnTo>
                  <a:lnTo>
                    <a:pt x="1036819" y="1776400"/>
                  </a:lnTo>
                  <a:lnTo>
                    <a:pt x="1042612" y="1773709"/>
                  </a:lnTo>
                  <a:lnTo>
                    <a:pt x="1048404" y="1771140"/>
                  </a:lnTo>
                  <a:lnTo>
                    <a:pt x="1054196" y="1768673"/>
                  </a:lnTo>
                  <a:lnTo>
                    <a:pt x="1059989" y="1766305"/>
                  </a:lnTo>
                  <a:lnTo>
                    <a:pt x="1065781" y="1764051"/>
                  </a:lnTo>
                  <a:lnTo>
                    <a:pt x="1071573" y="1761908"/>
                  </a:lnTo>
                  <a:lnTo>
                    <a:pt x="1077365" y="1759850"/>
                  </a:lnTo>
                  <a:lnTo>
                    <a:pt x="1083158" y="1757871"/>
                  </a:lnTo>
                  <a:lnTo>
                    <a:pt x="1088950" y="1755975"/>
                  </a:lnTo>
                  <a:lnTo>
                    <a:pt x="1094742" y="1754173"/>
                  </a:lnTo>
                  <a:lnTo>
                    <a:pt x="1100535" y="1752434"/>
                  </a:lnTo>
                  <a:lnTo>
                    <a:pt x="1106327" y="1750754"/>
                  </a:lnTo>
                  <a:lnTo>
                    <a:pt x="1112119" y="1749129"/>
                  </a:lnTo>
                  <a:lnTo>
                    <a:pt x="1117911" y="1747575"/>
                  </a:lnTo>
                  <a:lnTo>
                    <a:pt x="1123704" y="1746067"/>
                  </a:lnTo>
                  <a:lnTo>
                    <a:pt x="1129496" y="1744599"/>
                  </a:lnTo>
                  <a:lnTo>
                    <a:pt x="1135288" y="1743169"/>
                  </a:lnTo>
                  <a:lnTo>
                    <a:pt x="1141081" y="1741785"/>
                  </a:lnTo>
                  <a:lnTo>
                    <a:pt x="1146873" y="1740436"/>
                  </a:lnTo>
                  <a:lnTo>
                    <a:pt x="1152665" y="1739115"/>
                  </a:lnTo>
                  <a:lnTo>
                    <a:pt x="1158457" y="1737822"/>
                  </a:lnTo>
                  <a:lnTo>
                    <a:pt x="1164250" y="1736560"/>
                  </a:lnTo>
                  <a:lnTo>
                    <a:pt x="1170042" y="1735327"/>
                  </a:lnTo>
                  <a:lnTo>
                    <a:pt x="1175834" y="1734118"/>
                  </a:lnTo>
                  <a:lnTo>
                    <a:pt x="1181627" y="1732931"/>
                  </a:lnTo>
                  <a:lnTo>
                    <a:pt x="1187419" y="1731768"/>
                  </a:lnTo>
                  <a:lnTo>
                    <a:pt x="1193211" y="1730636"/>
                  </a:lnTo>
                  <a:lnTo>
                    <a:pt x="1199004" y="1729525"/>
                  </a:lnTo>
                  <a:lnTo>
                    <a:pt x="1204796" y="1728436"/>
                  </a:lnTo>
                  <a:lnTo>
                    <a:pt x="1210588" y="1727369"/>
                  </a:lnTo>
                  <a:lnTo>
                    <a:pt x="1216380" y="1726334"/>
                  </a:lnTo>
                  <a:lnTo>
                    <a:pt x="1222173" y="1725320"/>
                  </a:lnTo>
                  <a:lnTo>
                    <a:pt x="1227965" y="1724326"/>
                  </a:lnTo>
                  <a:lnTo>
                    <a:pt x="1233757" y="1723352"/>
                  </a:lnTo>
                  <a:lnTo>
                    <a:pt x="1239550" y="1722403"/>
                  </a:lnTo>
                  <a:lnTo>
                    <a:pt x="1245342" y="1721470"/>
                  </a:lnTo>
                  <a:lnTo>
                    <a:pt x="1251134" y="1720551"/>
                  </a:lnTo>
                  <a:lnTo>
                    <a:pt x="1256926" y="1719642"/>
                  </a:lnTo>
                  <a:lnTo>
                    <a:pt x="1262719" y="1718741"/>
                  </a:lnTo>
                  <a:lnTo>
                    <a:pt x="1268511" y="1717842"/>
                  </a:lnTo>
                  <a:lnTo>
                    <a:pt x="1274303" y="1716938"/>
                  </a:lnTo>
                  <a:lnTo>
                    <a:pt x="1280096" y="1716025"/>
                  </a:lnTo>
                  <a:lnTo>
                    <a:pt x="1285888" y="1715094"/>
                  </a:lnTo>
                  <a:lnTo>
                    <a:pt x="1291680" y="1714132"/>
                  </a:lnTo>
                  <a:lnTo>
                    <a:pt x="1297472" y="1713137"/>
                  </a:lnTo>
                  <a:lnTo>
                    <a:pt x="1303265" y="1712101"/>
                  </a:lnTo>
                  <a:lnTo>
                    <a:pt x="1309057" y="1711017"/>
                  </a:lnTo>
                  <a:lnTo>
                    <a:pt x="1314849" y="1709852"/>
                  </a:lnTo>
                  <a:lnTo>
                    <a:pt x="1320642" y="1708616"/>
                  </a:lnTo>
                  <a:lnTo>
                    <a:pt x="1326434" y="1707302"/>
                  </a:lnTo>
                  <a:lnTo>
                    <a:pt x="1332226" y="1705904"/>
                  </a:lnTo>
                  <a:lnTo>
                    <a:pt x="1338018" y="1704372"/>
                  </a:lnTo>
                  <a:lnTo>
                    <a:pt x="1343811" y="1702726"/>
                  </a:lnTo>
                  <a:lnTo>
                    <a:pt x="1349603" y="1700964"/>
                  </a:lnTo>
                  <a:lnTo>
                    <a:pt x="1355395" y="1699082"/>
                  </a:lnTo>
                  <a:lnTo>
                    <a:pt x="1361188" y="1697030"/>
                  </a:lnTo>
                  <a:lnTo>
                    <a:pt x="1366980" y="1694817"/>
                  </a:lnTo>
                  <a:lnTo>
                    <a:pt x="1372772" y="1692460"/>
                  </a:lnTo>
                  <a:lnTo>
                    <a:pt x="1378564" y="1689953"/>
                  </a:lnTo>
                  <a:lnTo>
                    <a:pt x="1384357" y="1687264"/>
                  </a:lnTo>
                  <a:lnTo>
                    <a:pt x="1390149" y="1684376"/>
                  </a:lnTo>
                  <a:lnTo>
                    <a:pt x="1395941" y="1681329"/>
                  </a:lnTo>
                  <a:lnTo>
                    <a:pt x="1401734" y="1678123"/>
                  </a:lnTo>
                  <a:lnTo>
                    <a:pt x="1407526" y="1674743"/>
                  </a:lnTo>
                  <a:lnTo>
                    <a:pt x="1413318" y="1671148"/>
                  </a:lnTo>
                  <a:lnTo>
                    <a:pt x="1419111" y="1667399"/>
                  </a:lnTo>
                  <a:lnTo>
                    <a:pt x="1424903" y="1663499"/>
                  </a:lnTo>
                  <a:lnTo>
                    <a:pt x="1430695" y="1659451"/>
                  </a:lnTo>
                  <a:lnTo>
                    <a:pt x="1436487" y="1655204"/>
                  </a:lnTo>
                  <a:lnTo>
                    <a:pt x="1442280" y="1650824"/>
                  </a:lnTo>
                  <a:lnTo>
                    <a:pt x="1448072" y="1646320"/>
                  </a:lnTo>
                  <a:lnTo>
                    <a:pt x="1453864" y="1641698"/>
                  </a:lnTo>
                  <a:lnTo>
                    <a:pt x="1459657" y="1636933"/>
                  </a:lnTo>
                  <a:lnTo>
                    <a:pt x="1465449" y="1632062"/>
                  </a:lnTo>
                  <a:lnTo>
                    <a:pt x="1471241" y="1627105"/>
                  </a:lnTo>
                  <a:lnTo>
                    <a:pt x="1477033" y="1622070"/>
                  </a:lnTo>
                  <a:lnTo>
                    <a:pt x="1482826" y="1616952"/>
                  </a:lnTo>
                  <a:lnTo>
                    <a:pt x="1488618" y="1611766"/>
                  </a:lnTo>
                  <a:lnTo>
                    <a:pt x="1494410" y="1606534"/>
                  </a:lnTo>
                  <a:lnTo>
                    <a:pt x="1500203" y="1601264"/>
                  </a:lnTo>
                  <a:lnTo>
                    <a:pt x="1505995" y="1595959"/>
                  </a:lnTo>
                  <a:lnTo>
                    <a:pt x="1511787" y="1590627"/>
                  </a:lnTo>
                  <a:lnTo>
                    <a:pt x="1517579" y="1585282"/>
                  </a:lnTo>
                  <a:lnTo>
                    <a:pt x="1523372" y="1579928"/>
                  </a:lnTo>
                  <a:lnTo>
                    <a:pt x="1529164" y="1574569"/>
                  </a:lnTo>
                  <a:lnTo>
                    <a:pt x="1534956" y="1569212"/>
                  </a:lnTo>
                  <a:lnTo>
                    <a:pt x="1540749" y="1563858"/>
                  </a:lnTo>
                  <a:lnTo>
                    <a:pt x="1546541" y="1558509"/>
                  </a:lnTo>
                  <a:lnTo>
                    <a:pt x="1552333" y="1553165"/>
                  </a:lnTo>
                  <a:lnTo>
                    <a:pt x="1558125" y="1547827"/>
                  </a:lnTo>
                  <a:lnTo>
                    <a:pt x="1563918" y="1542490"/>
                  </a:lnTo>
                  <a:lnTo>
                    <a:pt x="1569710" y="1537152"/>
                  </a:lnTo>
                  <a:lnTo>
                    <a:pt x="1575502" y="1531808"/>
                  </a:lnTo>
                  <a:lnTo>
                    <a:pt x="1581295" y="1526453"/>
                  </a:lnTo>
                  <a:lnTo>
                    <a:pt x="1587087" y="1521075"/>
                  </a:lnTo>
                  <a:lnTo>
                    <a:pt x="1592879" y="1515673"/>
                  </a:lnTo>
                  <a:lnTo>
                    <a:pt x="1598672" y="1510240"/>
                  </a:lnTo>
                  <a:lnTo>
                    <a:pt x="1604464" y="1504763"/>
                  </a:lnTo>
                  <a:lnTo>
                    <a:pt x="1610256" y="1499223"/>
                  </a:lnTo>
                  <a:lnTo>
                    <a:pt x="1616048" y="1493625"/>
                  </a:lnTo>
                  <a:lnTo>
                    <a:pt x="1621841" y="1487961"/>
                  </a:lnTo>
                  <a:lnTo>
                    <a:pt x="1627633" y="1482223"/>
                  </a:lnTo>
                  <a:lnTo>
                    <a:pt x="1633425" y="1476369"/>
                  </a:lnTo>
                  <a:lnTo>
                    <a:pt x="1639218" y="1470423"/>
                  </a:lnTo>
                  <a:lnTo>
                    <a:pt x="1645010" y="1464380"/>
                  </a:lnTo>
                  <a:lnTo>
                    <a:pt x="1650802" y="1458235"/>
                  </a:lnTo>
                  <a:lnTo>
                    <a:pt x="1656594" y="1451936"/>
                  </a:lnTo>
                  <a:lnTo>
                    <a:pt x="1662387" y="1445515"/>
                  </a:lnTo>
                  <a:lnTo>
                    <a:pt x="1668179" y="1438974"/>
                  </a:lnTo>
                  <a:lnTo>
                    <a:pt x="1673971" y="1432312"/>
                  </a:lnTo>
                  <a:lnTo>
                    <a:pt x="1679764" y="1425490"/>
                  </a:lnTo>
                  <a:lnTo>
                    <a:pt x="1685556" y="1418523"/>
                  </a:lnTo>
                  <a:lnTo>
                    <a:pt x="1691348" y="1411432"/>
                  </a:lnTo>
                  <a:lnTo>
                    <a:pt x="1697140" y="1404217"/>
                  </a:lnTo>
                  <a:lnTo>
                    <a:pt x="1702933" y="1396858"/>
                  </a:lnTo>
                  <a:lnTo>
                    <a:pt x="1708725" y="1389351"/>
                  </a:lnTo>
                  <a:lnTo>
                    <a:pt x="1714517" y="1381733"/>
                  </a:lnTo>
                  <a:lnTo>
                    <a:pt x="1720310" y="1374006"/>
                  </a:lnTo>
                  <a:lnTo>
                    <a:pt x="1726102" y="1366167"/>
                  </a:lnTo>
                  <a:lnTo>
                    <a:pt x="1731894" y="1358198"/>
                  </a:lnTo>
                  <a:lnTo>
                    <a:pt x="1737686" y="1350144"/>
                  </a:lnTo>
                  <a:lnTo>
                    <a:pt x="1743479" y="1342009"/>
                  </a:lnTo>
                  <a:lnTo>
                    <a:pt x="1749271" y="1333798"/>
                  </a:lnTo>
                  <a:lnTo>
                    <a:pt x="1755063" y="1325495"/>
                  </a:lnTo>
                  <a:lnTo>
                    <a:pt x="1760856" y="1317135"/>
                  </a:lnTo>
                  <a:lnTo>
                    <a:pt x="1766648" y="1308727"/>
                  </a:lnTo>
                  <a:lnTo>
                    <a:pt x="1772440" y="1300275"/>
                  </a:lnTo>
                  <a:lnTo>
                    <a:pt x="1778233" y="1291775"/>
                  </a:lnTo>
                  <a:lnTo>
                    <a:pt x="1784025" y="1283244"/>
                  </a:lnTo>
                  <a:lnTo>
                    <a:pt x="1789817" y="1274691"/>
                  </a:lnTo>
                  <a:lnTo>
                    <a:pt x="1795609" y="1266118"/>
                  </a:lnTo>
                  <a:lnTo>
                    <a:pt x="1801402" y="1257527"/>
                  </a:lnTo>
                  <a:lnTo>
                    <a:pt x="1807194" y="1248924"/>
                  </a:lnTo>
                  <a:lnTo>
                    <a:pt x="1812986" y="1240311"/>
                  </a:lnTo>
                  <a:lnTo>
                    <a:pt x="1818779" y="1231692"/>
                  </a:lnTo>
                  <a:lnTo>
                    <a:pt x="1824571" y="1223064"/>
                  </a:lnTo>
                  <a:lnTo>
                    <a:pt x="1830363" y="1214426"/>
                  </a:lnTo>
                  <a:lnTo>
                    <a:pt x="1836155" y="1205779"/>
                  </a:lnTo>
                  <a:lnTo>
                    <a:pt x="1841948" y="1197120"/>
                  </a:lnTo>
                  <a:lnTo>
                    <a:pt x="1847740" y="1188447"/>
                  </a:lnTo>
                  <a:lnTo>
                    <a:pt x="1853532" y="1179748"/>
                  </a:lnTo>
                  <a:lnTo>
                    <a:pt x="1859325" y="1171025"/>
                  </a:lnTo>
                  <a:lnTo>
                    <a:pt x="1865117" y="1162273"/>
                  </a:lnTo>
                  <a:lnTo>
                    <a:pt x="1870909" y="1153489"/>
                  </a:lnTo>
                  <a:lnTo>
                    <a:pt x="1876701" y="1144653"/>
                  </a:lnTo>
                  <a:lnTo>
                    <a:pt x="1882494" y="1135765"/>
                  </a:lnTo>
                  <a:lnTo>
                    <a:pt x="1888286" y="1126826"/>
                  </a:lnTo>
                  <a:lnTo>
                    <a:pt x="1894078" y="1117830"/>
                  </a:lnTo>
                  <a:lnTo>
                    <a:pt x="1899871" y="1108757"/>
                  </a:lnTo>
                  <a:lnTo>
                    <a:pt x="1905663" y="1099602"/>
                  </a:lnTo>
                  <a:lnTo>
                    <a:pt x="1911455" y="1090372"/>
                  </a:lnTo>
                  <a:lnTo>
                    <a:pt x="1917247" y="1081066"/>
                  </a:lnTo>
                  <a:lnTo>
                    <a:pt x="1923040" y="1071667"/>
                  </a:lnTo>
                  <a:lnTo>
                    <a:pt x="1928832" y="1062158"/>
                  </a:lnTo>
                  <a:lnTo>
                    <a:pt x="1934624" y="1052563"/>
                  </a:lnTo>
                  <a:lnTo>
                    <a:pt x="1940417" y="1042881"/>
                  </a:lnTo>
                  <a:lnTo>
                    <a:pt x="1946209" y="1033106"/>
                  </a:lnTo>
                  <a:lnTo>
                    <a:pt x="1952001" y="1023209"/>
                  </a:lnTo>
                  <a:lnTo>
                    <a:pt x="1957793" y="1013227"/>
                  </a:lnTo>
                  <a:lnTo>
                    <a:pt x="1963586" y="1003161"/>
                  </a:lnTo>
                  <a:lnTo>
                    <a:pt x="1969378" y="993016"/>
                  </a:lnTo>
                  <a:lnTo>
                    <a:pt x="1975170" y="982765"/>
                  </a:lnTo>
                  <a:lnTo>
                    <a:pt x="1980963" y="972443"/>
                  </a:lnTo>
                  <a:lnTo>
                    <a:pt x="1986755" y="962057"/>
                  </a:lnTo>
                  <a:lnTo>
                    <a:pt x="1992547" y="951614"/>
                  </a:lnTo>
                  <a:lnTo>
                    <a:pt x="1998340" y="941107"/>
                  </a:lnTo>
                  <a:lnTo>
                    <a:pt x="2004132" y="930556"/>
                  </a:lnTo>
                  <a:lnTo>
                    <a:pt x="2009924" y="919974"/>
                  </a:lnTo>
                  <a:lnTo>
                    <a:pt x="2015716" y="909368"/>
                  </a:lnTo>
                  <a:lnTo>
                    <a:pt x="2021509" y="898745"/>
                  </a:lnTo>
                  <a:lnTo>
                    <a:pt x="2027301" y="888120"/>
                  </a:lnTo>
                  <a:lnTo>
                    <a:pt x="2033093" y="877504"/>
                  </a:lnTo>
                  <a:lnTo>
                    <a:pt x="2038886" y="866903"/>
                  </a:lnTo>
                  <a:lnTo>
                    <a:pt x="2044678" y="856327"/>
                  </a:lnTo>
                  <a:lnTo>
                    <a:pt x="2050470" y="845799"/>
                  </a:lnTo>
                  <a:lnTo>
                    <a:pt x="2056262" y="835317"/>
                  </a:lnTo>
                  <a:lnTo>
                    <a:pt x="2062055" y="824886"/>
                  </a:lnTo>
                  <a:lnTo>
                    <a:pt x="2067847" y="814512"/>
                  </a:lnTo>
                  <a:lnTo>
                    <a:pt x="2073639" y="804231"/>
                  </a:lnTo>
                  <a:lnTo>
                    <a:pt x="2079432" y="794025"/>
                  </a:lnTo>
                  <a:lnTo>
                    <a:pt x="2085224" y="783895"/>
                  </a:lnTo>
                  <a:lnTo>
                    <a:pt x="2091016" y="773844"/>
                  </a:lnTo>
                  <a:lnTo>
                    <a:pt x="2096808" y="763903"/>
                  </a:lnTo>
                  <a:lnTo>
                    <a:pt x="2102601" y="754058"/>
                  </a:lnTo>
                  <a:lnTo>
                    <a:pt x="2108393" y="744298"/>
                  </a:lnTo>
                  <a:lnTo>
                    <a:pt x="2114185" y="734622"/>
                  </a:lnTo>
                  <a:lnTo>
                    <a:pt x="2119978" y="725049"/>
                  </a:lnTo>
                  <a:lnTo>
                    <a:pt x="2125770" y="715573"/>
                  </a:lnTo>
                  <a:lnTo>
                    <a:pt x="2131562" y="706172"/>
                  </a:lnTo>
                  <a:lnTo>
                    <a:pt x="2137354" y="696843"/>
                  </a:lnTo>
                  <a:lnTo>
                    <a:pt x="2143147" y="687587"/>
                  </a:lnTo>
                  <a:lnTo>
                    <a:pt x="2148939" y="678405"/>
                  </a:lnTo>
                  <a:lnTo>
                    <a:pt x="2154731" y="669270"/>
                  </a:lnTo>
                  <a:lnTo>
                    <a:pt x="2160524" y="660174"/>
                  </a:lnTo>
                  <a:lnTo>
                    <a:pt x="2166316" y="651110"/>
                  </a:lnTo>
                  <a:lnTo>
                    <a:pt x="2172108" y="642070"/>
                  </a:lnTo>
                  <a:lnTo>
                    <a:pt x="2177901" y="633032"/>
                  </a:lnTo>
                  <a:lnTo>
                    <a:pt x="2183693" y="623985"/>
                  </a:lnTo>
                  <a:lnTo>
                    <a:pt x="2189485" y="614920"/>
                  </a:lnTo>
                  <a:lnTo>
                    <a:pt x="2195277" y="605808"/>
                  </a:lnTo>
                  <a:lnTo>
                    <a:pt x="2201070" y="596639"/>
                  </a:lnTo>
                  <a:lnTo>
                    <a:pt x="2206862" y="587405"/>
                  </a:lnTo>
                  <a:lnTo>
                    <a:pt x="2212654" y="578094"/>
                  </a:lnTo>
                  <a:lnTo>
                    <a:pt x="2218447" y="568668"/>
                  </a:lnTo>
                  <a:lnTo>
                    <a:pt x="2224239" y="559109"/>
                  </a:lnTo>
                  <a:lnTo>
                    <a:pt x="2230031" y="549424"/>
                  </a:lnTo>
                  <a:lnTo>
                    <a:pt x="2235823" y="539603"/>
                  </a:lnTo>
                  <a:lnTo>
                    <a:pt x="2241616" y="529610"/>
                  </a:lnTo>
                  <a:lnTo>
                    <a:pt x="2247408" y="519400"/>
                  </a:lnTo>
                  <a:lnTo>
                    <a:pt x="2253200" y="509009"/>
                  </a:lnTo>
                  <a:lnTo>
                    <a:pt x="2258993" y="498429"/>
                  </a:lnTo>
                  <a:lnTo>
                    <a:pt x="2264785" y="487639"/>
                  </a:lnTo>
                  <a:lnTo>
                    <a:pt x="2270577" y="476552"/>
                  </a:lnTo>
                  <a:lnTo>
                    <a:pt x="2276369" y="465242"/>
                  </a:lnTo>
                  <a:lnTo>
                    <a:pt x="2282162" y="453703"/>
                  </a:lnTo>
                  <a:lnTo>
                    <a:pt x="2287954" y="441931"/>
                  </a:lnTo>
                  <a:lnTo>
                    <a:pt x="2293746" y="429826"/>
                  </a:lnTo>
                  <a:lnTo>
                    <a:pt x="2299539" y="417465"/>
                  </a:lnTo>
                  <a:lnTo>
                    <a:pt x="2305331" y="404862"/>
                  </a:lnTo>
                  <a:lnTo>
                    <a:pt x="2311123" y="392017"/>
                  </a:lnTo>
                  <a:lnTo>
                    <a:pt x="2316915" y="378864"/>
                  </a:lnTo>
                  <a:lnTo>
                    <a:pt x="2322708" y="365444"/>
                  </a:lnTo>
                  <a:lnTo>
                    <a:pt x="2328500" y="351802"/>
                  </a:lnTo>
                  <a:lnTo>
                    <a:pt x="2334292" y="337945"/>
                  </a:lnTo>
                  <a:lnTo>
                    <a:pt x="2340085" y="323849"/>
                  </a:lnTo>
                  <a:lnTo>
                    <a:pt x="2345877" y="309523"/>
                  </a:lnTo>
                  <a:lnTo>
                    <a:pt x="2351669" y="295038"/>
                  </a:lnTo>
                  <a:lnTo>
                    <a:pt x="2357461" y="280409"/>
                  </a:lnTo>
                  <a:lnTo>
                    <a:pt x="2363254" y="265646"/>
                  </a:lnTo>
                  <a:lnTo>
                    <a:pt x="2369046" y="250764"/>
                  </a:lnTo>
                  <a:lnTo>
                    <a:pt x="2374838" y="235833"/>
                  </a:lnTo>
                  <a:lnTo>
                    <a:pt x="2380631" y="220878"/>
                  </a:lnTo>
                  <a:lnTo>
                    <a:pt x="2386423" y="205926"/>
                  </a:lnTo>
                  <a:lnTo>
                    <a:pt x="2392215" y="191051"/>
                  </a:lnTo>
                  <a:lnTo>
                    <a:pt x="2398008" y="176291"/>
                  </a:lnTo>
                  <a:lnTo>
                    <a:pt x="2403800" y="161678"/>
                  </a:lnTo>
                  <a:lnTo>
                    <a:pt x="2409592" y="147248"/>
                  </a:lnTo>
                  <a:lnTo>
                    <a:pt x="2415384" y="133139"/>
                  </a:lnTo>
                  <a:lnTo>
                    <a:pt x="2421177" y="119384"/>
                  </a:lnTo>
                  <a:lnTo>
                    <a:pt x="2426969" y="105996"/>
                  </a:lnTo>
                  <a:lnTo>
                    <a:pt x="2432761" y="93018"/>
                  </a:lnTo>
                  <a:lnTo>
                    <a:pt x="2438554" y="80614"/>
                  </a:lnTo>
                  <a:lnTo>
                    <a:pt x="2444346" y="68894"/>
                  </a:lnTo>
                  <a:lnTo>
                    <a:pt x="2450138" y="57796"/>
                  </a:lnTo>
                  <a:lnTo>
                    <a:pt x="2455930" y="47368"/>
                  </a:lnTo>
                  <a:lnTo>
                    <a:pt x="2461723" y="37755"/>
                  </a:lnTo>
                  <a:lnTo>
                    <a:pt x="2467515" y="29233"/>
                  </a:lnTo>
                  <a:lnTo>
                    <a:pt x="2473307" y="21609"/>
                  </a:lnTo>
                  <a:lnTo>
                    <a:pt x="2479100" y="14932"/>
                  </a:lnTo>
                  <a:lnTo>
                    <a:pt x="2484892" y="9263"/>
                  </a:lnTo>
                  <a:lnTo>
                    <a:pt x="2490684" y="5152"/>
                  </a:lnTo>
                  <a:lnTo>
                    <a:pt x="2496476" y="2209"/>
                  </a:lnTo>
                  <a:lnTo>
                    <a:pt x="2502269" y="476"/>
                  </a:lnTo>
                  <a:lnTo>
                    <a:pt x="2508061" y="0"/>
                  </a:lnTo>
                  <a:lnTo>
                    <a:pt x="2513853" y="1318"/>
                  </a:lnTo>
                  <a:lnTo>
                    <a:pt x="2519646" y="4158"/>
                  </a:lnTo>
                  <a:lnTo>
                    <a:pt x="2525438" y="8431"/>
                  </a:lnTo>
                  <a:lnTo>
                    <a:pt x="2531230" y="14169"/>
                  </a:lnTo>
                  <a:lnTo>
                    <a:pt x="2537022" y="21798"/>
                  </a:lnTo>
                  <a:lnTo>
                    <a:pt x="2542815" y="31282"/>
                  </a:lnTo>
                  <a:lnTo>
                    <a:pt x="2548607" y="42345"/>
                  </a:lnTo>
                  <a:lnTo>
                    <a:pt x="2554399" y="55002"/>
                  </a:lnTo>
                  <a:lnTo>
                    <a:pt x="2560192" y="69510"/>
                  </a:lnTo>
                  <a:lnTo>
                    <a:pt x="2565984" y="86123"/>
                  </a:lnTo>
                  <a:lnTo>
                    <a:pt x="2571776" y="104357"/>
                  </a:lnTo>
                  <a:lnTo>
                    <a:pt x="2577569" y="124206"/>
                  </a:lnTo>
                  <a:lnTo>
                    <a:pt x="2583361" y="145735"/>
                  </a:lnTo>
                  <a:lnTo>
                    <a:pt x="2589153" y="169480"/>
                  </a:lnTo>
                  <a:lnTo>
                    <a:pt x="2594945" y="194768"/>
                  </a:lnTo>
                  <a:lnTo>
                    <a:pt x="2600738" y="221570"/>
                  </a:lnTo>
                  <a:lnTo>
                    <a:pt x="2606530" y="249857"/>
                  </a:lnTo>
                  <a:lnTo>
                    <a:pt x="2612322" y="280123"/>
                  </a:lnTo>
                  <a:lnTo>
                    <a:pt x="2618115" y="311816"/>
                  </a:lnTo>
                  <a:lnTo>
                    <a:pt x="2623907" y="344804"/>
                  </a:lnTo>
                  <a:lnTo>
                    <a:pt x="2629699" y="379036"/>
                  </a:lnTo>
                  <a:lnTo>
                    <a:pt x="2635491" y="414766"/>
                  </a:lnTo>
                  <a:lnTo>
                    <a:pt x="2641284" y="451723"/>
                  </a:lnTo>
                  <a:lnTo>
                    <a:pt x="2647076" y="489656"/>
                  </a:lnTo>
                  <a:lnTo>
                    <a:pt x="2652868" y="528500"/>
                  </a:lnTo>
                  <a:lnTo>
                    <a:pt x="2658661" y="568318"/>
                  </a:lnTo>
                  <a:lnTo>
                    <a:pt x="2664453" y="609017"/>
                  </a:lnTo>
                  <a:lnTo>
                    <a:pt x="2670245" y="650309"/>
                  </a:lnTo>
                  <a:lnTo>
                    <a:pt x="2676037" y="692120"/>
                  </a:lnTo>
                  <a:lnTo>
                    <a:pt x="2681830" y="734403"/>
                  </a:lnTo>
                  <a:lnTo>
                    <a:pt x="2687622" y="777105"/>
                  </a:lnTo>
                  <a:lnTo>
                    <a:pt x="2693414" y="819992"/>
                  </a:lnTo>
                  <a:lnTo>
                    <a:pt x="2699207" y="862994"/>
                  </a:lnTo>
                  <a:lnTo>
                    <a:pt x="2704999" y="906041"/>
                  </a:lnTo>
                  <a:lnTo>
                    <a:pt x="2710791" y="948979"/>
                  </a:lnTo>
                  <a:lnTo>
                    <a:pt x="2716583" y="991717"/>
                  </a:lnTo>
                  <a:lnTo>
                    <a:pt x="2722376" y="1034193"/>
                  </a:lnTo>
                  <a:lnTo>
                    <a:pt x="2728168" y="1076348"/>
                  </a:lnTo>
                  <a:lnTo>
                    <a:pt x="2733960" y="1117956"/>
                  </a:lnTo>
                  <a:lnTo>
                    <a:pt x="2739753" y="1158986"/>
                  </a:lnTo>
                  <a:lnTo>
                    <a:pt x="2745545" y="1199445"/>
                  </a:lnTo>
                  <a:lnTo>
                    <a:pt x="2751337" y="1239284"/>
                  </a:lnTo>
                  <a:lnTo>
                    <a:pt x="2757129" y="1278294"/>
                  </a:lnTo>
                  <a:lnTo>
                    <a:pt x="2762922" y="1316381"/>
                  </a:lnTo>
                  <a:lnTo>
                    <a:pt x="2768714" y="1353668"/>
                  </a:lnTo>
                  <a:lnTo>
                    <a:pt x="2774506" y="1390128"/>
                  </a:lnTo>
                  <a:lnTo>
                    <a:pt x="2780299" y="1425627"/>
                  </a:lnTo>
                  <a:lnTo>
                    <a:pt x="2786091" y="1459920"/>
                  </a:lnTo>
                  <a:lnTo>
                    <a:pt x="2791883" y="1493282"/>
                  </a:lnTo>
                  <a:lnTo>
                    <a:pt x="2797676" y="1525697"/>
                  </a:lnTo>
                  <a:lnTo>
                    <a:pt x="2803468" y="1557145"/>
                  </a:lnTo>
                  <a:lnTo>
                    <a:pt x="2809260" y="1587193"/>
                  </a:lnTo>
                  <a:lnTo>
                    <a:pt x="2815052" y="1616262"/>
                  </a:lnTo>
                  <a:lnTo>
                    <a:pt x="2820845" y="1644351"/>
                  </a:lnTo>
                  <a:lnTo>
                    <a:pt x="2826637" y="1671461"/>
                  </a:lnTo>
                  <a:lnTo>
                    <a:pt x="2832429" y="1697256"/>
                  </a:lnTo>
                  <a:lnTo>
                    <a:pt x="2838222" y="1722002"/>
                  </a:lnTo>
                  <a:lnTo>
                    <a:pt x="2844014" y="1745800"/>
                  </a:lnTo>
                  <a:lnTo>
                    <a:pt x="2849806" y="1768663"/>
                  </a:lnTo>
                  <a:lnTo>
                    <a:pt x="2855598" y="1790378"/>
                  </a:lnTo>
                  <a:lnTo>
                    <a:pt x="2861391" y="1811026"/>
                  </a:lnTo>
                  <a:lnTo>
                    <a:pt x="2867183" y="1830804"/>
                  </a:lnTo>
                  <a:lnTo>
                    <a:pt x="2872975" y="1849730"/>
                  </a:lnTo>
                  <a:lnTo>
                    <a:pt x="2878768" y="1867704"/>
                  </a:lnTo>
                  <a:lnTo>
                    <a:pt x="2884560" y="1884642"/>
                  </a:lnTo>
                  <a:lnTo>
                    <a:pt x="2890352" y="1900814"/>
                  </a:lnTo>
                  <a:lnTo>
                    <a:pt x="2896144" y="1916238"/>
                  </a:lnTo>
                  <a:lnTo>
                    <a:pt x="2901937" y="1930905"/>
                  </a:lnTo>
                  <a:lnTo>
                    <a:pt x="2907729" y="1944603"/>
                  </a:lnTo>
                  <a:lnTo>
                    <a:pt x="2913521" y="1957645"/>
                  </a:lnTo>
                  <a:lnTo>
                    <a:pt x="2919314" y="1970052"/>
                  </a:lnTo>
                  <a:lnTo>
                    <a:pt x="2925106" y="1981841"/>
                  </a:lnTo>
                  <a:lnTo>
                    <a:pt x="2930898" y="1992820"/>
                  </a:lnTo>
                  <a:lnTo>
                    <a:pt x="2936690" y="2003216"/>
                  </a:lnTo>
                  <a:lnTo>
                    <a:pt x="2942483" y="2013082"/>
                  </a:lnTo>
                  <a:lnTo>
                    <a:pt x="2948275" y="2022435"/>
                  </a:lnTo>
                  <a:lnTo>
                    <a:pt x="2954067" y="2031164"/>
                  </a:lnTo>
                  <a:lnTo>
                    <a:pt x="2959860" y="2039362"/>
                  </a:lnTo>
                </a:path>
              </a:pathLst>
            </a:custGeom>
            <a:ln w="1761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9472718" y="538296"/>
              <a:ext cx="0" cy="2851662"/>
            </a:xfrm>
            <a:custGeom>
              <a:avLst/>
              <a:pathLst>
                <a:path w="0" h="2851662">
                  <a:moveTo>
                    <a:pt x="0" y="28516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202A33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9089188" y="538296"/>
              <a:ext cx="0" cy="2851662"/>
            </a:xfrm>
            <a:custGeom>
              <a:avLst/>
              <a:pathLst>
                <a:path w="0" h="2851662">
                  <a:moveTo>
                    <a:pt x="0" y="28516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tx1317"/>
            <p:cNvSpPr/>
            <p:nvPr/>
          </p:nvSpPr>
          <p:spPr>
            <a:xfrm>
              <a:off x="8682613" y="559547"/>
              <a:ext cx="376458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= -12</a:t>
              </a:r>
            </a:p>
          </p:txBody>
        </p:sp>
        <p:sp>
          <p:nvSpPr>
            <p:cNvPr id="1318" name="pl1318"/>
            <p:cNvSpPr/>
            <p:nvPr/>
          </p:nvSpPr>
          <p:spPr>
            <a:xfrm>
              <a:off x="6817172" y="538296"/>
              <a:ext cx="0" cy="2851662"/>
            </a:xfrm>
            <a:custGeom>
              <a:avLst/>
              <a:pathLst>
                <a:path w="0" h="2851662">
                  <a:moveTo>
                    <a:pt x="0" y="285166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tx1319"/>
            <p:cNvSpPr/>
            <p:nvPr/>
          </p:nvSpPr>
          <p:spPr>
            <a:xfrm>
              <a:off x="6632509" y="3232997"/>
              <a:ext cx="14822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320" name="tx1320"/>
            <p:cNvSpPr/>
            <p:nvPr/>
          </p:nvSpPr>
          <p:spPr>
            <a:xfrm>
              <a:off x="6632509" y="2568765"/>
              <a:ext cx="14822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1321" name="tx1321"/>
            <p:cNvSpPr/>
            <p:nvPr/>
          </p:nvSpPr>
          <p:spPr>
            <a:xfrm>
              <a:off x="6632509" y="1904533"/>
              <a:ext cx="14822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1322" name="tx1322"/>
            <p:cNvSpPr/>
            <p:nvPr/>
          </p:nvSpPr>
          <p:spPr>
            <a:xfrm>
              <a:off x="6632509" y="1240302"/>
              <a:ext cx="14822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1323" name="tx1323"/>
            <p:cNvSpPr/>
            <p:nvPr/>
          </p:nvSpPr>
          <p:spPr>
            <a:xfrm>
              <a:off x="6632509" y="576070"/>
              <a:ext cx="14822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1324" name="pl1324"/>
            <p:cNvSpPr/>
            <p:nvPr/>
          </p:nvSpPr>
          <p:spPr>
            <a:xfrm>
              <a:off x="6796928" y="3260338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6796928" y="2596106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6796928" y="1931874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6796928" y="1267642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6796928" y="603410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6817172" y="3389959"/>
              <a:ext cx="3354508" cy="0"/>
            </a:xfrm>
            <a:custGeom>
              <a:avLst/>
              <a:pathLst>
                <a:path w="3354508" h="0">
                  <a:moveTo>
                    <a:pt x="0" y="0"/>
                  </a:moveTo>
                  <a:lnTo>
                    <a:pt x="3354508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7082981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7879560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8676139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9472718" y="3389959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tx1334"/>
            <p:cNvSpPr/>
            <p:nvPr/>
          </p:nvSpPr>
          <p:spPr>
            <a:xfrm>
              <a:off x="7027934" y="3426398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-75</a:t>
              </a:r>
            </a:p>
          </p:txBody>
        </p:sp>
        <p:sp>
          <p:nvSpPr>
            <p:cNvPr id="1335" name="tx1335"/>
            <p:cNvSpPr/>
            <p:nvPr/>
          </p:nvSpPr>
          <p:spPr>
            <a:xfrm>
              <a:off x="7824513" y="3426398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336" name="tx1336"/>
            <p:cNvSpPr/>
            <p:nvPr/>
          </p:nvSpPr>
          <p:spPr>
            <a:xfrm>
              <a:off x="8621092" y="3426398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1337" name="tx1337"/>
            <p:cNvSpPr/>
            <p:nvPr/>
          </p:nvSpPr>
          <p:spPr>
            <a:xfrm>
              <a:off x="9451550" y="3426398"/>
              <a:ext cx="42336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38" name="tx1338"/>
            <p:cNvSpPr/>
            <p:nvPr/>
          </p:nvSpPr>
          <p:spPr>
            <a:xfrm>
              <a:off x="7614133" y="3518239"/>
              <a:ext cx="1760585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Corrected minus naive trend (species per period)</a:t>
              </a:r>
            </a:p>
          </p:txBody>
        </p:sp>
        <p:sp>
          <p:nvSpPr>
            <p:cNvPr id="1339" name="tx1339"/>
            <p:cNvSpPr/>
            <p:nvPr/>
          </p:nvSpPr>
          <p:spPr>
            <a:xfrm rot="-5400000">
              <a:off x="6429842" y="1935004"/>
              <a:ext cx="270753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1340" name="tx1340"/>
            <p:cNvSpPr/>
            <p:nvPr/>
          </p:nvSpPr>
          <p:spPr>
            <a:xfrm>
              <a:off x="6817172" y="431792"/>
              <a:ext cx="1395740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Correction effect across grid cells</a:t>
              </a:r>
            </a:p>
          </p:txBody>
        </p:sp>
        <p:sp>
          <p:nvSpPr>
            <p:cNvPr id="1341" name="tx1341"/>
            <p:cNvSpPr/>
            <p:nvPr/>
          </p:nvSpPr>
          <p:spPr>
            <a:xfrm>
              <a:off x="6474007" y="347393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  <p:sp>
          <p:nvSpPr>
            <p:cNvPr id="1342" name="rc1342"/>
            <p:cNvSpPr/>
            <p:nvPr/>
          </p:nvSpPr>
          <p:spPr>
            <a:xfrm>
              <a:off x="1982056" y="3632367"/>
              <a:ext cx="4159208" cy="2927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88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6141265" y="3632367"/>
              <a:ext cx="4068373" cy="2927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788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3043584" y="3984224"/>
              <a:ext cx="3059723" cy="2333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5964229" y="43175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391396" y="4317535"/>
              <a:ext cx="1572833" cy="0"/>
            </a:xfrm>
            <a:custGeom>
              <a:avLst/>
              <a:pathLst>
                <a:path w="1572833" h="0">
                  <a:moveTo>
                    <a:pt x="157283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391396" y="43175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781590" y="487305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3406759" y="4873054"/>
              <a:ext cx="374830" cy="0"/>
            </a:xfrm>
            <a:custGeom>
              <a:avLst/>
              <a:pathLst>
                <a:path w="374830" h="0">
                  <a:moveTo>
                    <a:pt x="37483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406759" y="487305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737047" y="54285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396021" y="5428573"/>
              <a:ext cx="341025" cy="0"/>
            </a:xfrm>
            <a:custGeom>
              <a:avLst/>
              <a:pathLst>
                <a:path w="341025" h="0">
                  <a:moveTo>
                    <a:pt x="34102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396021" y="54285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281465" y="598409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182662" y="5984091"/>
              <a:ext cx="98802" cy="0"/>
            </a:xfrm>
            <a:custGeom>
              <a:avLst/>
              <a:pathLst>
                <a:path w="98802" h="0">
                  <a:moveTo>
                    <a:pt x="9880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182662" y="598409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5020913" y="4286461"/>
              <a:ext cx="62148" cy="62148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523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3528871" y="4841979"/>
              <a:ext cx="62148" cy="62148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5236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3517855" y="5397498"/>
              <a:ext cx="62148" cy="62148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5236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3190419" y="5953017"/>
              <a:ext cx="62148" cy="62148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5236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043584" y="3984224"/>
              <a:ext cx="0" cy="2333178"/>
            </a:xfrm>
            <a:custGeom>
              <a:avLst/>
              <a:pathLst>
                <a:path w="0" h="2333178">
                  <a:moveTo>
                    <a:pt x="0" y="2333178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tx1362"/>
            <p:cNvSpPr/>
            <p:nvPr/>
          </p:nvSpPr>
          <p:spPr>
            <a:xfrm>
              <a:off x="2172937" y="5956751"/>
              <a:ext cx="83420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2477890" y="5401232"/>
              <a:ext cx="52925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1364" name="tx1364"/>
            <p:cNvSpPr/>
            <p:nvPr/>
          </p:nvSpPr>
          <p:spPr>
            <a:xfrm>
              <a:off x="2418545" y="4845713"/>
              <a:ext cx="588599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Land-use change</a:t>
              </a:r>
            </a:p>
          </p:txBody>
        </p:sp>
        <p:sp>
          <p:nvSpPr>
            <p:cNvPr id="1365" name="tx1365"/>
            <p:cNvSpPr/>
            <p:nvPr/>
          </p:nvSpPr>
          <p:spPr>
            <a:xfrm>
              <a:off x="2469386" y="4290195"/>
              <a:ext cx="537758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1366" name="pl1366"/>
            <p:cNvSpPr/>
            <p:nvPr/>
          </p:nvSpPr>
          <p:spPr>
            <a:xfrm>
              <a:off x="3023340" y="5984091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023340" y="5428573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023340" y="4873054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023340" y="4317535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043584" y="6317402"/>
              <a:ext cx="3059723" cy="0"/>
            </a:xfrm>
            <a:custGeom>
              <a:avLst/>
              <a:pathLst>
                <a:path w="3059723" h="0">
                  <a:moveTo>
                    <a:pt x="0" y="0"/>
                  </a:moveTo>
                  <a:lnTo>
                    <a:pt x="3059723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110269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4102995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5095720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6088446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tx1375"/>
            <p:cNvSpPr/>
            <p:nvPr/>
          </p:nvSpPr>
          <p:spPr>
            <a:xfrm>
              <a:off x="3057326" y="6353842"/>
              <a:ext cx="10588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376" name="tx1376"/>
            <p:cNvSpPr/>
            <p:nvPr/>
          </p:nvSpPr>
          <p:spPr>
            <a:xfrm>
              <a:off x="4050051" y="6353842"/>
              <a:ext cx="10588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1377" name="tx1377"/>
            <p:cNvSpPr/>
            <p:nvPr/>
          </p:nvSpPr>
          <p:spPr>
            <a:xfrm>
              <a:off x="5042777" y="6353842"/>
              <a:ext cx="10588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378" name="tx1378"/>
            <p:cNvSpPr/>
            <p:nvPr/>
          </p:nvSpPr>
          <p:spPr>
            <a:xfrm>
              <a:off x="6035502" y="6353842"/>
              <a:ext cx="10588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1379" name="tx1379"/>
            <p:cNvSpPr/>
            <p:nvPr/>
          </p:nvSpPr>
          <p:spPr>
            <a:xfrm>
              <a:off x="4142397" y="6445683"/>
              <a:ext cx="862096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Permutation importance</a:t>
              </a:r>
            </a:p>
          </p:txBody>
        </p:sp>
        <p:sp>
          <p:nvSpPr>
            <p:cNvPr id="1380" name="tx1380"/>
            <p:cNvSpPr/>
            <p:nvPr/>
          </p:nvSpPr>
          <p:spPr>
            <a:xfrm>
              <a:off x="3043584" y="3765971"/>
              <a:ext cx="1371600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Random-forest group importance</a:t>
              </a:r>
            </a:p>
          </p:txBody>
        </p:sp>
        <p:sp>
          <p:nvSpPr>
            <p:cNvPr id="1381" name="tx1381"/>
            <p:cNvSpPr/>
            <p:nvPr/>
          </p:nvSpPr>
          <p:spPr>
            <a:xfrm>
              <a:off x="2020014" y="3681571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  <p:sp>
          <p:nvSpPr>
            <p:cNvPr id="1382" name="rc1382"/>
            <p:cNvSpPr/>
            <p:nvPr/>
          </p:nvSpPr>
          <p:spPr>
            <a:xfrm>
              <a:off x="7111957" y="3984224"/>
              <a:ext cx="3059723" cy="23331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3" name="rc1383"/>
            <p:cNvSpPr/>
            <p:nvPr/>
          </p:nvSpPr>
          <p:spPr>
            <a:xfrm>
              <a:off x="7111957" y="5267472"/>
              <a:ext cx="711307" cy="32220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4" name="rc1384"/>
            <p:cNvSpPr/>
            <p:nvPr/>
          </p:nvSpPr>
          <p:spPr>
            <a:xfrm>
              <a:off x="7111957" y="4711954"/>
              <a:ext cx="238960" cy="322200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5" name="rc1385"/>
            <p:cNvSpPr/>
            <p:nvPr/>
          </p:nvSpPr>
          <p:spPr>
            <a:xfrm>
              <a:off x="7111957" y="5822991"/>
              <a:ext cx="95575" cy="322200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6" name="rc1386"/>
            <p:cNvSpPr/>
            <p:nvPr/>
          </p:nvSpPr>
          <p:spPr>
            <a:xfrm>
              <a:off x="7111957" y="4156435"/>
              <a:ext cx="2592986" cy="322200"/>
            </a:xfrm>
            <a:prstGeom prst="rect">
              <a:avLst/>
            </a:prstGeom>
            <a:solidFill>
              <a:srgbClr val="4D4D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7" name="tx1387"/>
            <p:cNvSpPr/>
            <p:nvPr/>
          </p:nvSpPr>
          <p:spPr>
            <a:xfrm>
              <a:off x="7839715" y="5402649"/>
              <a:ext cx="164500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3.9%</a:t>
              </a:r>
            </a:p>
          </p:txBody>
        </p:sp>
        <p:sp>
          <p:nvSpPr>
            <p:cNvPr id="1388" name="tx1388"/>
            <p:cNvSpPr/>
            <p:nvPr/>
          </p:nvSpPr>
          <p:spPr>
            <a:xfrm>
              <a:off x="7367368" y="4847131"/>
              <a:ext cx="164500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1.3%</a:t>
              </a:r>
            </a:p>
          </p:txBody>
        </p:sp>
        <p:sp>
          <p:nvSpPr>
            <p:cNvPr id="1389" name="tx1389"/>
            <p:cNvSpPr/>
            <p:nvPr/>
          </p:nvSpPr>
          <p:spPr>
            <a:xfrm>
              <a:off x="7223983" y="5958168"/>
              <a:ext cx="164500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0.5%</a:t>
              </a:r>
            </a:p>
          </p:txBody>
        </p:sp>
        <p:sp>
          <p:nvSpPr>
            <p:cNvPr id="1390" name="tx1390"/>
            <p:cNvSpPr/>
            <p:nvPr/>
          </p:nvSpPr>
          <p:spPr>
            <a:xfrm>
              <a:off x="9725407" y="4291612"/>
              <a:ext cx="204642" cy="51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14.3%</a:t>
              </a:r>
            </a:p>
          </p:txBody>
        </p:sp>
        <p:sp>
          <p:nvSpPr>
            <p:cNvPr id="1391" name="pl1391"/>
            <p:cNvSpPr/>
            <p:nvPr/>
          </p:nvSpPr>
          <p:spPr>
            <a:xfrm>
              <a:off x="7111957" y="3984224"/>
              <a:ext cx="0" cy="2333178"/>
            </a:xfrm>
            <a:custGeom>
              <a:avLst/>
              <a:pathLst>
                <a:path w="0" h="2333178">
                  <a:moveTo>
                    <a:pt x="0" y="2333178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tx1392"/>
            <p:cNvSpPr/>
            <p:nvPr/>
          </p:nvSpPr>
          <p:spPr>
            <a:xfrm>
              <a:off x="6241310" y="5956751"/>
              <a:ext cx="834207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1393" name="tx1393"/>
            <p:cNvSpPr/>
            <p:nvPr/>
          </p:nvSpPr>
          <p:spPr>
            <a:xfrm>
              <a:off x="6546263" y="5401232"/>
              <a:ext cx="529254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1394" name="tx1394"/>
            <p:cNvSpPr/>
            <p:nvPr/>
          </p:nvSpPr>
          <p:spPr>
            <a:xfrm>
              <a:off x="6486918" y="4845713"/>
              <a:ext cx="588599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Land-use change</a:t>
              </a:r>
            </a:p>
          </p:txBody>
        </p:sp>
        <p:sp>
          <p:nvSpPr>
            <p:cNvPr id="1395" name="tx1395"/>
            <p:cNvSpPr/>
            <p:nvPr/>
          </p:nvSpPr>
          <p:spPr>
            <a:xfrm>
              <a:off x="6537759" y="4290195"/>
              <a:ext cx="537758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1396" name="pl1396"/>
            <p:cNvSpPr/>
            <p:nvPr/>
          </p:nvSpPr>
          <p:spPr>
            <a:xfrm>
              <a:off x="7091713" y="5984091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7091713" y="5428573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7091713" y="4873054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7091713" y="4317535"/>
              <a:ext cx="20244" cy="0"/>
            </a:xfrm>
            <a:custGeom>
              <a:avLst/>
              <a:pathLst>
                <a:path w="20244" h="0">
                  <a:moveTo>
                    <a:pt x="0" y="0"/>
                  </a:moveTo>
                  <a:lnTo>
                    <a:pt x="20244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7111957" y="6317402"/>
              <a:ext cx="3059723" cy="0"/>
            </a:xfrm>
            <a:custGeom>
              <a:avLst/>
              <a:pathLst>
                <a:path w="3059723" h="0">
                  <a:moveTo>
                    <a:pt x="0" y="0"/>
                  </a:moveTo>
                  <a:lnTo>
                    <a:pt x="3059723" y="0"/>
                  </a:lnTo>
                </a:path>
              </a:pathLst>
            </a:custGeom>
            <a:ln w="948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7111957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7839571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8567185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9294799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10022412" y="6317402"/>
              <a:ext cx="0" cy="20244"/>
            </a:xfrm>
            <a:custGeom>
              <a:avLst/>
              <a:pathLst>
                <a:path w="0" h="20244">
                  <a:moveTo>
                    <a:pt x="0" y="20244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tx1406"/>
            <p:cNvSpPr/>
            <p:nvPr/>
          </p:nvSpPr>
          <p:spPr>
            <a:xfrm>
              <a:off x="7056910" y="6353842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407" name="tx1407"/>
            <p:cNvSpPr/>
            <p:nvPr/>
          </p:nvSpPr>
          <p:spPr>
            <a:xfrm>
              <a:off x="7784524" y="6353842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1408" name="tx1408"/>
            <p:cNvSpPr/>
            <p:nvPr/>
          </p:nvSpPr>
          <p:spPr>
            <a:xfrm>
              <a:off x="8512138" y="6353842"/>
              <a:ext cx="110093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1409" name="tx1409"/>
            <p:cNvSpPr/>
            <p:nvPr/>
          </p:nvSpPr>
          <p:spPr>
            <a:xfrm>
              <a:off x="9218583" y="6353842"/>
              <a:ext cx="152430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1410" name="tx1410"/>
            <p:cNvSpPr/>
            <p:nvPr/>
          </p:nvSpPr>
          <p:spPr>
            <a:xfrm>
              <a:off x="9946197" y="6353842"/>
              <a:ext cx="152430" cy="54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1411" name="tx1411"/>
            <p:cNvSpPr/>
            <p:nvPr/>
          </p:nvSpPr>
          <p:spPr>
            <a:xfrm>
              <a:off x="8282917" y="6445683"/>
              <a:ext cx="717804" cy="58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Adjusted R-squared</a:t>
              </a:r>
            </a:p>
          </p:txBody>
        </p:sp>
        <p:sp>
          <p:nvSpPr>
            <p:cNvPr id="1412" name="tx1412"/>
            <p:cNvSpPr/>
            <p:nvPr/>
          </p:nvSpPr>
          <p:spPr>
            <a:xfrm>
              <a:off x="7111957" y="3872474"/>
              <a:ext cx="864930" cy="56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Corrected-richness trend</a:t>
              </a:r>
            </a:p>
          </p:txBody>
        </p:sp>
        <p:sp>
          <p:nvSpPr>
            <p:cNvPr id="1413" name="tx1413"/>
            <p:cNvSpPr/>
            <p:nvPr/>
          </p:nvSpPr>
          <p:spPr>
            <a:xfrm>
              <a:off x="7111957" y="3765971"/>
              <a:ext cx="954633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Pure variance fractions</a:t>
              </a:r>
            </a:p>
          </p:txBody>
        </p:sp>
        <p:sp>
          <p:nvSpPr>
            <p:cNvPr id="1414" name="tx1414"/>
            <p:cNvSpPr/>
            <p:nvPr/>
          </p:nvSpPr>
          <p:spPr>
            <a:xfrm>
              <a:off x="6179223" y="3681571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2026-07-14T22:14:36Z</dcterms:modified>
  <cp:category/>
</cp:coreProperties>
</file>