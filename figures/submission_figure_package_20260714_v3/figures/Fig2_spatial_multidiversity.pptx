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33cc3c8e84085d4b9a9ebfdd808cc9a6bb819912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2609698" y="228600"/>
            <a:ext cx="6972300" cy="64008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2026-07-14T22:14:21Z</dcterms:modified>
  <cp:category/>
</cp:coreProperties>
</file>