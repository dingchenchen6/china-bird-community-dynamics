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6b636d6f58ad6a386ac67ab8e4ecd4a890ca139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3cc3c8e84085d4b9a9ebfdd808cc9a6bb819912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a6f7c90419744c1973d8abefcafafb8c6b00f34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b43d8abdf5566fc1b7a4ba143b0d4be8d4de4eb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343b55bf6a767b68e1527b53b722cf225d525742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c6ed2ebf5bb949982c611133f3aa6a552ce888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32515" y="228600"/>
            <a:ext cx="992666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609698" y="228600"/>
            <a:ext cx="69723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046941" y="228600"/>
            <a:ext cx="1009781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435390" y="228600"/>
            <a:ext cx="7320915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971388" y="228600"/>
            <a:ext cx="8248918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912468" y="228600"/>
            <a:ext cx="8366760" cy="6400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2026-07-14T22:14:36Z</dcterms:modified>
  <cp:category/>
</cp:coreProperties>
</file>