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74320" y="274320"/>
            <a:ext cx="10058400" cy="8229600"/>
            <a:chOff x="274320" y="274320"/>
            <a:chExt cx="10058400" cy="8229600"/>
          </a:xfrm>
        </p:grpSpPr>
        <p:sp>
          <p:nvSpPr>
            <p:cNvPr id="3" name="rc3"/>
            <p:cNvSpPr/>
            <p:nvPr/>
          </p:nvSpPr>
          <p:spPr>
            <a:xfrm>
              <a:off x="274320" y="274320"/>
              <a:ext cx="100584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97880" y="274320"/>
              <a:ext cx="8011278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4406" y="6386739"/>
              <a:ext cx="7758227" cy="0"/>
            </a:xfrm>
            <a:custGeom>
              <a:avLst/>
              <a:pathLst>
                <a:path w="7758227" h="0">
                  <a:moveTo>
                    <a:pt x="0" y="0"/>
                  </a:moveTo>
                  <a:lnTo>
                    <a:pt x="7758227" y="0"/>
                  </a:lnTo>
                  <a:lnTo>
                    <a:pt x="77582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4406" y="4249486"/>
              <a:ext cx="7758227" cy="0"/>
            </a:xfrm>
            <a:custGeom>
              <a:avLst/>
              <a:pathLst>
                <a:path w="7758227" h="0">
                  <a:moveTo>
                    <a:pt x="0" y="0"/>
                  </a:moveTo>
                  <a:lnTo>
                    <a:pt x="7758227" y="0"/>
                  </a:lnTo>
                  <a:lnTo>
                    <a:pt x="77582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4406" y="2112233"/>
              <a:ext cx="7758227" cy="0"/>
            </a:xfrm>
            <a:custGeom>
              <a:avLst/>
              <a:pathLst>
                <a:path w="7758227" h="0">
                  <a:moveTo>
                    <a:pt x="0" y="0"/>
                  </a:moveTo>
                  <a:lnTo>
                    <a:pt x="7758227" y="0"/>
                  </a:lnTo>
                  <a:lnTo>
                    <a:pt x="77582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166267" y="813852"/>
              <a:ext cx="0" cy="7405581"/>
            </a:xfrm>
            <a:custGeom>
              <a:avLst/>
              <a:pathLst>
                <a:path w="0" h="7405581">
                  <a:moveTo>
                    <a:pt x="0" y="74055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303520" y="813852"/>
              <a:ext cx="0" cy="7405581"/>
            </a:xfrm>
            <a:custGeom>
              <a:avLst/>
              <a:pathLst>
                <a:path w="0" h="7405581">
                  <a:moveTo>
                    <a:pt x="0" y="74055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440772" y="813852"/>
              <a:ext cx="0" cy="7405581"/>
            </a:xfrm>
            <a:custGeom>
              <a:avLst/>
              <a:pathLst>
                <a:path w="0" h="7405581">
                  <a:moveTo>
                    <a:pt x="0" y="74055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311366" y="1684783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solidFill>
              <a:srgbClr val="0E5A78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4448618" y="1684783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solidFill>
              <a:srgbClr val="6A4C9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3379992" y="3073997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solidFill>
              <a:srgbClr val="C9784A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311366" y="1684783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noFill/>
            <a:ln w="18970" cap="rnd">
              <a:solidFill>
                <a:srgbClr val="0E5A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448618" y="1684783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noFill/>
            <a:ln w="18970" cap="rnd">
              <a:solidFill>
                <a:srgbClr val="6A4C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379992" y="3073997"/>
              <a:ext cx="3847055" cy="3847055"/>
            </a:xfrm>
            <a:custGeom>
              <a:avLst/>
              <a:pathLst>
                <a:path w="3847055" h="3847055">
                  <a:moveTo>
                    <a:pt x="1923527" y="0"/>
                  </a:moveTo>
                  <a:lnTo>
                    <a:pt x="1957097" y="292"/>
                  </a:lnTo>
                  <a:lnTo>
                    <a:pt x="1990657" y="1171"/>
                  </a:lnTo>
                  <a:lnTo>
                    <a:pt x="2024197" y="2636"/>
                  </a:lnTo>
                  <a:lnTo>
                    <a:pt x="2057706" y="4685"/>
                  </a:lnTo>
                  <a:lnTo>
                    <a:pt x="2091174" y="7319"/>
                  </a:lnTo>
                  <a:lnTo>
                    <a:pt x="2124590" y="10537"/>
                  </a:lnTo>
                  <a:lnTo>
                    <a:pt x="2157946" y="14337"/>
                  </a:lnTo>
                  <a:lnTo>
                    <a:pt x="2191230" y="18719"/>
                  </a:lnTo>
                  <a:lnTo>
                    <a:pt x="2224433" y="23681"/>
                  </a:lnTo>
                  <a:lnTo>
                    <a:pt x="2257544" y="29222"/>
                  </a:lnTo>
                  <a:lnTo>
                    <a:pt x="2290553" y="35340"/>
                  </a:lnTo>
                  <a:lnTo>
                    <a:pt x="2323451" y="42033"/>
                  </a:lnTo>
                  <a:lnTo>
                    <a:pt x="2356227" y="49299"/>
                  </a:lnTo>
                  <a:lnTo>
                    <a:pt x="2388870" y="57136"/>
                  </a:lnTo>
                  <a:lnTo>
                    <a:pt x="2421373" y="65542"/>
                  </a:lnTo>
                  <a:lnTo>
                    <a:pt x="2453723" y="74514"/>
                  </a:lnTo>
                  <a:lnTo>
                    <a:pt x="2485912" y="84049"/>
                  </a:lnTo>
                  <a:lnTo>
                    <a:pt x="2517930" y="94144"/>
                  </a:lnTo>
                  <a:lnTo>
                    <a:pt x="2549766" y="104796"/>
                  </a:lnTo>
                  <a:lnTo>
                    <a:pt x="2581412" y="116002"/>
                  </a:lnTo>
                  <a:lnTo>
                    <a:pt x="2612858" y="127759"/>
                  </a:lnTo>
                  <a:lnTo>
                    <a:pt x="2644093" y="140063"/>
                  </a:lnTo>
                  <a:lnTo>
                    <a:pt x="2675109" y="152911"/>
                  </a:lnTo>
                  <a:lnTo>
                    <a:pt x="2705896" y="166297"/>
                  </a:lnTo>
                  <a:lnTo>
                    <a:pt x="2736445" y="180219"/>
                  </a:lnTo>
                  <a:lnTo>
                    <a:pt x="2766746" y="194672"/>
                  </a:lnTo>
                  <a:lnTo>
                    <a:pt x="2796790" y="209651"/>
                  </a:lnTo>
                  <a:lnTo>
                    <a:pt x="2826569" y="225153"/>
                  </a:lnTo>
                  <a:lnTo>
                    <a:pt x="2856072" y="241172"/>
                  </a:lnTo>
                  <a:lnTo>
                    <a:pt x="2885291" y="257703"/>
                  </a:lnTo>
                  <a:lnTo>
                    <a:pt x="2914217" y="274742"/>
                  </a:lnTo>
                  <a:lnTo>
                    <a:pt x="2942841" y="292283"/>
                  </a:lnTo>
                  <a:lnTo>
                    <a:pt x="2971155" y="310321"/>
                  </a:lnTo>
                  <a:lnTo>
                    <a:pt x="2999150" y="328850"/>
                  </a:lnTo>
                  <a:lnTo>
                    <a:pt x="3026817" y="347866"/>
                  </a:lnTo>
                  <a:lnTo>
                    <a:pt x="3054148" y="367361"/>
                  </a:lnTo>
                  <a:lnTo>
                    <a:pt x="3081135" y="387330"/>
                  </a:lnTo>
                  <a:lnTo>
                    <a:pt x="3107769" y="407767"/>
                  </a:lnTo>
                  <a:lnTo>
                    <a:pt x="3134042" y="428665"/>
                  </a:lnTo>
                  <a:lnTo>
                    <a:pt x="3159947" y="450019"/>
                  </a:lnTo>
                  <a:lnTo>
                    <a:pt x="3185475" y="471822"/>
                  </a:lnTo>
                  <a:lnTo>
                    <a:pt x="3210618" y="494068"/>
                  </a:lnTo>
                  <a:lnTo>
                    <a:pt x="3235370" y="516748"/>
                  </a:lnTo>
                  <a:lnTo>
                    <a:pt x="3259722" y="539857"/>
                  </a:lnTo>
                  <a:lnTo>
                    <a:pt x="3283666" y="563388"/>
                  </a:lnTo>
                  <a:lnTo>
                    <a:pt x="3307197" y="587333"/>
                  </a:lnTo>
                  <a:lnTo>
                    <a:pt x="3330306" y="611684"/>
                  </a:lnTo>
                  <a:lnTo>
                    <a:pt x="3352987" y="636436"/>
                  </a:lnTo>
                  <a:lnTo>
                    <a:pt x="3375232" y="661579"/>
                  </a:lnTo>
                  <a:lnTo>
                    <a:pt x="3397035" y="687107"/>
                  </a:lnTo>
                  <a:lnTo>
                    <a:pt x="3418389" y="713012"/>
                  </a:lnTo>
                  <a:lnTo>
                    <a:pt x="3439287" y="739285"/>
                  </a:lnTo>
                  <a:lnTo>
                    <a:pt x="3459724" y="765919"/>
                  </a:lnTo>
                  <a:lnTo>
                    <a:pt x="3479694" y="792906"/>
                  </a:lnTo>
                  <a:lnTo>
                    <a:pt x="3499189" y="820237"/>
                  </a:lnTo>
                  <a:lnTo>
                    <a:pt x="3518204" y="847904"/>
                  </a:lnTo>
                  <a:lnTo>
                    <a:pt x="3536733" y="875899"/>
                  </a:lnTo>
                  <a:lnTo>
                    <a:pt x="3554771" y="904213"/>
                  </a:lnTo>
                  <a:lnTo>
                    <a:pt x="3572312" y="932837"/>
                  </a:lnTo>
                  <a:lnTo>
                    <a:pt x="3589351" y="961763"/>
                  </a:lnTo>
                  <a:lnTo>
                    <a:pt x="3605882" y="990982"/>
                  </a:lnTo>
                  <a:lnTo>
                    <a:pt x="3621901" y="1020486"/>
                  </a:lnTo>
                  <a:lnTo>
                    <a:pt x="3637403" y="1050264"/>
                  </a:lnTo>
                  <a:lnTo>
                    <a:pt x="3652382" y="1080308"/>
                  </a:lnTo>
                  <a:lnTo>
                    <a:pt x="3666835" y="1110609"/>
                  </a:lnTo>
                  <a:lnTo>
                    <a:pt x="3680757" y="1141158"/>
                  </a:lnTo>
                  <a:lnTo>
                    <a:pt x="3694144" y="1171945"/>
                  </a:lnTo>
                  <a:lnTo>
                    <a:pt x="3706991" y="1202961"/>
                  </a:lnTo>
                  <a:lnTo>
                    <a:pt x="3719295" y="1234196"/>
                  </a:lnTo>
                  <a:lnTo>
                    <a:pt x="3731052" y="1265642"/>
                  </a:lnTo>
                  <a:lnTo>
                    <a:pt x="3742258" y="1297288"/>
                  </a:lnTo>
                  <a:lnTo>
                    <a:pt x="3752910" y="1329124"/>
                  </a:lnTo>
                  <a:lnTo>
                    <a:pt x="3763006" y="1361142"/>
                  </a:lnTo>
                  <a:lnTo>
                    <a:pt x="3772540" y="1393331"/>
                  </a:lnTo>
                  <a:lnTo>
                    <a:pt x="3781512" y="1425681"/>
                  </a:lnTo>
                  <a:lnTo>
                    <a:pt x="3789918" y="1458184"/>
                  </a:lnTo>
                  <a:lnTo>
                    <a:pt x="3797755" y="1490828"/>
                  </a:lnTo>
                  <a:lnTo>
                    <a:pt x="3805021" y="1523603"/>
                  </a:lnTo>
                  <a:lnTo>
                    <a:pt x="3811714" y="1556501"/>
                  </a:lnTo>
                  <a:lnTo>
                    <a:pt x="3817832" y="1589510"/>
                  </a:lnTo>
                  <a:lnTo>
                    <a:pt x="3823373" y="1622621"/>
                  </a:lnTo>
                  <a:lnTo>
                    <a:pt x="3828335" y="1655824"/>
                  </a:lnTo>
                  <a:lnTo>
                    <a:pt x="3832717" y="1689108"/>
                  </a:lnTo>
                  <a:lnTo>
                    <a:pt x="3836517" y="1722464"/>
                  </a:lnTo>
                  <a:lnTo>
                    <a:pt x="3839735" y="1755881"/>
                  </a:lnTo>
                  <a:lnTo>
                    <a:pt x="3842369" y="1789349"/>
                  </a:lnTo>
                  <a:lnTo>
                    <a:pt x="3844418" y="1822857"/>
                  </a:lnTo>
                  <a:lnTo>
                    <a:pt x="3845883" y="1856397"/>
                  </a:lnTo>
                  <a:lnTo>
                    <a:pt x="3846762" y="1889957"/>
                  </a:lnTo>
                  <a:lnTo>
                    <a:pt x="3847055" y="1923527"/>
                  </a:lnTo>
                  <a:lnTo>
                    <a:pt x="3846762" y="1957097"/>
                  </a:lnTo>
                  <a:lnTo>
                    <a:pt x="3845883" y="1990657"/>
                  </a:lnTo>
                  <a:lnTo>
                    <a:pt x="3844418" y="2024197"/>
                  </a:lnTo>
                  <a:lnTo>
                    <a:pt x="3842369" y="2057706"/>
                  </a:lnTo>
                  <a:lnTo>
                    <a:pt x="3839735" y="2091174"/>
                  </a:lnTo>
                  <a:lnTo>
                    <a:pt x="3836517" y="2124590"/>
                  </a:lnTo>
                  <a:lnTo>
                    <a:pt x="3832717" y="2157946"/>
                  </a:lnTo>
                  <a:lnTo>
                    <a:pt x="3828335" y="2191230"/>
                  </a:lnTo>
                  <a:lnTo>
                    <a:pt x="3823373" y="2224433"/>
                  </a:lnTo>
                  <a:lnTo>
                    <a:pt x="3817832" y="2257544"/>
                  </a:lnTo>
                  <a:lnTo>
                    <a:pt x="3811714" y="2290553"/>
                  </a:lnTo>
                  <a:lnTo>
                    <a:pt x="3805021" y="2323451"/>
                  </a:lnTo>
                  <a:lnTo>
                    <a:pt x="3797755" y="2356227"/>
                  </a:lnTo>
                  <a:lnTo>
                    <a:pt x="3789918" y="2388870"/>
                  </a:lnTo>
                  <a:lnTo>
                    <a:pt x="3781512" y="2421373"/>
                  </a:lnTo>
                  <a:lnTo>
                    <a:pt x="3772540" y="2453723"/>
                  </a:lnTo>
                  <a:lnTo>
                    <a:pt x="3763006" y="2485912"/>
                  </a:lnTo>
                  <a:lnTo>
                    <a:pt x="3752910" y="2517930"/>
                  </a:lnTo>
                  <a:lnTo>
                    <a:pt x="3742258" y="2549766"/>
                  </a:lnTo>
                  <a:lnTo>
                    <a:pt x="3731052" y="2581412"/>
                  </a:lnTo>
                  <a:lnTo>
                    <a:pt x="3719295" y="2612858"/>
                  </a:lnTo>
                  <a:lnTo>
                    <a:pt x="3706991" y="2644093"/>
                  </a:lnTo>
                  <a:lnTo>
                    <a:pt x="3694144" y="2675109"/>
                  </a:lnTo>
                  <a:lnTo>
                    <a:pt x="3680757" y="2705896"/>
                  </a:lnTo>
                  <a:lnTo>
                    <a:pt x="3666835" y="2736445"/>
                  </a:lnTo>
                  <a:lnTo>
                    <a:pt x="3652382" y="2766746"/>
                  </a:lnTo>
                  <a:lnTo>
                    <a:pt x="3637403" y="2796790"/>
                  </a:lnTo>
                  <a:lnTo>
                    <a:pt x="3621901" y="2826569"/>
                  </a:lnTo>
                  <a:lnTo>
                    <a:pt x="3605882" y="2856072"/>
                  </a:lnTo>
                  <a:lnTo>
                    <a:pt x="3589351" y="2885291"/>
                  </a:lnTo>
                  <a:lnTo>
                    <a:pt x="3572312" y="2914217"/>
                  </a:lnTo>
                  <a:lnTo>
                    <a:pt x="3554771" y="2942841"/>
                  </a:lnTo>
                  <a:lnTo>
                    <a:pt x="3536733" y="2971155"/>
                  </a:lnTo>
                  <a:lnTo>
                    <a:pt x="3518204" y="2999150"/>
                  </a:lnTo>
                  <a:lnTo>
                    <a:pt x="3499189" y="3026817"/>
                  </a:lnTo>
                  <a:lnTo>
                    <a:pt x="3479694" y="3054148"/>
                  </a:lnTo>
                  <a:lnTo>
                    <a:pt x="3459724" y="3081135"/>
                  </a:lnTo>
                  <a:lnTo>
                    <a:pt x="3439287" y="3107769"/>
                  </a:lnTo>
                  <a:lnTo>
                    <a:pt x="3418389" y="3134042"/>
                  </a:lnTo>
                  <a:lnTo>
                    <a:pt x="3397035" y="3159947"/>
                  </a:lnTo>
                  <a:lnTo>
                    <a:pt x="3375232" y="3185475"/>
                  </a:lnTo>
                  <a:lnTo>
                    <a:pt x="3352987" y="3210618"/>
                  </a:lnTo>
                  <a:lnTo>
                    <a:pt x="3330306" y="3235370"/>
                  </a:lnTo>
                  <a:lnTo>
                    <a:pt x="3307197" y="3259722"/>
                  </a:lnTo>
                  <a:lnTo>
                    <a:pt x="3283666" y="3283666"/>
                  </a:lnTo>
                  <a:lnTo>
                    <a:pt x="3259722" y="3307197"/>
                  </a:lnTo>
                  <a:lnTo>
                    <a:pt x="3235370" y="3330306"/>
                  </a:lnTo>
                  <a:lnTo>
                    <a:pt x="3210618" y="3352987"/>
                  </a:lnTo>
                  <a:lnTo>
                    <a:pt x="3185475" y="3375232"/>
                  </a:lnTo>
                  <a:lnTo>
                    <a:pt x="3159947" y="3397035"/>
                  </a:lnTo>
                  <a:lnTo>
                    <a:pt x="3134042" y="3418389"/>
                  </a:lnTo>
                  <a:lnTo>
                    <a:pt x="3107769" y="3439287"/>
                  </a:lnTo>
                  <a:lnTo>
                    <a:pt x="3081135" y="3459724"/>
                  </a:lnTo>
                  <a:lnTo>
                    <a:pt x="3054148" y="3479694"/>
                  </a:lnTo>
                  <a:lnTo>
                    <a:pt x="3026817" y="3499189"/>
                  </a:lnTo>
                  <a:lnTo>
                    <a:pt x="2999150" y="3518204"/>
                  </a:lnTo>
                  <a:lnTo>
                    <a:pt x="2971155" y="3536733"/>
                  </a:lnTo>
                  <a:lnTo>
                    <a:pt x="2942841" y="3554771"/>
                  </a:lnTo>
                  <a:lnTo>
                    <a:pt x="2914217" y="3572312"/>
                  </a:lnTo>
                  <a:lnTo>
                    <a:pt x="2885291" y="3589351"/>
                  </a:lnTo>
                  <a:lnTo>
                    <a:pt x="2856072" y="3605882"/>
                  </a:lnTo>
                  <a:lnTo>
                    <a:pt x="2826569" y="3621901"/>
                  </a:lnTo>
                  <a:lnTo>
                    <a:pt x="2796790" y="3637403"/>
                  </a:lnTo>
                  <a:lnTo>
                    <a:pt x="2766746" y="3652382"/>
                  </a:lnTo>
                  <a:lnTo>
                    <a:pt x="2736445" y="3666835"/>
                  </a:lnTo>
                  <a:lnTo>
                    <a:pt x="2705896" y="3680757"/>
                  </a:lnTo>
                  <a:lnTo>
                    <a:pt x="2675109" y="3694144"/>
                  </a:lnTo>
                  <a:lnTo>
                    <a:pt x="2644093" y="3706991"/>
                  </a:lnTo>
                  <a:lnTo>
                    <a:pt x="2612858" y="3719295"/>
                  </a:lnTo>
                  <a:lnTo>
                    <a:pt x="2581412" y="3731052"/>
                  </a:lnTo>
                  <a:lnTo>
                    <a:pt x="2549766" y="3742258"/>
                  </a:lnTo>
                  <a:lnTo>
                    <a:pt x="2517930" y="3752910"/>
                  </a:lnTo>
                  <a:lnTo>
                    <a:pt x="2485912" y="3763006"/>
                  </a:lnTo>
                  <a:lnTo>
                    <a:pt x="2453723" y="3772540"/>
                  </a:lnTo>
                  <a:lnTo>
                    <a:pt x="2421373" y="3781512"/>
                  </a:lnTo>
                  <a:lnTo>
                    <a:pt x="2388870" y="3789918"/>
                  </a:lnTo>
                  <a:lnTo>
                    <a:pt x="2356227" y="3797755"/>
                  </a:lnTo>
                  <a:lnTo>
                    <a:pt x="2323451" y="3805021"/>
                  </a:lnTo>
                  <a:lnTo>
                    <a:pt x="2290553" y="3811714"/>
                  </a:lnTo>
                  <a:lnTo>
                    <a:pt x="2257544" y="3817832"/>
                  </a:lnTo>
                  <a:lnTo>
                    <a:pt x="2224433" y="3823373"/>
                  </a:lnTo>
                  <a:lnTo>
                    <a:pt x="2191230" y="3828335"/>
                  </a:lnTo>
                  <a:lnTo>
                    <a:pt x="2157946" y="3832717"/>
                  </a:lnTo>
                  <a:lnTo>
                    <a:pt x="2124590" y="3836517"/>
                  </a:lnTo>
                  <a:lnTo>
                    <a:pt x="2091174" y="3839735"/>
                  </a:lnTo>
                  <a:lnTo>
                    <a:pt x="2057706" y="3842369"/>
                  </a:lnTo>
                  <a:lnTo>
                    <a:pt x="2024197" y="3844418"/>
                  </a:lnTo>
                  <a:lnTo>
                    <a:pt x="1990657" y="3845883"/>
                  </a:lnTo>
                  <a:lnTo>
                    <a:pt x="1957097" y="3846762"/>
                  </a:lnTo>
                  <a:lnTo>
                    <a:pt x="1923527" y="3847055"/>
                  </a:lnTo>
                  <a:lnTo>
                    <a:pt x="1889957" y="3846762"/>
                  </a:lnTo>
                  <a:lnTo>
                    <a:pt x="1856397" y="3845883"/>
                  </a:lnTo>
                  <a:lnTo>
                    <a:pt x="1822857" y="3844418"/>
                  </a:lnTo>
                  <a:lnTo>
                    <a:pt x="1789349" y="3842369"/>
                  </a:lnTo>
                  <a:lnTo>
                    <a:pt x="1755881" y="3839735"/>
                  </a:lnTo>
                  <a:lnTo>
                    <a:pt x="1722464" y="3836517"/>
                  </a:lnTo>
                  <a:lnTo>
                    <a:pt x="1689108" y="3832717"/>
                  </a:lnTo>
                  <a:lnTo>
                    <a:pt x="1655824" y="3828335"/>
                  </a:lnTo>
                  <a:lnTo>
                    <a:pt x="1622621" y="3823373"/>
                  </a:lnTo>
                  <a:lnTo>
                    <a:pt x="1589510" y="3817832"/>
                  </a:lnTo>
                  <a:lnTo>
                    <a:pt x="1556501" y="3811714"/>
                  </a:lnTo>
                  <a:lnTo>
                    <a:pt x="1523603" y="3805021"/>
                  </a:lnTo>
                  <a:lnTo>
                    <a:pt x="1490828" y="3797755"/>
                  </a:lnTo>
                  <a:lnTo>
                    <a:pt x="1458184" y="3789918"/>
                  </a:lnTo>
                  <a:lnTo>
                    <a:pt x="1425681" y="3781512"/>
                  </a:lnTo>
                  <a:lnTo>
                    <a:pt x="1393331" y="3772540"/>
                  </a:lnTo>
                  <a:lnTo>
                    <a:pt x="1361142" y="3763006"/>
                  </a:lnTo>
                  <a:lnTo>
                    <a:pt x="1329124" y="3752910"/>
                  </a:lnTo>
                  <a:lnTo>
                    <a:pt x="1297288" y="3742258"/>
                  </a:lnTo>
                  <a:lnTo>
                    <a:pt x="1265642" y="3731052"/>
                  </a:lnTo>
                  <a:lnTo>
                    <a:pt x="1234196" y="3719295"/>
                  </a:lnTo>
                  <a:lnTo>
                    <a:pt x="1202961" y="3706991"/>
                  </a:lnTo>
                  <a:lnTo>
                    <a:pt x="1171945" y="3694144"/>
                  </a:lnTo>
                  <a:lnTo>
                    <a:pt x="1141158" y="3680757"/>
                  </a:lnTo>
                  <a:lnTo>
                    <a:pt x="1110609" y="3666835"/>
                  </a:lnTo>
                  <a:lnTo>
                    <a:pt x="1080308" y="3652382"/>
                  </a:lnTo>
                  <a:lnTo>
                    <a:pt x="1050264" y="3637403"/>
                  </a:lnTo>
                  <a:lnTo>
                    <a:pt x="1020486" y="3621901"/>
                  </a:lnTo>
                  <a:lnTo>
                    <a:pt x="990982" y="3605882"/>
                  </a:lnTo>
                  <a:lnTo>
                    <a:pt x="961763" y="3589351"/>
                  </a:lnTo>
                  <a:lnTo>
                    <a:pt x="932837" y="3572312"/>
                  </a:lnTo>
                  <a:lnTo>
                    <a:pt x="904213" y="3554771"/>
                  </a:lnTo>
                  <a:lnTo>
                    <a:pt x="875899" y="3536733"/>
                  </a:lnTo>
                  <a:lnTo>
                    <a:pt x="847904" y="3518204"/>
                  </a:lnTo>
                  <a:lnTo>
                    <a:pt x="820237" y="3499189"/>
                  </a:lnTo>
                  <a:lnTo>
                    <a:pt x="792906" y="3479694"/>
                  </a:lnTo>
                  <a:lnTo>
                    <a:pt x="765919" y="3459724"/>
                  </a:lnTo>
                  <a:lnTo>
                    <a:pt x="739285" y="3439287"/>
                  </a:lnTo>
                  <a:lnTo>
                    <a:pt x="713012" y="3418389"/>
                  </a:lnTo>
                  <a:lnTo>
                    <a:pt x="687107" y="3397035"/>
                  </a:lnTo>
                  <a:lnTo>
                    <a:pt x="661579" y="3375232"/>
                  </a:lnTo>
                  <a:lnTo>
                    <a:pt x="636436" y="3352987"/>
                  </a:lnTo>
                  <a:lnTo>
                    <a:pt x="611684" y="3330306"/>
                  </a:lnTo>
                  <a:lnTo>
                    <a:pt x="587333" y="3307197"/>
                  </a:lnTo>
                  <a:lnTo>
                    <a:pt x="563388" y="3283666"/>
                  </a:lnTo>
                  <a:lnTo>
                    <a:pt x="539857" y="3259722"/>
                  </a:lnTo>
                  <a:lnTo>
                    <a:pt x="516748" y="3235370"/>
                  </a:lnTo>
                  <a:lnTo>
                    <a:pt x="494068" y="3210618"/>
                  </a:lnTo>
                  <a:lnTo>
                    <a:pt x="471822" y="3185475"/>
                  </a:lnTo>
                  <a:lnTo>
                    <a:pt x="450019" y="3159947"/>
                  </a:lnTo>
                  <a:lnTo>
                    <a:pt x="428665" y="3134042"/>
                  </a:lnTo>
                  <a:lnTo>
                    <a:pt x="407767" y="3107769"/>
                  </a:lnTo>
                  <a:lnTo>
                    <a:pt x="387330" y="3081135"/>
                  </a:lnTo>
                  <a:lnTo>
                    <a:pt x="367361" y="3054148"/>
                  </a:lnTo>
                  <a:lnTo>
                    <a:pt x="347866" y="3026817"/>
                  </a:lnTo>
                  <a:lnTo>
                    <a:pt x="328850" y="2999150"/>
                  </a:lnTo>
                  <a:lnTo>
                    <a:pt x="310321" y="2971155"/>
                  </a:lnTo>
                  <a:lnTo>
                    <a:pt x="292283" y="2942841"/>
                  </a:lnTo>
                  <a:lnTo>
                    <a:pt x="274742" y="2914217"/>
                  </a:lnTo>
                  <a:lnTo>
                    <a:pt x="257703" y="2885291"/>
                  </a:lnTo>
                  <a:lnTo>
                    <a:pt x="241172" y="2856072"/>
                  </a:lnTo>
                  <a:lnTo>
                    <a:pt x="225153" y="2826569"/>
                  </a:lnTo>
                  <a:lnTo>
                    <a:pt x="209651" y="2796790"/>
                  </a:lnTo>
                  <a:lnTo>
                    <a:pt x="194672" y="2766746"/>
                  </a:lnTo>
                  <a:lnTo>
                    <a:pt x="180219" y="2736445"/>
                  </a:lnTo>
                  <a:lnTo>
                    <a:pt x="166297" y="2705896"/>
                  </a:lnTo>
                  <a:lnTo>
                    <a:pt x="152911" y="2675109"/>
                  </a:lnTo>
                  <a:lnTo>
                    <a:pt x="140063" y="2644093"/>
                  </a:lnTo>
                  <a:lnTo>
                    <a:pt x="127759" y="2612858"/>
                  </a:lnTo>
                  <a:lnTo>
                    <a:pt x="116002" y="2581412"/>
                  </a:lnTo>
                  <a:lnTo>
                    <a:pt x="104796" y="2549766"/>
                  </a:lnTo>
                  <a:lnTo>
                    <a:pt x="94144" y="2517930"/>
                  </a:lnTo>
                  <a:lnTo>
                    <a:pt x="84049" y="2485912"/>
                  </a:lnTo>
                  <a:lnTo>
                    <a:pt x="74514" y="2453723"/>
                  </a:lnTo>
                  <a:lnTo>
                    <a:pt x="65542" y="2421373"/>
                  </a:lnTo>
                  <a:lnTo>
                    <a:pt x="57136" y="2388870"/>
                  </a:lnTo>
                  <a:lnTo>
                    <a:pt x="49299" y="2356227"/>
                  </a:lnTo>
                  <a:lnTo>
                    <a:pt x="42033" y="2323451"/>
                  </a:lnTo>
                  <a:lnTo>
                    <a:pt x="35340" y="2290553"/>
                  </a:lnTo>
                  <a:lnTo>
                    <a:pt x="29222" y="2257544"/>
                  </a:lnTo>
                  <a:lnTo>
                    <a:pt x="23681" y="2224433"/>
                  </a:lnTo>
                  <a:lnTo>
                    <a:pt x="18719" y="2191230"/>
                  </a:lnTo>
                  <a:lnTo>
                    <a:pt x="14337" y="2157946"/>
                  </a:lnTo>
                  <a:lnTo>
                    <a:pt x="10537" y="2124590"/>
                  </a:lnTo>
                  <a:lnTo>
                    <a:pt x="7319" y="2091174"/>
                  </a:lnTo>
                  <a:lnTo>
                    <a:pt x="4685" y="2057706"/>
                  </a:lnTo>
                  <a:lnTo>
                    <a:pt x="2636" y="2024197"/>
                  </a:lnTo>
                  <a:lnTo>
                    <a:pt x="1171" y="1990657"/>
                  </a:lnTo>
                  <a:lnTo>
                    <a:pt x="292" y="1957097"/>
                  </a:lnTo>
                  <a:lnTo>
                    <a:pt x="0" y="1923527"/>
                  </a:lnTo>
                  <a:lnTo>
                    <a:pt x="292" y="1889957"/>
                  </a:lnTo>
                  <a:lnTo>
                    <a:pt x="1171" y="1856397"/>
                  </a:lnTo>
                  <a:lnTo>
                    <a:pt x="2636" y="1822857"/>
                  </a:lnTo>
                  <a:lnTo>
                    <a:pt x="4685" y="1789349"/>
                  </a:lnTo>
                  <a:lnTo>
                    <a:pt x="7319" y="1755881"/>
                  </a:lnTo>
                  <a:lnTo>
                    <a:pt x="10537" y="1722464"/>
                  </a:lnTo>
                  <a:lnTo>
                    <a:pt x="14337" y="1689108"/>
                  </a:lnTo>
                  <a:lnTo>
                    <a:pt x="18719" y="1655824"/>
                  </a:lnTo>
                  <a:lnTo>
                    <a:pt x="23681" y="1622621"/>
                  </a:lnTo>
                  <a:lnTo>
                    <a:pt x="29222" y="1589510"/>
                  </a:lnTo>
                  <a:lnTo>
                    <a:pt x="35340" y="1556501"/>
                  </a:lnTo>
                  <a:lnTo>
                    <a:pt x="42033" y="1523603"/>
                  </a:lnTo>
                  <a:lnTo>
                    <a:pt x="49299" y="1490828"/>
                  </a:lnTo>
                  <a:lnTo>
                    <a:pt x="57136" y="1458184"/>
                  </a:lnTo>
                  <a:lnTo>
                    <a:pt x="65542" y="1425681"/>
                  </a:lnTo>
                  <a:lnTo>
                    <a:pt x="74514" y="1393331"/>
                  </a:lnTo>
                  <a:lnTo>
                    <a:pt x="84049" y="1361142"/>
                  </a:lnTo>
                  <a:lnTo>
                    <a:pt x="94144" y="1329124"/>
                  </a:lnTo>
                  <a:lnTo>
                    <a:pt x="104796" y="1297288"/>
                  </a:lnTo>
                  <a:lnTo>
                    <a:pt x="116002" y="1265642"/>
                  </a:lnTo>
                  <a:lnTo>
                    <a:pt x="127759" y="1234196"/>
                  </a:lnTo>
                  <a:lnTo>
                    <a:pt x="140063" y="1202961"/>
                  </a:lnTo>
                  <a:lnTo>
                    <a:pt x="152911" y="1171945"/>
                  </a:lnTo>
                  <a:lnTo>
                    <a:pt x="166297" y="1141158"/>
                  </a:lnTo>
                  <a:lnTo>
                    <a:pt x="180219" y="1110609"/>
                  </a:lnTo>
                  <a:lnTo>
                    <a:pt x="194672" y="1080308"/>
                  </a:lnTo>
                  <a:lnTo>
                    <a:pt x="209651" y="1050264"/>
                  </a:lnTo>
                  <a:lnTo>
                    <a:pt x="225153" y="1020486"/>
                  </a:lnTo>
                  <a:lnTo>
                    <a:pt x="241172" y="990982"/>
                  </a:lnTo>
                  <a:lnTo>
                    <a:pt x="257703" y="961763"/>
                  </a:lnTo>
                  <a:lnTo>
                    <a:pt x="274742" y="932837"/>
                  </a:lnTo>
                  <a:lnTo>
                    <a:pt x="292283" y="904213"/>
                  </a:lnTo>
                  <a:lnTo>
                    <a:pt x="310321" y="875899"/>
                  </a:lnTo>
                  <a:lnTo>
                    <a:pt x="328850" y="847904"/>
                  </a:lnTo>
                  <a:lnTo>
                    <a:pt x="347866" y="820237"/>
                  </a:lnTo>
                  <a:lnTo>
                    <a:pt x="367361" y="792906"/>
                  </a:lnTo>
                  <a:lnTo>
                    <a:pt x="387330" y="765919"/>
                  </a:lnTo>
                  <a:lnTo>
                    <a:pt x="407767" y="739285"/>
                  </a:lnTo>
                  <a:lnTo>
                    <a:pt x="428665" y="713012"/>
                  </a:lnTo>
                  <a:lnTo>
                    <a:pt x="450019" y="687107"/>
                  </a:lnTo>
                  <a:lnTo>
                    <a:pt x="471822" y="661579"/>
                  </a:lnTo>
                  <a:lnTo>
                    <a:pt x="494068" y="636436"/>
                  </a:lnTo>
                  <a:lnTo>
                    <a:pt x="516748" y="611684"/>
                  </a:lnTo>
                  <a:lnTo>
                    <a:pt x="539857" y="587333"/>
                  </a:lnTo>
                  <a:lnTo>
                    <a:pt x="563388" y="563388"/>
                  </a:lnTo>
                  <a:lnTo>
                    <a:pt x="587333" y="539857"/>
                  </a:lnTo>
                  <a:lnTo>
                    <a:pt x="611684" y="516748"/>
                  </a:lnTo>
                  <a:lnTo>
                    <a:pt x="636436" y="494068"/>
                  </a:lnTo>
                  <a:lnTo>
                    <a:pt x="661579" y="471822"/>
                  </a:lnTo>
                  <a:lnTo>
                    <a:pt x="687107" y="450019"/>
                  </a:lnTo>
                  <a:lnTo>
                    <a:pt x="713012" y="428665"/>
                  </a:lnTo>
                  <a:lnTo>
                    <a:pt x="739285" y="407767"/>
                  </a:lnTo>
                  <a:lnTo>
                    <a:pt x="765919" y="387330"/>
                  </a:lnTo>
                  <a:lnTo>
                    <a:pt x="792906" y="367361"/>
                  </a:lnTo>
                  <a:lnTo>
                    <a:pt x="820237" y="347866"/>
                  </a:lnTo>
                  <a:lnTo>
                    <a:pt x="847904" y="328850"/>
                  </a:lnTo>
                  <a:lnTo>
                    <a:pt x="875899" y="310321"/>
                  </a:lnTo>
                  <a:lnTo>
                    <a:pt x="904213" y="292283"/>
                  </a:lnTo>
                  <a:lnTo>
                    <a:pt x="932837" y="274742"/>
                  </a:lnTo>
                  <a:lnTo>
                    <a:pt x="961763" y="257703"/>
                  </a:lnTo>
                  <a:lnTo>
                    <a:pt x="990982" y="241172"/>
                  </a:lnTo>
                  <a:lnTo>
                    <a:pt x="1020486" y="225153"/>
                  </a:lnTo>
                  <a:lnTo>
                    <a:pt x="1050264" y="209651"/>
                  </a:lnTo>
                  <a:lnTo>
                    <a:pt x="1080308" y="194672"/>
                  </a:lnTo>
                  <a:lnTo>
                    <a:pt x="1110609" y="180219"/>
                  </a:lnTo>
                  <a:lnTo>
                    <a:pt x="1141158" y="166297"/>
                  </a:lnTo>
                  <a:lnTo>
                    <a:pt x="1171945" y="152911"/>
                  </a:lnTo>
                  <a:lnTo>
                    <a:pt x="1202961" y="140063"/>
                  </a:lnTo>
                  <a:lnTo>
                    <a:pt x="1234196" y="127759"/>
                  </a:lnTo>
                  <a:lnTo>
                    <a:pt x="1265642" y="116002"/>
                  </a:lnTo>
                  <a:lnTo>
                    <a:pt x="1297288" y="104796"/>
                  </a:lnTo>
                  <a:lnTo>
                    <a:pt x="1329124" y="94144"/>
                  </a:lnTo>
                  <a:lnTo>
                    <a:pt x="1361142" y="84049"/>
                  </a:lnTo>
                  <a:lnTo>
                    <a:pt x="1393331" y="74514"/>
                  </a:lnTo>
                  <a:lnTo>
                    <a:pt x="1425681" y="65542"/>
                  </a:lnTo>
                  <a:lnTo>
                    <a:pt x="1458184" y="57136"/>
                  </a:lnTo>
                  <a:lnTo>
                    <a:pt x="1490828" y="49299"/>
                  </a:lnTo>
                  <a:lnTo>
                    <a:pt x="1523603" y="42033"/>
                  </a:lnTo>
                  <a:lnTo>
                    <a:pt x="1556501" y="35340"/>
                  </a:lnTo>
                  <a:lnTo>
                    <a:pt x="1589510" y="29222"/>
                  </a:lnTo>
                  <a:lnTo>
                    <a:pt x="1622621" y="23681"/>
                  </a:lnTo>
                  <a:lnTo>
                    <a:pt x="1655824" y="18719"/>
                  </a:lnTo>
                  <a:lnTo>
                    <a:pt x="1689108" y="14337"/>
                  </a:lnTo>
                  <a:lnTo>
                    <a:pt x="1722464" y="10537"/>
                  </a:lnTo>
                  <a:lnTo>
                    <a:pt x="1755881" y="7319"/>
                  </a:lnTo>
                  <a:lnTo>
                    <a:pt x="1789349" y="4685"/>
                  </a:lnTo>
                  <a:lnTo>
                    <a:pt x="1822857" y="2636"/>
                  </a:lnTo>
                  <a:lnTo>
                    <a:pt x="1856397" y="1171"/>
                  </a:lnTo>
                  <a:lnTo>
                    <a:pt x="1889957" y="292"/>
                  </a:lnTo>
                  <a:close/>
                </a:path>
              </a:pathLst>
            </a:custGeom>
            <a:noFill/>
            <a:ln w="18970" cap="rnd">
              <a:solidFill>
                <a:srgbClr val="C978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3739425" y="1424856"/>
              <a:ext cx="990935" cy="135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79" i="0" b="1">
                  <a:solidFill>
                    <a:srgbClr val="0E5A78">
                      <a:alpha val="100000"/>
                    </a:srgbClr>
                  </a:solidFill>
                  <a:latin typeface="Helvetica"/>
                  <a:cs typeface="Helvetica"/>
                </a:rPr>
                <a:t>Taxonomic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5787981" y="1424856"/>
              <a:ext cx="1168328" cy="135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79" i="0" b="1">
                  <a:solidFill>
                    <a:srgbClr val="6A4C93">
                      <a:alpha val="100000"/>
                    </a:srgbClr>
                  </a:solidFill>
                  <a:latin typeface="Helvetica"/>
                  <a:cs typeface="Helvetica"/>
                </a:rPr>
                <a:t>Phylogenetic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829037" y="2814070"/>
              <a:ext cx="948964" cy="135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79" i="0" b="1">
                  <a:solidFill>
                    <a:srgbClr val="C9784A">
                      <a:alpha val="100000"/>
                    </a:srgbClr>
                  </a:solidFill>
                  <a:latin typeface="Helvetica"/>
                  <a:cs typeface="Helvetica"/>
                </a:rPr>
                <a:t>Functional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326301" y="2706775"/>
              <a:ext cx="534832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440250" y="3241088"/>
              <a:ext cx="520659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Shannon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999022" y="3775401"/>
              <a:ext cx="975664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Effective species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715547" y="2706775"/>
              <a:ext cx="595548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Faith's PD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595883" y="3241088"/>
              <a:ext cx="621151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MPD / NRI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856426" y="3775401"/>
              <a:ext cx="527517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PhyloSor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964049" y="5485203"/>
              <a:ext cx="678942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FRic / FEve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875291" y="6019517"/>
              <a:ext cx="642731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FDiv / FDis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12938" y="6553830"/>
              <a:ext cx="794887" cy="93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Rao Q / FSpe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041315" y="2824061"/>
              <a:ext cx="524408" cy="724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TAX ∩ PHY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35737" y="7098567"/>
              <a:ext cx="535564" cy="724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PHY ∩ FUN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199657" y="3254072"/>
              <a:ext cx="925372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T ∩ P (clade-richness)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455857" y="3254072"/>
              <a:ext cx="977676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P ∩ F (phylo-functional)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758674" y="5920426"/>
              <a:ext cx="1089690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All three (full structure)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424406" y="596960"/>
              <a:ext cx="561395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Each axis decoupled in our analysis; their intersections quantify community structure jointly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424406" y="393782"/>
              <a:ext cx="4973147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Three dimensions of biodiversity captured by the v3 framework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628921" y="8308013"/>
              <a:ext cx="45537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737373">
                      <a:alpha val="100000"/>
                    </a:srgbClr>
                  </a:solidFill>
                  <a:latin typeface="Helvetica"/>
                  <a:cs typeface="Helvetica"/>
                </a:rPr>
                <a:t>Indices computed per (grid, period) on 200 thinned posterior draws of psi from tMsPGOcc.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2026-05-14T19:38:39Z</dcterms:modified>
  <cp:category/>
</cp:coreProperties>
</file>