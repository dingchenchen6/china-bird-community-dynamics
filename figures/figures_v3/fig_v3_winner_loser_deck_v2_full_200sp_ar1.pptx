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74320" y="274320"/>
            <a:ext cx="10972800" cy="7315200"/>
            <a:chOff x="274320" y="27432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74320" y="27432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74320" y="274320"/>
              <a:ext cx="10972799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70999" y="6872809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70999" y="6675170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70999" y="6477531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70999" y="6279892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70999" y="6082253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70999" y="5884614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70999" y="5686975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70999" y="5489337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70999" y="5291698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70999" y="5094059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870999" y="4896420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70999" y="4698781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870999" y="4501142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70999" y="4303503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70999" y="4105864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70999" y="3908225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70999" y="3710586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70999" y="3512948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70999" y="3315309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870999" y="3117670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870999" y="2920031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870999" y="2722392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870999" y="2524753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870999" y="2327114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870999" y="2129475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870999" y="1931836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70999" y="1734197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70999" y="1536559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70999" y="1338920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70999" y="1141281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00014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17550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35085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52621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70157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35085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18956" y="11412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02420" y="1141281"/>
              <a:ext cx="716535" cy="0"/>
            </a:xfrm>
            <a:custGeom>
              <a:avLst/>
              <a:pathLst>
                <a:path w="716535" h="0">
                  <a:moveTo>
                    <a:pt x="71653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802420" y="11412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306181" y="13389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937088" y="1338920"/>
              <a:ext cx="369093" cy="0"/>
            </a:xfrm>
            <a:custGeom>
              <a:avLst/>
              <a:pathLst>
                <a:path w="369093" h="0">
                  <a:moveTo>
                    <a:pt x="36909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937088" y="13389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041898" y="15365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780457" y="1536559"/>
              <a:ext cx="261441" cy="0"/>
            </a:xfrm>
            <a:custGeom>
              <a:avLst/>
              <a:pathLst>
                <a:path w="261441" h="0">
                  <a:moveTo>
                    <a:pt x="26144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780457" y="15365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011104" y="17341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34460" y="1734197"/>
              <a:ext cx="576643" cy="0"/>
            </a:xfrm>
            <a:custGeom>
              <a:avLst/>
              <a:pathLst>
                <a:path w="576643" h="0">
                  <a:moveTo>
                    <a:pt x="57664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34460" y="17341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063742" y="19318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84361" y="1931836"/>
              <a:ext cx="679380" cy="0"/>
            </a:xfrm>
            <a:custGeom>
              <a:avLst/>
              <a:pathLst>
                <a:path w="679380" h="0">
                  <a:moveTo>
                    <a:pt x="67938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84361" y="19318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43809" y="21294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455943" y="2129475"/>
              <a:ext cx="587865" cy="0"/>
            </a:xfrm>
            <a:custGeom>
              <a:avLst/>
              <a:pathLst>
                <a:path w="587865" h="0">
                  <a:moveTo>
                    <a:pt x="58786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455943" y="21294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55504" y="23271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366357" y="2327114"/>
              <a:ext cx="689146" cy="0"/>
            </a:xfrm>
            <a:custGeom>
              <a:avLst/>
              <a:pathLst>
                <a:path w="689146" h="0">
                  <a:moveTo>
                    <a:pt x="68914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366357" y="23271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980860" y="25247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388350" y="2524753"/>
              <a:ext cx="592509" cy="0"/>
            </a:xfrm>
            <a:custGeom>
              <a:avLst/>
              <a:pathLst>
                <a:path w="592509" h="0">
                  <a:moveTo>
                    <a:pt x="5925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388350" y="25247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832863" y="2722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411248" y="2722392"/>
              <a:ext cx="421615" cy="0"/>
            </a:xfrm>
            <a:custGeom>
              <a:avLst/>
              <a:pathLst>
                <a:path w="421615" h="0">
                  <a:moveTo>
                    <a:pt x="42161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411248" y="2722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16942" y="29200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368744" y="2920031"/>
              <a:ext cx="348197" cy="0"/>
            </a:xfrm>
            <a:custGeom>
              <a:avLst/>
              <a:pathLst>
                <a:path w="348197" h="0">
                  <a:moveTo>
                    <a:pt x="34819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368744" y="29200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829243" y="31176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233791" y="3117670"/>
              <a:ext cx="595451" cy="0"/>
            </a:xfrm>
            <a:custGeom>
              <a:avLst/>
              <a:pathLst>
                <a:path w="595451" h="0">
                  <a:moveTo>
                    <a:pt x="59545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33791" y="31176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836086" y="33153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304140" y="3315309"/>
              <a:ext cx="531945" cy="0"/>
            </a:xfrm>
            <a:custGeom>
              <a:avLst/>
              <a:pathLst>
                <a:path w="531945" h="0">
                  <a:moveTo>
                    <a:pt x="53194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04140" y="33153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814448" y="35129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246985" y="3512948"/>
              <a:ext cx="567463" cy="0"/>
            </a:xfrm>
            <a:custGeom>
              <a:avLst/>
              <a:pathLst>
                <a:path w="567463" h="0">
                  <a:moveTo>
                    <a:pt x="56746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246985" y="35129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843615" y="37105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249048" y="3710586"/>
              <a:ext cx="594566" cy="0"/>
            </a:xfrm>
            <a:custGeom>
              <a:avLst/>
              <a:pathLst>
                <a:path w="594566" h="0">
                  <a:moveTo>
                    <a:pt x="5945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249048" y="37105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829616" y="39082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130860" y="3908225"/>
              <a:ext cx="698756" cy="0"/>
            </a:xfrm>
            <a:custGeom>
              <a:avLst/>
              <a:pathLst>
                <a:path w="698756" h="0">
                  <a:moveTo>
                    <a:pt x="69875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130860" y="39082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754033" y="410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218771" y="4105864"/>
              <a:ext cx="535261" cy="0"/>
            </a:xfrm>
            <a:custGeom>
              <a:avLst/>
              <a:pathLst>
                <a:path w="535261" h="0">
                  <a:moveTo>
                    <a:pt x="53526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218771" y="410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779611" y="43035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81116" y="4303503"/>
              <a:ext cx="598494" cy="0"/>
            </a:xfrm>
            <a:custGeom>
              <a:avLst/>
              <a:pathLst>
                <a:path w="598494" h="0">
                  <a:moveTo>
                    <a:pt x="59849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181116" y="43035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929232" y="45011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022137" y="4501142"/>
              <a:ext cx="907095" cy="0"/>
            </a:xfrm>
            <a:custGeom>
              <a:avLst/>
              <a:pathLst>
                <a:path w="907095" h="0">
                  <a:moveTo>
                    <a:pt x="90709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022137" y="45011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978702" y="46987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921037" y="4698781"/>
              <a:ext cx="1057664" cy="0"/>
            </a:xfrm>
            <a:custGeom>
              <a:avLst/>
              <a:pathLst>
                <a:path w="1057664" h="0">
                  <a:moveTo>
                    <a:pt x="105766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921037" y="46987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852287" y="48964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049793" y="4896420"/>
              <a:ext cx="802493" cy="0"/>
            </a:xfrm>
            <a:custGeom>
              <a:avLst/>
              <a:pathLst>
                <a:path w="802493" h="0">
                  <a:moveTo>
                    <a:pt x="80249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049793" y="48964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757261" y="5094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192498" y="5094059"/>
              <a:ext cx="564763" cy="0"/>
            </a:xfrm>
            <a:custGeom>
              <a:avLst/>
              <a:pathLst>
                <a:path w="564763" h="0">
                  <a:moveTo>
                    <a:pt x="56476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192498" y="5094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881881" y="52916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998240" y="5291698"/>
              <a:ext cx="883641" cy="0"/>
            </a:xfrm>
            <a:custGeom>
              <a:avLst/>
              <a:pathLst>
                <a:path w="883641" h="0">
                  <a:moveTo>
                    <a:pt x="88364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998240" y="52916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07363" y="54893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225985" y="5489337"/>
              <a:ext cx="381378" cy="0"/>
            </a:xfrm>
            <a:custGeom>
              <a:avLst/>
              <a:pathLst>
                <a:path w="381378" h="0">
                  <a:moveTo>
                    <a:pt x="38137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225985" y="54893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788763" y="56869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899524" y="5686975"/>
              <a:ext cx="889238" cy="0"/>
            </a:xfrm>
            <a:custGeom>
              <a:avLst/>
              <a:pathLst>
                <a:path w="889238" h="0">
                  <a:moveTo>
                    <a:pt x="88923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899524" y="56869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755518" y="58846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956575" y="5884614"/>
              <a:ext cx="798942" cy="0"/>
            </a:xfrm>
            <a:custGeom>
              <a:avLst/>
              <a:pathLst>
                <a:path w="798942" h="0">
                  <a:moveTo>
                    <a:pt x="79894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956575" y="58846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641678" y="6082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111407" y="6082253"/>
              <a:ext cx="530271" cy="0"/>
            </a:xfrm>
            <a:custGeom>
              <a:avLst/>
              <a:pathLst>
                <a:path w="530271" h="0">
                  <a:moveTo>
                    <a:pt x="53027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111407" y="6082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36104" y="62798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99459" y="6279892"/>
              <a:ext cx="336644" cy="0"/>
            </a:xfrm>
            <a:custGeom>
              <a:avLst/>
              <a:pathLst>
                <a:path w="336644" h="0">
                  <a:moveTo>
                    <a:pt x="33664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199459" y="62798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608173" y="64775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132763" y="6477531"/>
              <a:ext cx="475409" cy="0"/>
            </a:xfrm>
            <a:custGeom>
              <a:avLst/>
              <a:pathLst>
                <a:path w="475409" h="0">
                  <a:moveTo>
                    <a:pt x="4754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132763" y="64775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631471" y="66751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063187" y="6675170"/>
              <a:ext cx="568283" cy="0"/>
            </a:xfrm>
            <a:custGeom>
              <a:avLst/>
              <a:pathLst>
                <a:path w="568283" h="0">
                  <a:moveTo>
                    <a:pt x="56828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063187" y="66751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94829" y="68728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090236" y="6872809"/>
              <a:ext cx="504593" cy="0"/>
            </a:xfrm>
            <a:custGeom>
              <a:avLst/>
              <a:pathLst>
                <a:path w="504593" h="0">
                  <a:moveTo>
                    <a:pt x="50459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090236" y="68728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159384" y="1104464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078048" y="1302103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881700" y="1499742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697145" y="1697380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693224" y="1895019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693056" y="2092658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688935" y="2290297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654743" y="2487936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581124" y="2685575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515888" y="2883214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508448" y="3080853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508176" y="3278492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505883" y="3476131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04369" y="3673769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482204" y="3871408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462952" y="4069047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454201" y="4266686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440600" y="4464325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438527" y="4661964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34875" y="4859603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28814" y="5057242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398047" y="5254881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375083" y="5452520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345676" y="5650159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342656" y="5847797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336904" y="6045436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336146" y="6243075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330552" y="6440714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315555" y="6638353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09296" y="6835992"/>
              <a:ext cx="73633" cy="7363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298925" y="6302697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7298925" y="5154871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7298925" y="4007045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298925" y="2859219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7298925" y="1711393"/>
              <a:ext cx="3821669" cy="0"/>
            </a:xfrm>
            <a:custGeom>
              <a:avLst/>
              <a:pathLst>
                <a:path w="3821669" h="0">
                  <a:moveTo>
                    <a:pt x="0" y="0"/>
                  </a:moveTo>
                  <a:lnTo>
                    <a:pt x="3821669" y="0"/>
                  </a:lnTo>
                  <a:lnTo>
                    <a:pt x="382166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7627940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345476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9063011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9780547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498083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9063011" y="1022697"/>
              <a:ext cx="0" cy="5968694"/>
            </a:xfrm>
            <a:custGeom>
              <a:avLst/>
              <a:pathLst>
                <a:path w="0" h="5968694">
                  <a:moveTo>
                    <a:pt x="0" y="59686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71653" y="6302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581579" y="6302697"/>
              <a:ext cx="490073" cy="0"/>
            </a:xfrm>
            <a:custGeom>
              <a:avLst/>
              <a:pathLst>
                <a:path w="490073" h="0">
                  <a:moveTo>
                    <a:pt x="49007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581579" y="6302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006535" y="51548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50863" y="5154871"/>
              <a:ext cx="955672" cy="0"/>
            </a:xfrm>
            <a:custGeom>
              <a:avLst/>
              <a:pathLst>
                <a:path w="955672" h="0">
                  <a:moveTo>
                    <a:pt x="95567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50863" y="51548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045783" y="40070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472637" y="4007045"/>
              <a:ext cx="1573145" cy="0"/>
            </a:xfrm>
            <a:custGeom>
              <a:avLst/>
              <a:pathLst>
                <a:path w="1573145" h="0">
                  <a:moveTo>
                    <a:pt x="157314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472637" y="40070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998462" y="28592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140339" y="2859219"/>
              <a:ext cx="858123" cy="0"/>
            </a:xfrm>
            <a:custGeom>
              <a:avLst/>
              <a:pathLst>
                <a:path w="858123" h="0">
                  <a:moveTo>
                    <a:pt x="85812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140339" y="28592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936903" y="171139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425737" y="1711393"/>
              <a:ext cx="511165" cy="0"/>
            </a:xfrm>
            <a:custGeom>
              <a:avLst/>
              <a:pathLst>
                <a:path w="511165" h="0">
                  <a:moveTo>
                    <a:pt x="51116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425737" y="171139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E5A78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7758788" y="6265880"/>
              <a:ext cx="73633" cy="73633"/>
            </a:xfrm>
            <a:prstGeom prst="ellipse">
              <a:avLst/>
            </a:prstGeom>
            <a:solidFill>
              <a:srgbClr val="0E5A78">
                <a:alpha val="100000"/>
              </a:srgbClr>
            </a:solidFill>
            <a:ln w="859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480786" y="5118054"/>
              <a:ext cx="73633" cy="73633"/>
            </a:xfrm>
            <a:prstGeom prst="ellipse">
              <a:avLst/>
            </a:prstGeom>
            <a:solidFill>
              <a:srgbClr val="0E5A78">
                <a:alpha val="100000"/>
              </a:srgbClr>
            </a:solidFill>
            <a:ln w="859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8539024" y="3970228"/>
              <a:ext cx="73633" cy="73633"/>
            </a:xfrm>
            <a:prstGeom prst="ellipse">
              <a:avLst/>
            </a:prstGeom>
            <a:solidFill>
              <a:srgbClr val="0E5A78">
                <a:alpha val="100000"/>
              </a:srgbClr>
            </a:solidFill>
            <a:ln w="859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8566920" y="2822402"/>
              <a:ext cx="73633" cy="73633"/>
            </a:xfrm>
            <a:prstGeom prst="ellipse">
              <a:avLst/>
            </a:prstGeom>
            <a:solidFill>
              <a:srgbClr val="0E5A78">
                <a:alpha val="100000"/>
              </a:srgbClr>
            </a:solidFill>
            <a:ln w="859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675807" y="1674576"/>
              <a:ext cx="73633" cy="73633"/>
            </a:xfrm>
            <a:prstGeom prst="ellipse">
              <a:avLst/>
            </a:prstGeom>
            <a:solidFill>
              <a:srgbClr val="0E5A78">
                <a:alpha val="100000"/>
              </a:srgbClr>
            </a:solidFill>
            <a:ln w="859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>
              <a:off x="3566629" y="866565"/>
              <a:ext cx="430408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Winner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9036801" y="866565"/>
              <a:ext cx="34591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Loser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2069804" y="7051176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-0.10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2787339" y="7051176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523894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4241430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4958965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497730" y="7051176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-0.10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215265" y="7051176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951820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669356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0386892" y="705117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6553067" y="6261686"/>
              <a:ext cx="68607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Columba livia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6413256" y="5113860"/>
              <a:ext cx="82588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Regulus regulus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6336995" y="3966034"/>
              <a:ext cx="90214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Delichon dasypus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482933" y="2818208"/>
              <a:ext cx="75620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Alauda gulgula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759094" y="1670382"/>
              <a:ext cx="148004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Chaimarrornis leucocephalus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775658" y="6831798"/>
              <a:ext cx="103555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Phasianus colchicus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13880" y="6634159"/>
              <a:ext cx="99733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Anas platyrhynchos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39117" y="6436520"/>
              <a:ext cx="97209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Platalea leucorodia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07296" y="6238881"/>
              <a:ext cx="100391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Spilopelia chinensis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839300" y="6041242"/>
              <a:ext cx="9719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Tadorna ferruginea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979294" y="5843604"/>
              <a:ext cx="8319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Mareca strepera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966219" y="5645965"/>
              <a:ext cx="84499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Spatula clypeata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972802" y="5448326"/>
              <a:ext cx="8384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Falco amurensis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099812" y="5250687"/>
              <a:ext cx="71140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Riparia riparia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731584" y="5053048"/>
              <a:ext cx="107963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Nycticorax nycticorax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087102" y="4855409"/>
              <a:ext cx="7241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Aythya nyroca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82150" y="4657770"/>
              <a:ext cx="10290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Pernis ptilorhynchus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029952" y="4460131"/>
              <a:ext cx="7812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Circus cyaneus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998040" y="4262492"/>
              <a:ext cx="8131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Alauda arvensis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712290" y="4064853"/>
              <a:ext cx="10989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Tachybaptus ruficollis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668033" y="3867215"/>
              <a:ext cx="11431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Recurvirostra avosetta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883831" y="3669576"/>
              <a:ext cx="92738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Podiceps cristatus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00845" y="3471937"/>
              <a:ext cx="141037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Chroicocephalus ridibundus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48647" y="3274298"/>
              <a:ext cx="116256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Spodiopsar cineraceus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099721" y="3076659"/>
              <a:ext cx="7114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Ardea cinerea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934763" y="2879020"/>
              <a:ext cx="8764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Garrulax canorus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1252243" y="2681381"/>
              <a:ext cx="558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Pica serica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70938" y="2483742"/>
              <a:ext cx="9402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Chlidonias hybrida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39208" y="2286103"/>
              <a:ext cx="97200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Gallinula chloropus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78879" y="2088464"/>
              <a:ext cx="123233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Himantopus himantopus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909069" y="1890825"/>
              <a:ext cx="90214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Vanellus cinereus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737710" y="1693187"/>
              <a:ext cx="10735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Fringilla montifringilla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636303" y="1495548"/>
              <a:ext cx="11749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Urocissa erythroryncha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756547" y="1297909"/>
              <a:ext cx="105466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Picoides canicapillus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1277663" y="1100270"/>
              <a:ext cx="5335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Fulica atra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4886590" y="7191739"/>
              <a:ext cx="321841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 mean grid-averaged psi slope per 5-year period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400845" y="590239"/>
              <a:ext cx="5482650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Top 30 each by posterior mean grid-averaged psi slope across 5 periods | v2_full_200sp_ar1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400845" y="393096"/>
              <a:ext cx="5167914" cy="114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 winners and losers under occupancy correction (2000-2024)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122825" y="7398916"/>
              <a:ext cx="299776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737373">
                      <a:alpha val="100000"/>
                    </a:srgbClr>
                  </a:solidFill>
                  <a:latin typeface="Helvetica"/>
                  <a:cs typeface="Helvetica"/>
                </a:rPr>
                <a:t>Bars = 95% credible interval; species sorted within each panel.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74320" y="274320"/>
            <a:ext cx="10972800" cy="7315200"/>
            <a:chOff x="274320" y="27432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74320" y="27432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74320" y="274320"/>
              <a:ext cx="10972800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00845" y="593394"/>
              <a:ext cx="10719748" cy="39947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0845" y="4588181"/>
              <a:ext cx="10719748" cy="290011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49425" y="3962427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49425" y="3648038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49425" y="3333649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49425" y="3019260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49425" y="2704871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49425" y="2390482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49425" y="2076093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49425" y="1761704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49425" y="1447315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28843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87019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45195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703371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361547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5195" y="1132926"/>
              <a:ext cx="0" cy="3018134"/>
            </a:xfrm>
            <a:custGeom>
              <a:avLst/>
              <a:pathLst>
                <a:path w="0" h="3018134">
                  <a:moveTo>
                    <a:pt x="0" y="3018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6574844" y="1354448"/>
              <a:ext cx="2190400" cy="92867"/>
            </a:xfrm>
            <a:custGeom>
              <a:avLst/>
              <a:pathLst>
                <a:path w="2190400" h="92867">
                  <a:moveTo>
                    <a:pt x="0" y="88437"/>
                  </a:moveTo>
                  <a:lnTo>
                    <a:pt x="4380" y="88367"/>
                  </a:lnTo>
                  <a:lnTo>
                    <a:pt x="8761" y="88296"/>
                  </a:lnTo>
                  <a:lnTo>
                    <a:pt x="13142" y="88226"/>
                  </a:lnTo>
                  <a:lnTo>
                    <a:pt x="17523" y="88155"/>
                  </a:lnTo>
                  <a:lnTo>
                    <a:pt x="21904" y="88084"/>
                  </a:lnTo>
                  <a:lnTo>
                    <a:pt x="26284" y="88012"/>
                  </a:lnTo>
                  <a:lnTo>
                    <a:pt x="30665" y="87940"/>
                  </a:lnTo>
                  <a:lnTo>
                    <a:pt x="35046" y="87867"/>
                  </a:lnTo>
                  <a:lnTo>
                    <a:pt x="39427" y="87793"/>
                  </a:lnTo>
                  <a:lnTo>
                    <a:pt x="43808" y="87719"/>
                  </a:lnTo>
                  <a:lnTo>
                    <a:pt x="48188" y="87644"/>
                  </a:lnTo>
                  <a:lnTo>
                    <a:pt x="52569" y="87568"/>
                  </a:lnTo>
                  <a:lnTo>
                    <a:pt x="56950" y="87491"/>
                  </a:lnTo>
                  <a:lnTo>
                    <a:pt x="61331" y="87412"/>
                  </a:lnTo>
                  <a:lnTo>
                    <a:pt x="65712" y="87333"/>
                  </a:lnTo>
                  <a:lnTo>
                    <a:pt x="70092" y="87251"/>
                  </a:lnTo>
                  <a:lnTo>
                    <a:pt x="74473" y="87169"/>
                  </a:lnTo>
                  <a:lnTo>
                    <a:pt x="78854" y="87085"/>
                  </a:lnTo>
                  <a:lnTo>
                    <a:pt x="83235" y="86999"/>
                  </a:lnTo>
                  <a:lnTo>
                    <a:pt x="87616" y="86910"/>
                  </a:lnTo>
                  <a:lnTo>
                    <a:pt x="91996" y="86820"/>
                  </a:lnTo>
                  <a:lnTo>
                    <a:pt x="96377" y="86729"/>
                  </a:lnTo>
                  <a:lnTo>
                    <a:pt x="100758" y="86633"/>
                  </a:lnTo>
                  <a:lnTo>
                    <a:pt x="105139" y="86536"/>
                  </a:lnTo>
                  <a:lnTo>
                    <a:pt x="109520" y="86436"/>
                  </a:lnTo>
                  <a:lnTo>
                    <a:pt x="113900" y="86333"/>
                  </a:lnTo>
                  <a:lnTo>
                    <a:pt x="118281" y="86227"/>
                  </a:lnTo>
                  <a:lnTo>
                    <a:pt x="122662" y="86118"/>
                  </a:lnTo>
                  <a:lnTo>
                    <a:pt x="127043" y="86005"/>
                  </a:lnTo>
                  <a:lnTo>
                    <a:pt x="131424" y="85889"/>
                  </a:lnTo>
                  <a:lnTo>
                    <a:pt x="135804" y="85768"/>
                  </a:lnTo>
                  <a:lnTo>
                    <a:pt x="140185" y="85643"/>
                  </a:lnTo>
                  <a:lnTo>
                    <a:pt x="144566" y="85515"/>
                  </a:lnTo>
                  <a:lnTo>
                    <a:pt x="148947" y="85382"/>
                  </a:lnTo>
                  <a:lnTo>
                    <a:pt x="153328" y="85244"/>
                  </a:lnTo>
                  <a:lnTo>
                    <a:pt x="157708" y="85102"/>
                  </a:lnTo>
                  <a:lnTo>
                    <a:pt x="162089" y="84955"/>
                  </a:lnTo>
                  <a:lnTo>
                    <a:pt x="166470" y="84801"/>
                  </a:lnTo>
                  <a:lnTo>
                    <a:pt x="170851" y="84642"/>
                  </a:lnTo>
                  <a:lnTo>
                    <a:pt x="175232" y="84479"/>
                  </a:lnTo>
                  <a:lnTo>
                    <a:pt x="179612" y="84308"/>
                  </a:lnTo>
                  <a:lnTo>
                    <a:pt x="183993" y="84131"/>
                  </a:lnTo>
                  <a:lnTo>
                    <a:pt x="188374" y="83950"/>
                  </a:lnTo>
                  <a:lnTo>
                    <a:pt x="192755" y="83761"/>
                  </a:lnTo>
                  <a:lnTo>
                    <a:pt x="197136" y="83563"/>
                  </a:lnTo>
                  <a:lnTo>
                    <a:pt x="201516" y="83360"/>
                  </a:lnTo>
                  <a:lnTo>
                    <a:pt x="205897" y="83151"/>
                  </a:lnTo>
                  <a:lnTo>
                    <a:pt x="210278" y="82932"/>
                  </a:lnTo>
                  <a:lnTo>
                    <a:pt x="214659" y="82706"/>
                  </a:lnTo>
                  <a:lnTo>
                    <a:pt x="219040" y="82473"/>
                  </a:lnTo>
                  <a:lnTo>
                    <a:pt x="223420" y="82233"/>
                  </a:lnTo>
                  <a:lnTo>
                    <a:pt x="227801" y="81981"/>
                  </a:lnTo>
                  <a:lnTo>
                    <a:pt x="232182" y="81722"/>
                  </a:lnTo>
                  <a:lnTo>
                    <a:pt x="236563" y="81456"/>
                  </a:lnTo>
                  <a:lnTo>
                    <a:pt x="240944" y="81179"/>
                  </a:lnTo>
                  <a:lnTo>
                    <a:pt x="245324" y="80893"/>
                  </a:lnTo>
                  <a:lnTo>
                    <a:pt x="249705" y="80599"/>
                  </a:lnTo>
                  <a:lnTo>
                    <a:pt x="254086" y="80297"/>
                  </a:lnTo>
                  <a:lnTo>
                    <a:pt x="258467" y="79981"/>
                  </a:lnTo>
                  <a:lnTo>
                    <a:pt x="262848" y="79657"/>
                  </a:lnTo>
                  <a:lnTo>
                    <a:pt x="267228" y="79324"/>
                  </a:lnTo>
                  <a:lnTo>
                    <a:pt x="271609" y="78980"/>
                  </a:lnTo>
                  <a:lnTo>
                    <a:pt x="275990" y="78625"/>
                  </a:lnTo>
                  <a:lnTo>
                    <a:pt x="280371" y="78261"/>
                  </a:lnTo>
                  <a:lnTo>
                    <a:pt x="284752" y="77888"/>
                  </a:lnTo>
                  <a:lnTo>
                    <a:pt x="289132" y="77500"/>
                  </a:lnTo>
                  <a:lnTo>
                    <a:pt x="293513" y="77103"/>
                  </a:lnTo>
                  <a:lnTo>
                    <a:pt x="297894" y="76695"/>
                  </a:lnTo>
                  <a:lnTo>
                    <a:pt x="302275" y="76276"/>
                  </a:lnTo>
                  <a:lnTo>
                    <a:pt x="306656" y="75845"/>
                  </a:lnTo>
                  <a:lnTo>
                    <a:pt x="311036" y="75404"/>
                  </a:lnTo>
                  <a:lnTo>
                    <a:pt x="315417" y="74954"/>
                  </a:lnTo>
                  <a:lnTo>
                    <a:pt x="319798" y="74489"/>
                  </a:lnTo>
                  <a:lnTo>
                    <a:pt x="324179" y="74012"/>
                  </a:lnTo>
                  <a:lnTo>
                    <a:pt x="328560" y="73525"/>
                  </a:lnTo>
                  <a:lnTo>
                    <a:pt x="332940" y="73027"/>
                  </a:lnTo>
                  <a:lnTo>
                    <a:pt x="337321" y="72515"/>
                  </a:lnTo>
                  <a:lnTo>
                    <a:pt x="341702" y="71993"/>
                  </a:lnTo>
                  <a:lnTo>
                    <a:pt x="346083" y="71461"/>
                  </a:lnTo>
                  <a:lnTo>
                    <a:pt x="350464" y="70916"/>
                  </a:lnTo>
                  <a:lnTo>
                    <a:pt x="354844" y="70358"/>
                  </a:lnTo>
                  <a:lnTo>
                    <a:pt x="359225" y="69790"/>
                  </a:lnTo>
                  <a:lnTo>
                    <a:pt x="363606" y="69211"/>
                  </a:lnTo>
                  <a:lnTo>
                    <a:pt x="367987" y="68617"/>
                  </a:lnTo>
                  <a:lnTo>
                    <a:pt x="372368" y="68014"/>
                  </a:lnTo>
                  <a:lnTo>
                    <a:pt x="376748" y="67402"/>
                  </a:lnTo>
                  <a:lnTo>
                    <a:pt x="381129" y="66777"/>
                  </a:lnTo>
                  <a:lnTo>
                    <a:pt x="385510" y="66139"/>
                  </a:lnTo>
                  <a:lnTo>
                    <a:pt x="389891" y="65492"/>
                  </a:lnTo>
                  <a:lnTo>
                    <a:pt x="394272" y="64835"/>
                  </a:lnTo>
                  <a:lnTo>
                    <a:pt x="398652" y="64163"/>
                  </a:lnTo>
                  <a:lnTo>
                    <a:pt x="403033" y="63483"/>
                  </a:lnTo>
                  <a:lnTo>
                    <a:pt x="407414" y="62794"/>
                  </a:lnTo>
                  <a:lnTo>
                    <a:pt x="411795" y="62094"/>
                  </a:lnTo>
                  <a:lnTo>
                    <a:pt x="416176" y="61383"/>
                  </a:lnTo>
                  <a:lnTo>
                    <a:pt x="420556" y="60663"/>
                  </a:lnTo>
                  <a:lnTo>
                    <a:pt x="424937" y="59933"/>
                  </a:lnTo>
                  <a:lnTo>
                    <a:pt x="429318" y="59192"/>
                  </a:lnTo>
                  <a:lnTo>
                    <a:pt x="433699" y="58443"/>
                  </a:lnTo>
                  <a:lnTo>
                    <a:pt x="438080" y="57686"/>
                  </a:lnTo>
                  <a:lnTo>
                    <a:pt x="442460" y="56921"/>
                  </a:lnTo>
                  <a:lnTo>
                    <a:pt x="446841" y="56146"/>
                  </a:lnTo>
                  <a:lnTo>
                    <a:pt x="451222" y="55363"/>
                  </a:lnTo>
                  <a:lnTo>
                    <a:pt x="455603" y="54574"/>
                  </a:lnTo>
                  <a:lnTo>
                    <a:pt x="459984" y="53775"/>
                  </a:lnTo>
                  <a:lnTo>
                    <a:pt x="464364" y="52969"/>
                  </a:lnTo>
                  <a:lnTo>
                    <a:pt x="468745" y="52158"/>
                  </a:lnTo>
                  <a:lnTo>
                    <a:pt x="473126" y="51341"/>
                  </a:lnTo>
                  <a:lnTo>
                    <a:pt x="477507" y="50517"/>
                  </a:lnTo>
                  <a:lnTo>
                    <a:pt x="481888" y="49687"/>
                  </a:lnTo>
                  <a:lnTo>
                    <a:pt x="486268" y="48853"/>
                  </a:lnTo>
                  <a:lnTo>
                    <a:pt x="490649" y="48013"/>
                  </a:lnTo>
                  <a:lnTo>
                    <a:pt x="495030" y="47168"/>
                  </a:lnTo>
                  <a:lnTo>
                    <a:pt x="499411" y="46320"/>
                  </a:lnTo>
                  <a:lnTo>
                    <a:pt x="503792" y="45469"/>
                  </a:lnTo>
                  <a:lnTo>
                    <a:pt x="508173" y="44614"/>
                  </a:lnTo>
                  <a:lnTo>
                    <a:pt x="512553" y="43756"/>
                  </a:lnTo>
                  <a:lnTo>
                    <a:pt x="516934" y="42897"/>
                  </a:lnTo>
                  <a:lnTo>
                    <a:pt x="521315" y="42035"/>
                  </a:lnTo>
                  <a:lnTo>
                    <a:pt x="525696" y="41171"/>
                  </a:lnTo>
                  <a:lnTo>
                    <a:pt x="530077" y="40308"/>
                  </a:lnTo>
                  <a:lnTo>
                    <a:pt x="534457" y="39443"/>
                  </a:lnTo>
                  <a:lnTo>
                    <a:pt x="538838" y="38579"/>
                  </a:lnTo>
                  <a:lnTo>
                    <a:pt x="543219" y="37715"/>
                  </a:lnTo>
                  <a:lnTo>
                    <a:pt x="547600" y="36852"/>
                  </a:lnTo>
                  <a:lnTo>
                    <a:pt x="551981" y="35991"/>
                  </a:lnTo>
                  <a:lnTo>
                    <a:pt x="556361" y="35132"/>
                  </a:lnTo>
                  <a:lnTo>
                    <a:pt x="560742" y="34275"/>
                  </a:lnTo>
                  <a:lnTo>
                    <a:pt x="565123" y="33421"/>
                  </a:lnTo>
                  <a:lnTo>
                    <a:pt x="569504" y="32571"/>
                  </a:lnTo>
                  <a:lnTo>
                    <a:pt x="573885" y="31725"/>
                  </a:lnTo>
                  <a:lnTo>
                    <a:pt x="578265" y="30883"/>
                  </a:lnTo>
                  <a:lnTo>
                    <a:pt x="582646" y="30045"/>
                  </a:lnTo>
                  <a:lnTo>
                    <a:pt x="587027" y="29215"/>
                  </a:lnTo>
                  <a:lnTo>
                    <a:pt x="591408" y="28390"/>
                  </a:lnTo>
                  <a:lnTo>
                    <a:pt x="595789" y="27570"/>
                  </a:lnTo>
                  <a:lnTo>
                    <a:pt x="600169" y="26758"/>
                  </a:lnTo>
                  <a:lnTo>
                    <a:pt x="604550" y="25954"/>
                  </a:lnTo>
                  <a:lnTo>
                    <a:pt x="608931" y="25156"/>
                  </a:lnTo>
                  <a:lnTo>
                    <a:pt x="613312" y="24364"/>
                  </a:lnTo>
                  <a:lnTo>
                    <a:pt x="617693" y="23586"/>
                  </a:lnTo>
                  <a:lnTo>
                    <a:pt x="622073" y="22816"/>
                  </a:lnTo>
                  <a:lnTo>
                    <a:pt x="626454" y="22053"/>
                  </a:lnTo>
                  <a:lnTo>
                    <a:pt x="630835" y="21301"/>
                  </a:lnTo>
                  <a:lnTo>
                    <a:pt x="635216" y="20560"/>
                  </a:lnTo>
                  <a:lnTo>
                    <a:pt x="639597" y="19828"/>
                  </a:lnTo>
                  <a:lnTo>
                    <a:pt x="643977" y="19106"/>
                  </a:lnTo>
                  <a:lnTo>
                    <a:pt x="648358" y="18399"/>
                  </a:lnTo>
                  <a:lnTo>
                    <a:pt x="652739" y="17703"/>
                  </a:lnTo>
                  <a:lnTo>
                    <a:pt x="657120" y="17018"/>
                  </a:lnTo>
                  <a:lnTo>
                    <a:pt x="661501" y="16345"/>
                  </a:lnTo>
                  <a:lnTo>
                    <a:pt x="665881" y="15686"/>
                  </a:lnTo>
                  <a:lnTo>
                    <a:pt x="670262" y="15039"/>
                  </a:lnTo>
                  <a:lnTo>
                    <a:pt x="674643" y="14402"/>
                  </a:lnTo>
                  <a:lnTo>
                    <a:pt x="679024" y="13783"/>
                  </a:lnTo>
                  <a:lnTo>
                    <a:pt x="683405" y="13177"/>
                  </a:lnTo>
                  <a:lnTo>
                    <a:pt x="687785" y="12584"/>
                  </a:lnTo>
                  <a:lnTo>
                    <a:pt x="692166" y="12004"/>
                  </a:lnTo>
                  <a:lnTo>
                    <a:pt x="696547" y="11441"/>
                  </a:lnTo>
                  <a:lnTo>
                    <a:pt x="700928" y="10890"/>
                  </a:lnTo>
                  <a:lnTo>
                    <a:pt x="705309" y="10352"/>
                  </a:lnTo>
                  <a:lnTo>
                    <a:pt x="709689" y="9830"/>
                  </a:lnTo>
                  <a:lnTo>
                    <a:pt x="714070" y="9325"/>
                  </a:lnTo>
                  <a:lnTo>
                    <a:pt x="718451" y="8833"/>
                  </a:lnTo>
                  <a:lnTo>
                    <a:pt x="722832" y="8354"/>
                  </a:lnTo>
                  <a:lnTo>
                    <a:pt x="727213" y="7894"/>
                  </a:lnTo>
                  <a:lnTo>
                    <a:pt x="731593" y="7446"/>
                  </a:lnTo>
                  <a:lnTo>
                    <a:pt x="735974" y="7011"/>
                  </a:lnTo>
                  <a:lnTo>
                    <a:pt x="740355" y="6592"/>
                  </a:lnTo>
                  <a:lnTo>
                    <a:pt x="744736" y="6191"/>
                  </a:lnTo>
                  <a:lnTo>
                    <a:pt x="749117" y="5802"/>
                  </a:lnTo>
                  <a:lnTo>
                    <a:pt x="753497" y="5426"/>
                  </a:lnTo>
                  <a:lnTo>
                    <a:pt x="757878" y="5069"/>
                  </a:lnTo>
                  <a:lnTo>
                    <a:pt x="762259" y="4724"/>
                  </a:lnTo>
                  <a:lnTo>
                    <a:pt x="766640" y="4392"/>
                  </a:lnTo>
                  <a:lnTo>
                    <a:pt x="771021" y="4073"/>
                  </a:lnTo>
                  <a:lnTo>
                    <a:pt x="775401" y="3772"/>
                  </a:lnTo>
                  <a:lnTo>
                    <a:pt x="779782" y="3483"/>
                  </a:lnTo>
                  <a:lnTo>
                    <a:pt x="784163" y="3206"/>
                  </a:lnTo>
                  <a:lnTo>
                    <a:pt x="788544" y="2946"/>
                  </a:lnTo>
                  <a:lnTo>
                    <a:pt x="792925" y="2698"/>
                  </a:lnTo>
                  <a:lnTo>
                    <a:pt x="797305" y="2461"/>
                  </a:lnTo>
                  <a:lnTo>
                    <a:pt x="801686" y="2236"/>
                  </a:lnTo>
                  <a:lnTo>
                    <a:pt x="806067" y="2026"/>
                  </a:lnTo>
                  <a:lnTo>
                    <a:pt x="810448" y="1828"/>
                  </a:lnTo>
                  <a:lnTo>
                    <a:pt x="814829" y="1640"/>
                  </a:lnTo>
                  <a:lnTo>
                    <a:pt x="819209" y="1467"/>
                  </a:lnTo>
                  <a:lnTo>
                    <a:pt x="823590" y="1304"/>
                  </a:lnTo>
                  <a:lnTo>
                    <a:pt x="827971" y="1151"/>
                  </a:lnTo>
                  <a:lnTo>
                    <a:pt x="832352" y="1008"/>
                  </a:lnTo>
                  <a:lnTo>
                    <a:pt x="836733" y="879"/>
                  </a:lnTo>
                  <a:lnTo>
                    <a:pt x="841113" y="758"/>
                  </a:lnTo>
                  <a:lnTo>
                    <a:pt x="845494" y="647"/>
                  </a:lnTo>
                  <a:lnTo>
                    <a:pt x="849875" y="547"/>
                  </a:lnTo>
                  <a:lnTo>
                    <a:pt x="854256" y="457"/>
                  </a:lnTo>
                  <a:lnTo>
                    <a:pt x="858637" y="375"/>
                  </a:lnTo>
                  <a:lnTo>
                    <a:pt x="863017" y="300"/>
                  </a:lnTo>
                  <a:lnTo>
                    <a:pt x="867398" y="237"/>
                  </a:lnTo>
                  <a:lnTo>
                    <a:pt x="871779" y="181"/>
                  </a:lnTo>
                  <a:lnTo>
                    <a:pt x="876160" y="132"/>
                  </a:lnTo>
                  <a:lnTo>
                    <a:pt x="880541" y="92"/>
                  </a:lnTo>
                  <a:lnTo>
                    <a:pt x="884921" y="60"/>
                  </a:lnTo>
                  <a:lnTo>
                    <a:pt x="889302" y="35"/>
                  </a:lnTo>
                  <a:lnTo>
                    <a:pt x="893683" y="15"/>
                  </a:lnTo>
                  <a:lnTo>
                    <a:pt x="898064" y="4"/>
                  </a:lnTo>
                  <a:lnTo>
                    <a:pt x="902445" y="0"/>
                  </a:lnTo>
                  <a:lnTo>
                    <a:pt x="906825" y="0"/>
                  </a:lnTo>
                  <a:lnTo>
                    <a:pt x="911206" y="8"/>
                  </a:lnTo>
                  <a:lnTo>
                    <a:pt x="915587" y="23"/>
                  </a:lnTo>
                  <a:lnTo>
                    <a:pt x="919968" y="42"/>
                  </a:lnTo>
                  <a:lnTo>
                    <a:pt x="924349" y="67"/>
                  </a:lnTo>
                  <a:lnTo>
                    <a:pt x="928729" y="98"/>
                  </a:lnTo>
                  <a:lnTo>
                    <a:pt x="933110" y="134"/>
                  </a:lnTo>
                  <a:lnTo>
                    <a:pt x="937491" y="174"/>
                  </a:lnTo>
                  <a:lnTo>
                    <a:pt x="941872" y="220"/>
                  </a:lnTo>
                  <a:lnTo>
                    <a:pt x="946253" y="272"/>
                  </a:lnTo>
                  <a:lnTo>
                    <a:pt x="950633" y="328"/>
                  </a:lnTo>
                  <a:lnTo>
                    <a:pt x="955014" y="388"/>
                  </a:lnTo>
                  <a:lnTo>
                    <a:pt x="959395" y="453"/>
                  </a:lnTo>
                  <a:lnTo>
                    <a:pt x="963776" y="523"/>
                  </a:lnTo>
                  <a:lnTo>
                    <a:pt x="968157" y="596"/>
                  </a:lnTo>
                  <a:lnTo>
                    <a:pt x="972537" y="674"/>
                  </a:lnTo>
                  <a:lnTo>
                    <a:pt x="976918" y="757"/>
                  </a:lnTo>
                  <a:lnTo>
                    <a:pt x="981299" y="845"/>
                  </a:lnTo>
                  <a:lnTo>
                    <a:pt x="985680" y="935"/>
                  </a:lnTo>
                  <a:lnTo>
                    <a:pt x="990061" y="1030"/>
                  </a:lnTo>
                  <a:lnTo>
                    <a:pt x="994441" y="1130"/>
                  </a:lnTo>
                  <a:lnTo>
                    <a:pt x="998822" y="1234"/>
                  </a:lnTo>
                  <a:lnTo>
                    <a:pt x="1003203" y="1340"/>
                  </a:lnTo>
                  <a:lnTo>
                    <a:pt x="1007584" y="1453"/>
                  </a:lnTo>
                  <a:lnTo>
                    <a:pt x="1011965" y="1569"/>
                  </a:lnTo>
                  <a:lnTo>
                    <a:pt x="1016346" y="1689"/>
                  </a:lnTo>
                  <a:lnTo>
                    <a:pt x="1020726" y="1813"/>
                  </a:lnTo>
                  <a:lnTo>
                    <a:pt x="1025107" y="1942"/>
                  </a:lnTo>
                  <a:lnTo>
                    <a:pt x="1029488" y="2074"/>
                  </a:lnTo>
                  <a:lnTo>
                    <a:pt x="1033869" y="2210"/>
                  </a:lnTo>
                  <a:lnTo>
                    <a:pt x="1038250" y="2351"/>
                  </a:lnTo>
                  <a:lnTo>
                    <a:pt x="1042630" y="2496"/>
                  </a:lnTo>
                  <a:lnTo>
                    <a:pt x="1047011" y="2645"/>
                  </a:lnTo>
                  <a:lnTo>
                    <a:pt x="1051392" y="2798"/>
                  </a:lnTo>
                  <a:lnTo>
                    <a:pt x="1055773" y="2956"/>
                  </a:lnTo>
                  <a:lnTo>
                    <a:pt x="1060154" y="3118"/>
                  </a:lnTo>
                  <a:lnTo>
                    <a:pt x="1064534" y="3283"/>
                  </a:lnTo>
                  <a:lnTo>
                    <a:pt x="1068915" y="3453"/>
                  </a:lnTo>
                  <a:lnTo>
                    <a:pt x="1073296" y="3628"/>
                  </a:lnTo>
                  <a:lnTo>
                    <a:pt x="1077677" y="3806"/>
                  </a:lnTo>
                  <a:lnTo>
                    <a:pt x="1082058" y="3989"/>
                  </a:lnTo>
                  <a:lnTo>
                    <a:pt x="1086438" y="4176"/>
                  </a:lnTo>
                  <a:lnTo>
                    <a:pt x="1090819" y="4368"/>
                  </a:lnTo>
                  <a:lnTo>
                    <a:pt x="1095200" y="4563"/>
                  </a:lnTo>
                  <a:lnTo>
                    <a:pt x="1099581" y="4762"/>
                  </a:lnTo>
                  <a:lnTo>
                    <a:pt x="1103962" y="4967"/>
                  </a:lnTo>
                  <a:lnTo>
                    <a:pt x="1108342" y="5175"/>
                  </a:lnTo>
                  <a:lnTo>
                    <a:pt x="1112723" y="5387"/>
                  </a:lnTo>
                  <a:lnTo>
                    <a:pt x="1117104" y="5604"/>
                  </a:lnTo>
                  <a:lnTo>
                    <a:pt x="1121485" y="5825"/>
                  </a:lnTo>
                  <a:lnTo>
                    <a:pt x="1125866" y="6050"/>
                  </a:lnTo>
                  <a:lnTo>
                    <a:pt x="1130246" y="6278"/>
                  </a:lnTo>
                  <a:lnTo>
                    <a:pt x="1134627" y="6512"/>
                  </a:lnTo>
                  <a:lnTo>
                    <a:pt x="1139008" y="6750"/>
                  </a:lnTo>
                  <a:lnTo>
                    <a:pt x="1143389" y="6991"/>
                  </a:lnTo>
                  <a:lnTo>
                    <a:pt x="1147770" y="7237"/>
                  </a:lnTo>
                  <a:lnTo>
                    <a:pt x="1152150" y="7487"/>
                  </a:lnTo>
                  <a:lnTo>
                    <a:pt x="1156531" y="7740"/>
                  </a:lnTo>
                  <a:lnTo>
                    <a:pt x="1160912" y="7997"/>
                  </a:lnTo>
                  <a:lnTo>
                    <a:pt x="1165293" y="8259"/>
                  </a:lnTo>
                  <a:lnTo>
                    <a:pt x="1169674" y="8525"/>
                  </a:lnTo>
                  <a:lnTo>
                    <a:pt x="1174054" y="8794"/>
                  </a:lnTo>
                  <a:lnTo>
                    <a:pt x="1178435" y="9068"/>
                  </a:lnTo>
                  <a:lnTo>
                    <a:pt x="1182816" y="9346"/>
                  </a:lnTo>
                  <a:lnTo>
                    <a:pt x="1187197" y="9627"/>
                  </a:lnTo>
                  <a:lnTo>
                    <a:pt x="1191578" y="9912"/>
                  </a:lnTo>
                  <a:lnTo>
                    <a:pt x="1195958" y="10202"/>
                  </a:lnTo>
                  <a:lnTo>
                    <a:pt x="1200339" y="10495"/>
                  </a:lnTo>
                  <a:lnTo>
                    <a:pt x="1204720" y="10793"/>
                  </a:lnTo>
                  <a:lnTo>
                    <a:pt x="1209101" y="11095"/>
                  </a:lnTo>
                  <a:lnTo>
                    <a:pt x="1213482" y="11401"/>
                  </a:lnTo>
                  <a:lnTo>
                    <a:pt x="1217862" y="11711"/>
                  </a:lnTo>
                  <a:lnTo>
                    <a:pt x="1222243" y="12024"/>
                  </a:lnTo>
                  <a:lnTo>
                    <a:pt x="1226624" y="12342"/>
                  </a:lnTo>
                  <a:lnTo>
                    <a:pt x="1231005" y="12665"/>
                  </a:lnTo>
                  <a:lnTo>
                    <a:pt x="1235386" y="12991"/>
                  </a:lnTo>
                  <a:lnTo>
                    <a:pt x="1239766" y="13322"/>
                  </a:lnTo>
                  <a:lnTo>
                    <a:pt x="1244147" y="13659"/>
                  </a:lnTo>
                  <a:lnTo>
                    <a:pt x="1248528" y="13998"/>
                  </a:lnTo>
                  <a:lnTo>
                    <a:pt x="1252909" y="14342"/>
                  </a:lnTo>
                  <a:lnTo>
                    <a:pt x="1257290" y="14692"/>
                  </a:lnTo>
                  <a:lnTo>
                    <a:pt x="1261670" y="15046"/>
                  </a:lnTo>
                  <a:lnTo>
                    <a:pt x="1266051" y="15404"/>
                  </a:lnTo>
                  <a:lnTo>
                    <a:pt x="1270432" y="15767"/>
                  </a:lnTo>
                  <a:lnTo>
                    <a:pt x="1274813" y="16136"/>
                  </a:lnTo>
                  <a:lnTo>
                    <a:pt x="1279194" y="16510"/>
                  </a:lnTo>
                  <a:lnTo>
                    <a:pt x="1283574" y="16888"/>
                  </a:lnTo>
                  <a:lnTo>
                    <a:pt x="1287955" y="17271"/>
                  </a:lnTo>
                  <a:lnTo>
                    <a:pt x="1292336" y="17660"/>
                  </a:lnTo>
                  <a:lnTo>
                    <a:pt x="1296717" y="18054"/>
                  </a:lnTo>
                  <a:lnTo>
                    <a:pt x="1301098" y="18453"/>
                  </a:lnTo>
                  <a:lnTo>
                    <a:pt x="1305478" y="18860"/>
                  </a:lnTo>
                  <a:lnTo>
                    <a:pt x="1309859" y="19270"/>
                  </a:lnTo>
                  <a:lnTo>
                    <a:pt x="1314240" y="19686"/>
                  </a:lnTo>
                  <a:lnTo>
                    <a:pt x="1318621" y="20108"/>
                  </a:lnTo>
                  <a:lnTo>
                    <a:pt x="1323002" y="20535"/>
                  </a:lnTo>
                  <a:lnTo>
                    <a:pt x="1327382" y="20968"/>
                  </a:lnTo>
                  <a:lnTo>
                    <a:pt x="1331763" y="21406"/>
                  </a:lnTo>
                  <a:lnTo>
                    <a:pt x="1336144" y="21852"/>
                  </a:lnTo>
                  <a:lnTo>
                    <a:pt x="1340525" y="22303"/>
                  </a:lnTo>
                  <a:lnTo>
                    <a:pt x="1344906" y="22758"/>
                  </a:lnTo>
                  <a:lnTo>
                    <a:pt x="1349286" y="23220"/>
                  </a:lnTo>
                  <a:lnTo>
                    <a:pt x="1353667" y="23688"/>
                  </a:lnTo>
                  <a:lnTo>
                    <a:pt x="1358048" y="24161"/>
                  </a:lnTo>
                  <a:lnTo>
                    <a:pt x="1362429" y="24639"/>
                  </a:lnTo>
                  <a:lnTo>
                    <a:pt x="1366810" y="25124"/>
                  </a:lnTo>
                  <a:lnTo>
                    <a:pt x="1371190" y="25615"/>
                  </a:lnTo>
                  <a:lnTo>
                    <a:pt x="1375571" y="26110"/>
                  </a:lnTo>
                  <a:lnTo>
                    <a:pt x="1379952" y="26610"/>
                  </a:lnTo>
                  <a:lnTo>
                    <a:pt x="1384333" y="27117"/>
                  </a:lnTo>
                  <a:lnTo>
                    <a:pt x="1388714" y="27627"/>
                  </a:lnTo>
                  <a:lnTo>
                    <a:pt x="1393094" y="28142"/>
                  </a:lnTo>
                  <a:lnTo>
                    <a:pt x="1397475" y="28664"/>
                  </a:lnTo>
                  <a:lnTo>
                    <a:pt x="1401856" y="29190"/>
                  </a:lnTo>
                  <a:lnTo>
                    <a:pt x="1406237" y="29719"/>
                  </a:lnTo>
                  <a:lnTo>
                    <a:pt x="1410618" y="30252"/>
                  </a:lnTo>
                  <a:lnTo>
                    <a:pt x="1414998" y="30791"/>
                  </a:lnTo>
                  <a:lnTo>
                    <a:pt x="1419379" y="31332"/>
                  </a:lnTo>
                  <a:lnTo>
                    <a:pt x="1423760" y="31877"/>
                  </a:lnTo>
                  <a:lnTo>
                    <a:pt x="1428141" y="32425"/>
                  </a:lnTo>
                  <a:lnTo>
                    <a:pt x="1432522" y="32977"/>
                  </a:lnTo>
                  <a:lnTo>
                    <a:pt x="1436902" y="33531"/>
                  </a:lnTo>
                  <a:lnTo>
                    <a:pt x="1441283" y="34088"/>
                  </a:lnTo>
                  <a:lnTo>
                    <a:pt x="1445664" y="34647"/>
                  </a:lnTo>
                  <a:lnTo>
                    <a:pt x="1450045" y="35208"/>
                  </a:lnTo>
                  <a:lnTo>
                    <a:pt x="1454426" y="35770"/>
                  </a:lnTo>
                  <a:lnTo>
                    <a:pt x="1458806" y="36334"/>
                  </a:lnTo>
                  <a:lnTo>
                    <a:pt x="1463187" y="36899"/>
                  </a:lnTo>
                  <a:lnTo>
                    <a:pt x="1467568" y="37464"/>
                  </a:lnTo>
                  <a:lnTo>
                    <a:pt x="1471949" y="38030"/>
                  </a:lnTo>
                  <a:lnTo>
                    <a:pt x="1476330" y="38596"/>
                  </a:lnTo>
                  <a:lnTo>
                    <a:pt x="1480710" y="39161"/>
                  </a:lnTo>
                  <a:lnTo>
                    <a:pt x="1485091" y="39726"/>
                  </a:lnTo>
                  <a:lnTo>
                    <a:pt x="1489472" y="40291"/>
                  </a:lnTo>
                  <a:lnTo>
                    <a:pt x="1493853" y="40853"/>
                  </a:lnTo>
                  <a:lnTo>
                    <a:pt x="1498234" y="41415"/>
                  </a:lnTo>
                  <a:lnTo>
                    <a:pt x="1502614" y="41974"/>
                  </a:lnTo>
                  <a:lnTo>
                    <a:pt x="1506995" y="42532"/>
                  </a:lnTo>
                  <a:lnTo>
                    <a:pt x="1511376" y="43087"/>
                  </a:lnTo>
                  <a:lnTo>
                    <a:pt x="1515757" y="43639"/>
                  </a:lnTo>
                  <a:lnTo>
                    <a:pt x="1520138" y="44189"/>
                  </a:lnTo>
                  <a:lnTo>
                    <a:pt x="1524519" y="44734"/>
                  </a:lnTo>
                  <a:lnTo>
                    <a:pt x="1528899" y="45277"/>
                  </a:lnTo>
                  <a:lnTo>
                    <a:pt x="1533280" y="45816"/>
                  </a:lnTo>
                  <a:lnTo>
                    <a:pt x="1537661" y="46350"/>
                  </a:lnTo>
                  <a:lnTo>
                    <a:pt x="1542042" y="46880"/>
                  </a:lnTo>
                  <a:lnTo>
                    <a:pt x="1546423" y="47407"/>
                  </a:lnTo>
                  <a:lnTo>
                    <a:pt x="1550803" y="47929"/>
                  </a:lnTo>
                  <a:lnTo>
                    <a:pt x="1555184" y="48445"/>
                  </a:lnTo>
                  <a:lnTo>
                    <a:pt x="1559565" y="48956"/>
                  </a:lnTo>
                  <a:lnTo>
                    <a:pt x="1563946" y="49462"/>
                  </a:lnTo>
                  <a:lnTo>
                    <a:pt x="1568327" y="49963"/>
                  </a:lnTo>
                  <a:lnTo>
                    <a:pt x="1572707" y="50458"/>
                  </a:lnTo>
                  <a:lnTo>
                    <a:pt x="1577088" y="50948"/>
                  </a:lnTo>
                  <a:lnTo>
                    <a:pt x="1581469" y="51433"/>
                  </a:lnTo>
                  <a:lnTo>
                    <a:pt x="1585850" y="51911"/>
                  </a:lnTo>
                  <a:lnTo>
                    <a:pt x="1590231" y="52384"/>
                  </a:lnTo>
                  <a:lnTo>
                    <a:pt x="1594611" y="52850"/>
                  </a:lnTo>
                  <a:lnTo>
                    <a:pt x="1598992" y="53311"/>
                  </a:lnTo>
                  <a:lnTo>
                    <a:pt x="1603373" y="53765"/>
                  </a:lnTo>
                  <a:lnTo>
                    <a:pt x="1607754" y="54214"/>
                  </a:lnTo>
                  <a:lnTo>
                    <a:pt x="1612135" y="54659"/>
                  </a:lnTo>
                  <a:lnTo>
                    <a:pt x="1616515" y="55095"/>
                  </a:lnTo>
                  <a:lnTo>
                    <a:pt x="1620896" y="55526"/>
                  </a:lnTo>
                  <a:lnTo>
                    <a:pt x="1625277" y="55951"/>
                  </a:lnTo>
                  <a:lnTo>
                    <a:pt x="1629658" y="56371"/>
                  </a:lnTo>
                  <a:lnTo>
                    <a:pt x="1634039" y="56784"/>
                  </a:lnTo>
                  <a:lnTo>
                    <a:pt x="1638419" y="57192"/>
                  </a:lnTo>
                  <a:lnTo>
                    <a:pt x="1642800" y="57595"/>
                  </a:lnTo>
                  <a:lnTo>
                    <a:pt x="1647181" y="57992"/>
                  </a:lnTo>
                  <a:lnTo>
                    <a:pt x="1651562" y="58384"/>
                  </a:lnTo>
                  <a:lnTo>
                    <a:pt x="1655943" y="58770"/>
                  </a:lnTo>
                  <a:lnTo>
                    <a:pt x="1660323" y="59152"/>
                  </a:lnTo>
                  <a:lnTo>
                    <a:pt x="1664704" y="59527"/>
                  </a:lnTo>
                  <a:lnTo>
                    <a:pt x="1669085" y="59898"/>
                  </a:lnTo>
                  <a:lnTo>
                    <a:pt x="1673466" y="60266"/>
                  </a:lnTo>
                  <a:lnTo>
                    <a:pt x="1677847" y="60628"/>
                  </a:lnTo>
                  <a:lnTo>
                    <a:pt x="1682227" y="60985"/>
                  </a:lnTo>
                  <a:lnTo>
                    <a:pt x="1686608" y="61339"/>
                  </a:lnTo>
                  <a:lnTo>
                    <a:pt x="1690989" y="61689"/>
                  </a:lnTo>
                  <a:lnTo>
                    <a:pt x="1695370" y="62033"/>
                  </a:lnTo>
                  <a:lnTo>
                    <a:pt x="1699751" y="62374"/>
                  </a:lnTo>
                  <a:lnTo>
                    <a:pt x="1704131" y="62712"/>
                  </a:lnTo>
                  <a:lnTo>
                    <a:pt x="1708512" y="63047"/>
                  </a:lnTo>
                  <a:lnTo>
                    <a:pt x="1712893" y="63377"/>
                  </a:lnTo>
                  <a:lnTo>
                    <a:pt x="1717274" y="63705"/>
                  </a:lnTo>
                  <a:lnTo>
                    <a:pt x="1721655" y="64030"/>
                  </a:lnTo>
                  <a:lnTo>
                    <a:pt x="1726035" y="64350"/>
                  </a:lnTo>
                  <a:lnTo>
                    <a:pt x="1730416" y="64669"/>
                  </a:lnTo>
                  <a:lnTo>
                    <a:pt x="1734797" y="64985"/>
                  </a:lnTo>
                  <a:lnTo>
                    <a:pt x="1739178" y="65298"/>
                  </a:lnTo>
                  <a:lnTo>
                    <a:pt x="1743559" y="65609"/>
                  </a:lnTo>
                  <a:lnTo>
                    <a:pt x="1747939" y="65917"/>
                  </a:lnTo>
                  <a:lnTo>
                    <a:pt x="1752320" y="66224"/>
                  </a:lnTo>
                  <a:lnTo>
                    <a:pt x="1756701" y="66527"/>
                  </a:lnTo>
                  <a:lnTo>
                    <a:pt x="1761082" y="66829"/>
                  </a:lnTo>
                  <a:lnTo>
                    <a:pt x="1765463" y="67129"/>
                  </a:lnTo>
                  <a:lnTo>
                    <a:pt x="1769843" y="67427"/>
                  </a:lnTo>
                  <a:lnTo>
                    <a:pt x="1774224" y="67723"/>
                  </a:lnTo>
                  <a:lnTo>
                    <a:pt x="1778605" y="68017"/>
                  </a:lnTo>
                  <a:lnTo>
                    <a:pt x="1782986" y="68309"/>
                  </a:lnTo>
                  <a:lnTo>
                    <a:pt x="1787367" y="68600"/>
                  </a:lnTo>
                  <a:lnTo>
                    <a:pt x="1791747" y="68888"/>
                  </a:lnTo>
                  <a:lnTo>
                    <a:pt x="1796128" y="69175"/>
                  </a:lnTo>
                  <a:lnTo>
                    <a:pt x="1800509" y="69461"/>
                  </a:lnTo>
                  <a:lnTo>
                    <a:pt x="1804890" y="69745"/>
                  </a:lnTo>
                  <a:lnTo>
                    <a:pt x="1809271" y="70027"/>
                  </a:lnTo>
                  <a:lnTo>
                    <a:pt x="1813651" y="70307"/>
                  </a:lnTo>
                  <a:lnTo>
                    <a:pt x="1818032" y="70586"/>
                  </a:lnTo>
                  <a:lnTo>
                    <a:pt x="1822413" y="70862"/>
                  </a:lnTo>
                  <a:lnTo>
                    <a:pt x="1826794" y="71137"/>
                  </a:lnTo>
                  <a:lnTo>
                    <a:pt x="1831175" y="71411"/>
                  </a:lnTo>
                  <a:lnTo>
                    <a:pt x="1835555" y="71682"/>
                  </a:lnTo>
                  <a:lnTo>
                    <a:pt x="1839936" y="71951"/>
                  </a:lnTo>
                  <a:lnTo>
                    <a:pt x="1844317" y="72219"/>
                  </a:lnTo>
                  <a:lnTo>
                    <a:pt x="1848698" y="72485"/>
                  </a:lnTo>
                  <a:lnTo>
                    <a:pt x="1853079" y="72747"/>
                  </a:lnTo>
                  <a:lnTo>
                    <a:pt x="1857459" y="73009"/>
                  </a:lnTo>
                  <a:lnTo>
                    <a:pt x="1861840" y="73268"/>
                  </a:lnTo>
                  <a:lnTo>
                    <a:pt x="1866221" y="73524"/>
                  </a:lnTo>
                  <a:lnTo>
                    <a:pt x="1870602" y="73778"/>
                  </a:lnTo>
                  <a:lnTo>
                    <a:pt x="1874983" y="74031"/>
                  </a:lnTo>
                  <a:lnTo>
                    <a:pt x="1879363" y="74281"/>
                  </a:lnTo>
                  <a:lnTo>
                    <a:pt x="1883744" y="74527"/>
                  </a:lnTo>
                  <a:lnTo>
                    <a:pt x="1888125" y="74771"/>
                  </a:lnTo>
                  <a:lnTo>
                    <a:pt x="1892506" y="75013"/>
                  </a:lnTo>
                  <a:lnTo>
                    <a:pt x="1896887" y="75251"/>
                  </a:lnTo>
                  <a:lnTo>
                    <a:pt x="1901267" y="75487"/>
                  </a:lnTo>
                  <a:lnTo>
                    <a:pt x="1905648" y="75720"/>
                  </a:lnTo>
                  <a:lnTo>
                    <a:pt x="1910029" y="75951"/>
                  </a:lnTo>
                  <a:lnTo>
                    <a:pt x="1914410" y="76177"/>
                  </a:lnTo>
                  <a:lnTo>
                    <a:pt x="1918791" y="76401"/>
                  </a:lnTo>
                  <a:lnTo>
                    <a:pt x="1923171" y="76621"/>
                  </a:lnTo>
                  <a:lnTo>
                    <a:pt x="1927552" y="76839"/>
                  </a:lnTo>
                  <a:lnTo>
                    <a:pt x="1931933" y="77053"/>
                  </a:lnTo>
                  <a:lnTo>
                    <a:pt x="1936314" y="77264"/>
                  </a:lnTo>
                  <a:lnTo>
                    <a:pt x="1940695" y="77473"/>
                  </a:lnTo>
                  <a:lnTo>
                    <a:pt x="1945075" y="77677"/>
                  </a:lnTo>
                  <a:lnTo>
                    <a:pt x="1949456" y="77877"/>
                  </a:lnTo>
                  <a:lnTo>
                    <a:pt x="1953837" y="78075"/>
                  </a:lnTo>
                  <a:lnTo>
                    <a:pt x="1958218" y="78270"/>
                  </a:lnTo>
                  <a:lnTo>
                    <a:pt x="1962599" y="78460"/>
                  </a:lnTo>
                  <a:lnTo>
                    <a:pt x="1966979" y="78648"/>
                  </a:lnTo>
                  <a:lnTo>
                    <a:pt x="1971360" y="78833"/>
                  </a:lnTo>
                  <a:lnTo>
                    <a:pt x="1975741" y="79014"/>
                  </a:lnTo>
                  <a:lnTo>
                    <a:pt x="1980122" y="79191"/>
                  </a:lnTo>
                  <a:lnTo>
                    <a:pt x="1984503" y="79366"/>
                  </a:lnTo>
                  <a:lnTo>
                    <a:pt x="1988883" y="79537"/>
                  </a:lnTo>
                  <a:lnTo>
                    <a:pt x="1993264" y="79705"/>
                  </a:lnTo>
                  <a:lnTo>
                    <a:pt x="1997645" y="79870"/>
                  </a:lnTo>
                  <a:lnTo>
                    <a:pt x="2002026" y="80032"/>
                  </a:lnTo>
                  <a:lnTo>
                    <a:pt x="2006407" y="80191"/>
                  </a:lnTo>
                  <a:lnTo>
                    <a:pt x="2010787" y="80347"/>
                  </a:lnTo>
                  <a:lnTo>
                    <a:pt x="2015168" y="80500"/>
                  </a:lnTo>
                  <a:lnTo>
                    <a:pt x="2019549" y="80650"/>
                  </a:lnTo>
                  <a:lnTo>
                    <a:pt x="2023930" y="80797"/>
                  </a:lnTo>
                  <a:lnTo>
                    <a:pt x="2028311" y="80942"/>
                  </a:lnTo>
                  <a:lnTo>
                    <a:pt x="2032692" y="81085"/>
                  </a:lnTo>
                  <a:lnTo>
                    <a:pt x="2037072" y="81226"/>
                  </a:lnTo>
                  <a:lnTo>
                    <a:pt x="2041453" y="81363"/>
                  </a:lnTo>
                  <a:lnTo>
                    <a:pt x="2045834" y="81499"/>
                  </a:lnTo>
                  <a:lnTo>
                    <a:pt x="2050215" y="81632"/>
                  </a:lnTo>
                  <a:lnTo>
                    <a:pt x="2054596" y="81763"/>
                  </a:lnTo>
                  <a:lnTo>
                    <a:pt x="2058976" y="81893"/>
                  </a:lnTo>
                  <a:lnTo>
                    <a:pt x="2063357" y="82021"/>
                  </a:lnTo>
                  <a:lnTo>
                    <a:pt x="2067738" y="82147"/>
                  </a:lnTo>
                  <a:lnTo>
                    <a:pt x="2072119" y="82272"/>
                  </a:lnTo>
                  <a:lnTo>
                    <a:pt x="2076500" y="82395"/>
                  </a:lnTo>
                  <a:lnTo>
                    <a:pt x="2080880" y="82517"/>
                  </a:lnTo>
                  <a:lnTo>
                    <a:pt x="2085261" y="82637"/>
                  </a:lnTo>
                  <a:lnTo>
                    <a:pt x="2089642" y="82757"/>
                  </a:lnTo>
                  <a:lnTo>
                    <a:pt x="2094023" y="82875"/>
                  </a:lnTo>
                  <a:lnTo>
                    <a:pt x="2098404" y="82993"/>
                  </a:lnTo>
                  <a:lnTo>
                    <a:pt x="2102784" y="83110"/>
                  </a:lnTo>
                  <a:lnTo>
                    <a:pt x="2107165" y="83226"/>
                  </a:lnTo>
                  <a:lnTo>
                    <a:pt x="2111546" y="83342"/>
                  </a:lnTo>
                  <a:lnTo>
                    <a:pt x="2115927" y="83457"/>
                  </a:lnTo>
                  <a:lnTo>
                    <a:pt x="2120308" y="83572"/>
                  </a:lnTo>
                  <a:lnTo>
                    <a:pt x="2124688" y="83686"/>
                  </a:lnTo>
                  <a:lnTo>
                    <a:pt x="2129069" y="83800"/>
                  </a:lnTo>
                  <a:lnTo>
                    <a:pt x="2133450" y="83914"/>
                  </a:lnTo>
                  <a:lnTo>
                    <a:pt x="2137831" y="84028"/>
                  </a:lnTo>
                  <a:lnTo>
                    <a:pt x="2142212" y="84142"/>
                  </a:lnTo>
                  <a:lnTo>
                    <a:pt x="2146592" y="84256"/>
                  </a:lnTo>
                  <a:lnTo>
                    <a:pt x="2150973" y="84371"/>
                  </a:lnTo>
                  <a:lnTo>
                    <a:pt x="2155354" y="84485"/>
                  </a:lnTo>
                  <a:lnTo>
                    <a:pt x="2159735" y="84600"/>
                  </a:lnTo>
                  <a:lnTo>
                    <a:pt x="2164116" y="84715"/>
                  </a:lnTo>
                  <a:lnTo>
                    <a:pt x="2168496" y="84830"/>
                  </a:lnTo>
                  <a:lnTo>
                    <a:pt x="2172877" y="84945"/>
                  </a:lnTo>
                  <a:lnTo>
                    <a:pt x="2177258" y="85061"/>
                  </a:lnTo>
                  <a:lnTo>
                    <a:pt x="2181639" y="85178"/>
                  </a:lnTo>
                  <a:lnTo>
                    <a:pt x="2186020" y="85294"/>
                  </a:lnTo>
                  <a:lnTo>
                    <a:pt x="2190400" y="85411"/>
                  </a:lnTo>
                  <a:lnTo>
                    <a:pt x="2190400" y="92867"/>
                  </a:lnTo>
                  <a:lnTo>
                    <a:pt x="2186020" y="92867"/>
                  </a:lnTo>
                  <a:lnTo>
                    <a:pt x="2181639" y="92867"/>
                  </a:lnTo>
                  <a:lnTo>
                    <a:pt x="2177258" y="92867"/>
                  </a:lnTo>
                  <a:lnTo>
                    <a:pt x="2172877" y="92867"/>
                  </a:lnTo>
                  <a:lnTo>
                    <a:pt x="2168496" y="92867"/>
                  </a:lnTo>
                  <a:lnTo>
                    <a:pt x="2164116" y="92867"/>
                  </a:lnTo>
                  <a:lnTo>
                    <a:pt x="2159735" y="92867"/>
                  </a:lnTo>
                  <a:lnTo>
                    <a:pt x="2155354" y="92867"/>
                  </a:lnTo>
                  <a:lnTo>
                    <a:pt x="2150973" y="92867"/>
                  </a:lnTo>
                  <a:lnTo>
                    <a:pt x="2146592" y="92867"/>
                  </a:lnTo>
                  <a:lnTo>
                    <a:pt x="2142212" y="92867"/>
                  </a:lnTo>
                  <a:lnTo>
                    <a:pt x="2137831" y="92867"/>
                  </a:lnTo>
                  <a:lnTo>
                    <a:pt x="2133450" y="92867"/>
                  </a:lnTo>
                  <a:lnTo>
                    <a:pt x="2129069" y="92867"/>
                  </a:lnTo>
                  <a:lnTo>
                    <a:pt x="2124688" y="92867"/>
                  </a:lnTo>
                  <a:lnTo>
                    <a:pt x="2120308" y="92867"/>
                  </a:lnTo>
                  <a:lnTo>
                    <a:pt x="2115927" y="92867"/>
                  </a:lnTo>
                  <a:lnTo>
                    <a:pt x="2111546" y="92867"/>
                  </a:lnTo>
                  <a:lnTo>
                    <a:pt x="2107165" y="92867"/>
                  </a:lnTo>
                  <a:lnTo>
                    <a:pt x="2102784" y="92867"/>
                  </a:lnTo>
                  <a:lnTo>
                    <a:pt x="2098404" y="92867"/>
                  </a:lnTo>
                  <a:lnTo>
                    <a:pt x="2094023" y="92867"/>
                  </a:lnTo>
                  <a:lnTo>
                    <a:pt x="2089642" y="92867"/>
                  </a:lnTo>
                  <a:lnTo>
                    <a:pt x="2085261" y="92867"/>
                  </a:lnTo>
                  <a:lnTo>
                    <a:pt x="2080880" y="92867"/>
                  </a:lnTo>
                  <a:lnTo>
                    <a:pt x="2076500" y="92867"/>
                  </a:lnTo>
                  <a:lnTo>
                    <a:pt x="2072119" y="92867"/>
                  </a:lnTo>
                  <a:lnTo>
                    <a:pt x="2067738" y="92867"/>
                  </a:lnTo>
                  <a:lnTo>
                    <a:pt x="2063357" y="92867"/>
                  </a:lnTo>
                  <a:lnTo>
                    <a:pt x="2058976" y="92867"/>
                  </a:lnTo>
                  <a:lnTo>
                    <a:pt x="2054596" y="92867"/>
                  </a:lnTo>
                  <a:lnTo>
                    <a:pt x="2050215" y="92867"/>
                  </a:lnTo>
                  <a:lnTo>
                    <a:pt x="2045834" y="92867"/>
                  </a:lnTo>
                  <a:lnTo>
                    <a:pt x="2041453" y="92867"/>
                  </a:lnTo>
                  <a:lnTo>
                    <a:pt x="2037072" y="92867"/>
                  </a:lnTo>
                  <a:lnTo>
                    <a:pt x="2032692" y="92867"/>
                  </a:lnTo>
                  <a:lnTo>
                    <a:pt x="2028311" y="92867"/>
                  </a:lnTo>
                  <a:lnTo>
                    <a:pt x="2023930" y="92867"/>
                  </a:lnTo>
                  <a:lnTo>
                    <a:pt x="2019549" y="92867"/>
                  </a:lnTo>
                  <a:lnTo>
                    <a:pt x="2015168" y="92867"/>
                  </a:lnTo>
                  <a:lnTo>
                    <a:pt x="2010787" y="92867"/>
                  </a:lnTo>
                  <a:lnTo>
                    <a:pt x="2006407" y="92867"/>
                  </a:lnTo>
                  <a:lnTo>
                    <a:pt x="2002026" y="92867"/>
                  </a:lnTo>
                  <a:lnTo>
                    <a:pt x="1997645" y="92867"/>
                  </a:lnTo>
                  <a:lnTo>
                    <a:pt x="1993264" y="92867"/>
                  </a:lnTo>
                  <a:lnTo>
                    <a:pt x="1988883" y="92867"/>
                  </a:lnTo>
                  <a:lnTo>
                    <a:pt x="1984503" y="92867"/>
                  </a:lnTo>
                  <a:lnTo>
                    <a:pt x="1980122" y="92867"/>
                  </a:lnTo>
                  <a:lnTo>
                    <a:pt x="1975741" y="92867"/>
                  </a:lnTo>
                  <a:lnTo>
                    <a:pt x="1971360" y="92867"/>
                  </a:lnTo>
                  <a:lnTo>
                    <a:pt x="1966979" y="92867"/>
                  </a:lnTo>
                  <a:lnTo>
                    <a:pt x="1962599" y="92867"/>
                  </a:lnTo>
                  <a:lnTo>
                    <a:pt x="1958218" y="92867"/>
                  </a:lnTo>
                  <a:lnTo>
                    <a:pt x="1953837" y="92867"/>
                  </a:lnTo>
                  <a:lnTo>
                    <a:pt x="1949456" y="92867"/>
                  </a:lnTo>
                  <a:lnTo>
                    <a:pt x="1945075" y="92867"/>
                  </a:lnTo>
                  <a:lnTo>
                    <a:pt x="1940695" y="92867"/>
                  </a:lnTo>
                  <a:lnTo>
                    <a:pt x="1936314" y="92867"/>
                  </a:lnTo>
                  <a:lnTo>
                    <a:pt x="1931933" y="92867"/>
                  </a:lnTo>
                  <a:lnTo>
                    <a:pt x="1927552" y="92867"/>
                  </a:lnTo>
                  <a:lnTo>
                    <a:pt x="1923171" y="92867"/>
                  </a:lnTo>
                  <a:lnTo>
                    <a:pt x="1918791" y="92867"/>
                  </a:lnTo>
                  <a:lnTo>
                    <a:pt x="1914410" y="92867"/>
                  </a:lnTo>
                  <a:lnTo>
                    <a:pt x="1910029" y="92867"/>
                  </a:lnTo>
                  <a:lnTo>
                    <a:pt x="1905648" y="92867"/>
                  </a:lnTo>
                  <a:lnTo>
                    <a:pt x="1901267" y="92867"/>
                  </a:lnTo>
                  <a:lnTo>
                    <a:pt x="1896887" y="92867"/>
                  </a:lnTo>
                  <a:lnTo>
                    <a:pt x="1892506" y="92867"/>
                  </a:lnTo>
                  <a:lnTo>
                    <a:pt x="1888125" y="92867"/>
                  </a:lnTo>
                  <a:lnTo>
                    <a:pt x="1883744" y="92867"/>
                  </a:lnTo>
                  <a:lnTo>
                    <a:pt x="1879363" y="92867"/>
                  </a:lnTo>
                  <a:lnTo>
                    <a:pt x="1874983" y="92867"/>
                  </a:lnTo>
                  <a:lnTo>
                    <a:pt x="1870602" y="92867"/>
                  </a:lnTo>
                  <a:lnTo>
                    <a:pt x="1866221" y="92867"/>
                  </a:lnTo>
                  <a:lnTo>
                    <a:pt x="1861840" y="92867"/>
                  </a:lnTo>
                  <a:lnTo>
                    <a:pt x="1857459" y="92867"/>
                  </a:lnTo>
                  <a:lnTo>
                    <a:pt x="1853079" y="92867"/>
                  </a:lnTo>
                  <a:lnTo>
                    <a:pt x="1848698" y="92867"/>
                  </a:lnTo>
                  <a:lnTo>
                    <a:pt x="1844317" y="92867"/>
                  </a:lnTo>
                  <a:lnTo>
                    <a:pt x="1839936" y="92867"/>
                  </a:lnTo>
                  <a:lnTo>
                    <a:pt x="1835555" y="92867"/>
                  </a:lnTo>
                  <a:lnTo>
                    <a:pt x="1831175" y="92867"/>
                  </a:lnTo>
                  <a:lnTo>
                    <a:pt x="1826794" y="92867"/>
                  </a:lnTo>
                  <a:lnTo>
                    <a:pt x="1822413" y="92867"/>
                  </a:lnTo>
                  <a:lnTo>
                    <a:pt x="1818032" y="92867"/>
                  </a:lnTo>
                  <a:lnTo>
                    <a:pt x="1813651" y="92867"/>
                  </a:lnTo>
                  <a:lnTo>
                    <a:pt x="1809271" y="92867"/>
                  </a:lnTo>
                  <a:lnTo>
                    <a:pt x="1804890" y="92867"/>
                  </a:lnTo>
                  <a:lnTo>
                    <a:pt x="1800509" y="92867"/>
                  </a:lnTo>
                  <a:lnTo>
                    <a:pt x="1796128" y="92867"/>
                  </a:lnTo>
                  <a:lnTo>
                    <a:pt x="1791747" y="92867"/>
                  </a:lnTo>
                  <a:lnTo>
                    <a:pt x="1787367" y="92867"/>
                  </a:lnTo>
                  <a:lnTo>
                    <a:pt x="1782986" y="92867"/>
                  </a:lnTo>
                  <a:lnTo>
                    <a:pt x="1778605" y="92867"/>
                  </a:lnTo>
                  <a:lnTo>
                    <a:pt x="1774224" y="92867"/>
                  </a:lnTo>
                  <a:lnTo>
                    <a:pt x="1769843" y="92867"/>
                  </a:lnTo>
                  <a:lnTo>
                    <a:pt x="1765463" y="92867"/>
                  </a:lnTo>
                  <a:lnTo>
                    <a:pt x="1761082" y="92867"/>
                  </a:lnTo>
                  <a:lnTo>
                    <a:pt x="1756701" y="92867"/>
                  </a:lnTo>
                  <a:lnTo>
                    <a:pt x="1752320" y="92867"/>
                  </a:lnTo>
                  <a:lnTo>
                    <a:pt x="1747939" y="92867"/>
                  </a:lnTo>
                  <a:lnTo>
                    <a:pt x="1743559" y="92867"/>
                  </a:lnTo>
                  <a:lnTo>
                    <a:pt x="1739178" y="92867"/>
                  </a:lnTo>
                  <a:lnTo>
                    <a:pt x="1734797" y="92867"/>
                  </a:lnTo>
                  <a:lnTo>
                    <a:pt x="1730416" y="92867"/>
                  </a:lnTo>
                  <a:lnTo>
                    <a:pt x="1726035" y="92867"/>
                  </a:lnTo>
                  <a:lnTo>
                    <a:pt x="1721655" y="92867"/>
                  </a:lnTo>
                  <a:lnTo>
                    <a:pt x="1717274" y="92867"/>
                  </a:lnTo>
                  <a:lnTo>
                    <a:pt x="1712893" y="92867"/>
                  </a:lnTo>
                  <a:lnTo>
                    <a:pt x="1708512" y="92867"/>
                  </a:lnTo>
                  <a:lnTo>
                    <a:pt x="1704131" y="92867"/>
                  </a:lnTo>
                  <a:lnTo>
                    <a:pt x="1699751" y="92867"/>
                  </a:lnTo>
                  <a:lnTo>
                    <a:pt x="1695370" y="92867"/>
                  </a:lnTo>
                  <a:lnTo>
                    <a:pt x="1690989" y="92867"/>
                  </a:lnTo>
                  <a:lnTo>
                    <a:pt x="1686608" y="92867"/>
                  </a:lnTo>
                  <a:lnTo>
                    <a:pt x="1682227" y="92867"/>
                  </a:lnTo>
                  <a:lnTo>
                    <a:pt x="1677847" y="92867"/>
                  </a:lnTo>
                  <a:lnTo>
                    <a:pt x="1673466" y="92867"/>
                  </a:lnTo>
                  <a:lnTo>
                    <a:pt x="1669085" y="92867"/>
                  </a:lnTo>
                  <a:lnTo>
                    <a:pt x="1664704" y="92867"/>
                  </a:lnTo>
                  <a:lnTo>
                    <a:pt x="1660323" y="92867"/>
                  </a:lnTo>
                  <a:lnTo>
                    <a:pt x="1655943" y="92867"/>
                  </a:lnTo>
                  <a:lnTo>
                    <a:pt x="1651562" y="92867"/>
                  </a:lnTo>
                  <a:lnTo>
                    <a:pt x="1647181" y="92867"/>
                  </a:lnTo>
                  <a:lnTo>
                    <a:pt x="1642800" y="92867"/>
                  </a:lnTo>
                  <a:lnTo>
                    <a:pt x="1638419" y="92867"/>
                  </a:lnTo>
                  <a:lnTo>
                    <a:pt x="1634039" y="92867"/>
                  </a:lnTo>
                  <a:lnTo>
                    <a:pt x="1629658" y="92867"/>
                  </a:lnTo>
                  <a:lnTo>
                    <a:pt x="1625277" y="92867"/>
                  </a:lnTo>
                  <a:lnTo>
                    <a:pt x="1620896" y="92867"/>
                  </a:lnTo>
                  <a:lnTo>
                    <a:pt x="1616515" y="92867"/>
                  </a:lnTo>
                  <a:lnTo>
                    <a:pt x="1612135" y="92867"/>
                  </a:lnTo>
                  <a:lnTo>
                    <a:pt x="1607754" y="92867"/>
                  </a:lnTo>
                  <a:lnTo>
                    <a:pt x="1603373" y="92867"/>
                  </a:lnTo>
                  <a:lnTo>
                    <a:pt x="1598992" y="92867"/>
                  </a:lnTo>
                  <a:lnTo>
                    <a:pt x="1594611" y="92867"/>
                  </a:lnTo>
                  <a:lnTo>
                    <a:pt x="1590231" y="92867"/>
                  </a:lnTo>
                  <a:lnTo>
                    <a:pt x="1585850" y="92867"/>
                  </a:lnTo>
                  <a:lnTo>
                    <a:pt x="1581469" y="92867"/>
                  </a:lnTo>
                  <a:lnTo>
                    <a:pt x="1577088" y="92867"/>
                  </a:lnTo>
                  <a:lnTo>
                    <a:pt x="1572707" y="92867"/>
                  </a:lnTo>
                  <a:lnTo>
                    <a:pt x="1568327" y="92867"/>
                  </a:lnTo>
                  <a:lnTo>
                    <a:pt x="1563946" y="92867"/>
                  </a:lnTo>
                  <a:lnTo>
                    <a:pt x="1559565" y="92867"/>
                  </a:lnTo>
                  <a:lnTo>
                    <a:pt x="1555184" y="92867"/>
                  </a:lnTo>
                  <a:lnTo>
                    <a:pt x="1550803" y="92867"/>
                  </a:lnTo>
                  <a:lnTo>
                    <a:pt x="1546423" y="92867"/>
                  </a:lnTo>
                  <a:lnTo>
                    <a:pt x="1542042" y="92867"/>
                  </a:lnTo>
                  <a:lnTo>
                    <a:pt x="1537661" y="92867"/>
                  </a:lnTo>
                  <a:lnTo>
                    <a:pt x="1533280" y="92867"/>
                  </a:lnTo>
                  <a:lnTo>
                    <a:pt x="1528899" y="92867"/>
                  </a:lnTo>
                  <a:lnTo>
                    <a:pt x="1524519" y="92867"/>
                  </a:lnTo>
                  <a:lnTo>
                    <a:pt x="1520138" y="92867"/>
                  </a:lnTo>
                  <a:lnTo>
                    <a:pt x="1515757" y="92867"/>
                  </a:lnTo>
                  <a:lnTo>
                    <a:pt x="1511376" y="92867"/>
                  </a:lnTo>
                  <a:lnTo>
                    <a:pt x="1506995" y="92867"/>
                  </a:lnTo>
                  <a:lnTo>
                    <a:pt x="1502614" y="92867"/>
                  </a:lnTo>
                  <a:lnTo>
                    <a:pt x="1498234" y="92867"/>
                  </a:lnTo>
                  <a:lnTo>
                    <a:pt x="1493853" y="92867"/>
                  </a:lnTo>
                  <a:lnTo>
                    <a:pt x="1489472" y="92867"/>
                  </a:lnTo>
                  <a:lnTo>
                    <a:pt x="1485091" y="92867"/>
                  </a:lnTo>
                  <a:lnTo>
                    <a:pt x="1480710" y="92867"/>
                  </a:lnTo>
                  <a:lnTo>
                    <a:pt x="1476330" y="92867"/>
                  </a:lnTo>
                  <a:lnTo>
                    <a:pt x="1471949" y="92867"/>
                  </a:lnTo>
                  <a:lnTo>
                    <a:pt x="1467568" y="92867"/>
                  </a:lnTo>
                  <a:lnTo>
                    <a:pt x="1463187" y="92867"/>
                  </a:lnTo>
                  <a:lnTo>
                    <a:pt x="1458806" y="92867"/>
                  </a:lnTo>
                  <a:lnTo>
                    <a:pt x="1454426" y="92867"/>
                  </a:lnTo>
                  <a:lnTo>
                    <a:pt x="1450045" y="92867"/>
                  </a:lnTo>
                  <a:lnTo>
                    <a:pt x="1445664" y="92867"/>
                  </a:lnTo>
                  <a:lnTo>
                    <a:pt x="1441283" y="92867"/>
                  </a:lnTo>
                  <a:lnTo>
                    <a:pt x="1436902" y="92867"/>
                  </a:lnTo>
                  <a:lnTo>
                    <a:pt x="1432522" y="92867"/>
                  </a:lnTo>
                  <a:lnTo>
                    <a:pt x="1428141" y="92867"/>
                  </a:lnTo>
                  <a:lnTo>
                    <a:pt x="1423760" y="92867"/>
                  </a:lnTo>
                  <a:lnTo>
                    <a:pt x="1419379" y="92867"/>
                  </a:lnTo>
                  <a:lnTo>
                    <a:pt x="1414998" y="92867"/>
                  </a:lnTo>
                  <a:lnTo>
                    <a:pt x="1410618" y="92867"/>
                  </a:lnTo>
                  <a:lnTo>
                    <a:pt x="1406237" y="92867"/>
                  </a:lnTo>
                  <a:lnTo>
                    <a:pt x="1401856" y="92867"/>
                  </a:lnTo>
                  <a:lnTo>
                    <a:pt x="1397475" y="92867"/>
                  </a:lnTo>
                  <a:lnTo>
                    <a:pt x="1393094" y="92867"/>
                  </a:lnTo>
                  <a:lnTo>
                    <a:pt x="1388714" y="92867"/>
                  </a:lnTo>
                  <a:lnTo>
                    <a:pt x="1384333" y="92867"/>
                  </a:lnTo>
                  <a:lnTo>
                    <a:pt x="1379952" y="92867"/>
                  </a:lnTo>
                  <a:lnTo>
                    <a:pt x="1375571" y="92867"/>
                  </a:lnTo>
                  <a:lnTo>
                    <a:pt x="1371190" y="92867"/>
                  </a:lnTo>
                  <a:lnTo>
                    <a:pt x="1366810" y="92867"/>
                  </a:lnTo>
                  <a:lnTo>
                    <a:pt x="1362429" y="92867"/>
                  </a:lnTo>
                  <a:lnTo>
                    <a:pt x="1358048" y="92867"/>
                  </a:lnTo>
                  <a:lnTo>
                    <a:pt x="1353667" y="92867"/>
                  </a:lnTo>
                  <a:lnTo>
                    <a:pt x="1349286" y="92867"/>
                  </a:lnTo>
                  <a:lnTo>
                    <a:pt x="1344906" y="92867"/>
                  </a:lnTo>
                  <a:lnTo>
                    <a:pt x="1340525" y="92867"/>
                  </a:lnTo>
                  <a:lnTo>
                    <a:pt x="1336144" y="92867"/>
                  </a:lnTo>
                  <a:lnTo>
                    <a:pt x="1331763" y="92867"/>
                  </a:lnTo>
                  <a:lnTo>
                    <a:pt x="1327382" y="92867"/>
                  </a:lnTo>
                  <a:lnTo>
                    <a:pt x="1323002" y="92867"/>
                  </a:lnTo>
                  <a:lnTo>
                    <a:pt x="1318621" y="92867"/>
                  </a:lnTo>
                  <a:lnTo>
                    <a:pt x="1314240" y="92867"/>
                  </a:lnTo>
                  <a:lnTo>
                    <a:pt x="1309859" y="92867"/>
                  </a:lnTo>
                  <a:lnTo>
                    <a:pt x="1305478" y="92867"/>
                  </a:lnTo>
                  <a:lnTo>
                    <a:pt x="1301098" y="92867"/>
                  </a:lnTo>
                  <a:lnTo>
                    <a:pt x="1296717" y="92867"/>
                  </a:lnTo>
                  <a:lnTo>
                    <a:pt x="1292336" y="92867"/>
                  </a:lnTo>
                  <a:lnTo>
                    <a:pt x="1287955" y="92867"/>
                  </a:lnTo>
                  <a:lnTo>
                    <a:pt x="1283574" y="92867"/>
                  </a:lnTo>
                  <a:lnTo>
                    <a:pt x="1279194" y="92867"/>
                  </a:lnTo>
                  <a:lnTo>
                    <a:pt x="1274813" y="92867"/>
                  </a:lnTo>
                  <a:lnTo>
                    <a:pt x="1270432" y="92867"/>
                  </a:lnTo>
                  <a:lnTo>
                    <a:pt x="1266051" y="92867"/>
                  </a:lnTo>
                  <a:lnTo>
                    <a:pt x="1261670" y="92867"/>
                  </a:lnTo>
                  <a:lnTo>
                    <a:pt x="1257290" y="92867"/>
                  </a:lnTo>
                  <a:lnTo>
                    <a:pt x="1252909" y="92867"/>
                  </a:lnTo>
                  <a:lnTo>
                    <a:pt x="1248528" y="92867"/>
                  </a:lnTo>
                  <a:lnTo>
                    <a:pt x="1244147" y="92867"/>
                  </a:lnTo>
                  <a:lnTo>
                    <a:pt x="1239766" y="92867"/>
                  </a:lnTo>
                  <a:lnTo>
                    <a:pt x="1235386" y="92867"/>
                  </a:lnTo>
                  <a:lnTo>
                    <a:pt x="1231005" y="92867"/>
                  </a:lnTo>
                  <a:lnTo>
                    <a:pt x="1226624" y="92867"/>
                  </a:lnTo>
                  <a:lnTo>
                    <a:pt x="1222243" y="92867"/>
                  </a:lnTo>
                  <a:lnTo>
                    <a:pt x="1217862" y="92867"/>
                  </a:lnTo>
                  <a:lnTo>
                    <a:pt x="1213482" y="92867"/>
                  </a:lnTo>
                  <a:lnTo>
                    <a:pt x="1209101" y="92867"/>
                  </a:lnTo>
                  <a:lnTo>
                    <a:pt x="1204720" y="92867"/>
                  </a:lnTo>
                  <a:lnTo>
                    <a:pt x="1200339" y="92867"/>
                  </a:lnTo>
                  <a:lnTo>
                    <a:pt x="1195958" y="92867"/>
                  </a:lnTo>
                  <a:lnTo>
                    <a:pt x="1191578" y="92867"/>
                  </a:lnTo>
                  <a:lnTo>
                    <a:pt x="1187197" y="92867"/>
                  </a:lnTo>
                  <a:lnTo>
                    <a:pt x="1182816" y="92867"/>
                  </a:lnTo>
                  <a:lnTo>
                    <a:pt x="1178435" y="92867"/>
                  </a:lnTo>
                  <a:lnTo>
                    <a:pt x="1174054" y="92867"/>
                  </a:lnTo>
                  <a:lnTo>
                    <a:pt x="1169674" y="92867"/>
                  </a:lnTo>
                  <a:lnTo>
                    <a:pt x="1165293" y="92867"/>
                  </a:lnTo>
                  <a:lnTo>
                    <a:pt x="1160912" y="92867"/>
                  </a:lnTo>
                  <a:lnTo>
                    <a:pt x="1156531" y="92867"/>
                  </a:lnTo>
                  <a:lnTo>
                    <a:pt x="1152150" y="92867"/>
                  </a:lnTo>
                  <a:lnTo>
                    <a:pt x="1147770" y="92867"/>
                  </a:lnTo>
                  <a:lnTo>
                    <a:pt x="1143389" y="92867"/>
                  </a:lnTo>
                  <a:lnTo>
                    <a:pt x="1139008" y="92867"/>
                  </a:lnTo>
                  <a:lnTo>
                    <a:pt x="1134627" y="92867"/>
                  </a:lnTo>
                  <a:lnTo>
                    <a:pt x="1130246" y="92867"/>
                  </a:lnTo>
                  <a:lnTo>
                    <a:pt x="1125866" y="92867"/>
                  </a:lnTo>
                  <a:lnTo>
                    <a:pt x="1121485" y="92867"/>
                  </a:lnTo>
                  <a:lnTo>
                    <a:pt x="1117104" y="92867"/>
                  </a:lnTo>
                  <a:lnTo>
                    <a:pt x="1112723" y="92867"/>
                  </a:lnTo>
                  <a:lnTo>
                    <a:pt x="1108342" y="92867"/>
                  </a:lnTo>
                  <a:lnTo>
                    <a:pt x="1103962" y="92867"/>
                  </a:lnTo>
                  <a:lnTo>
                    <a:pt x="1099581" y="92867"/>
                  </a:lnTo>
                  <a:lnTo>
                    <a:pt x="1095200" y="92867"/>
                  </a:lnTo>
                  <a:lnTo>
                    <a:pt x="1090819" y="92867"/>
                  </a:lnTo>
                  <a:lnTo>
                    <a:pt x="1086438" y="92867"/>
                  </a:lnTo>
                  <a:lnTo>
                    <a:pt x="1082058" y="92867"/>
                  </a:lnTo>
                  <a:lnTo>
                    <a:pt x="1077677" y="92867"/>
                  </a:lnTo>
                  <a:lnTo>
                    <a:pt x="1073296" y="92867"/>
                  </a:lnTo>
                  <a:lnTo>
                    <a:pt x="1068915" y="92867"/>
                  </a:lnTo>
                  <a:lnTo>
                    <a:pt x="1064534" y="92867"/>
                  </a:lnTo>
                  <a:lnTo>
                    <a:pt x="1060154" y="92867"/>
                  </a:lnTo>
                  <a:lnTo>
                    <a:pt x="1055773" y="92867"/>
                  </a:lnTo>
                  <a:lnTo>
                    <a:pt x="1051392" y="92867"/>
                  </a:lnTo>
                  <a:lnTo>
                    <a:pt x="1047011" y="92867"/>
                  </a:lnTo>
                  <a:lnTo>
                    <a:pt x="1042630" y="92867"/>
                  </a:lnTo>
                  <a:lnTo>
                    <a:pt x="1038250" y="92867"/>
                  </a:lnTo>
                  <a:lnTo>
                    <a:pt x="1033869" y="92867"/>
                  </a:lnTo>
                  <a:lnTo>
                    <a:pt x="1029488" y="92867"/>
                  </a:lnTo>
                  <a:lnTo>
                    <a:pt x="1025107" y="92867"/>
                  </a:lnTo>
                  <a:lnTo>
                    <a:pt x="1020726" y="92867"/>
                  </a:lnTo>
                  <a:lnTo>
                    <a:pt x="1016346" y="92867"/>
                  </a:lnTo>
                  <a:lnTo>
                    <a:pt x="1011965" y="92867"/>
                  </a:lnTo>
                  <a:lnTo>
                    <a:pt x="1007584" y="92867"/>
                  </a:lnTo>
                  <a:lnTo>
                    <a:pt x="1003203" y="92867"/>
                  </a:lnTo>
                  <a:lnTo>
                    <a:pt x="998822" y="92867"/>
                  </a:lnTo>
                  <a:lnTo>
                    <a:pt x="994441" y="92867"/>
                  </a:lnTo>
                  <a:lnTo>
                    <a:pt x="990061" y="92867"/>
                  </a:lnTo>
                  <a:lnTo>
                    <a:pt x="985680" y="92867"/>
                  </a:lnTo>
                  <a:lnTo>
                    <a:pt x="981299" y="92867"/>
                  </a:lnTo>
                  <a:lnTo>
                    <a:pt x="976918" y="92867"/>
                  </a:lnTo>
                  <a:lnTo>
                    <a:pt x="972537" y="92867"/>
                  </a:lnTo>
                  <a:lnTo>
                    <a:pt x="968157" y="92867"/>
                  </a:lnTo>
                  <a:lnTo>
                    <a:pt x="963776" y="92867"/>
                  </a:lnTo>
                  <a:lnTo>
                    <a:pt x="959395" y="92867"/>
                  </a:lnTo>
                  <a:lnTo>
                    <a:pt x="955014" y="92867"/>
                  </a:lnTo>
                  <a:lnTo>
                    <a:pt x="950633" y="92867"/>
                  </a:lnTo>
                  <a:lnTo>
                    <a:pt x="946253" y="92867"/>
                  </a:lnTo>
                  <a:lnTo>
                    <a:pt x="941872" y="92867"/>
                  </a:lnTo>
                  <a:lnTo>
                    <a:pt x="937491" y="92867"/>
                  </a:lnTo>
                  <a:lnTo>
                    <a:pt x="933110" y="92867"/>
                  </a:lnTo>
                  <a:lnTo>
                    <a:pt x="928729" y="92867"/>
                  </a:lnTo>
                  <a:lnTo>
                    <a:pt x="924349" y="92867"/>
                  </a:lnTo>
                  <a:lnTo>
                    <a:pt x="919968" y="92867"/>
                  </a:lnTo>
                  <a:lnTo>
                    <a:pt x="915587" y="92867"/>
                  </a:lnTo>
                  <a:lnTo>
                    <a:pt x="911206" y="92867"/>
                  </a:lnTo>
                  <a:lnTo>
                    <a:pt x="906825" y="92867"/>
                  </a:lnTo>
                  <a:lnTo>
                    <a:pt x="902445" y="92867"/>
                  </a:lnTo>
                  <a:lnTo>
                    <a:pt x="898064" y="92867"/>
                  </a:lnTo>
                  <a:lnTo>
                    <a:pt x="893683" y="92867"/>
                  </a:lnTo>
                  <a:lnTo>
                    <a:pt x="889302" y="92867"/>
                  </a:lnTo>
                  <a:lnTo>
                    <a:pt x="884921" y="92867"/>
                  </a:lnTo>
                  <a:lnTo>
                    <a:pt x="880541" y="92867"/>
                  </a:lnTo>
                  <a:lnTo>
                    <a:pt x="876160" y="92867"/>
                  </a:lnTo>
                  <a:lnTo>
                    <a:pt x="871779" y="92867"/>
                  </a:lnTo>
                  <a:lnTo>
                    <a:pt x="867398" y="92867"/>
                  </a:lnTo>
                  <a:lnTo>
                    <a:pt x="863017" y="92867"/>
                  </a:lnTo>
                  <a:lnTo>
                    <a:pt x="858637" y="92867"/>
                  </a:lnTo>
                  <a:lnTo>
                    <a:pt x="854256" y="92867"/>
                  </a:lnTo>
                  <a:lnTo>
                    <a:pt x="849875" y="92867"/>
                  </a:lnTo>
                  <a:lnTo>
                    <a:pt x="845494" y="92867"/>
                  </a:lnTo>
                  <a:lnTo>
                    <a:pt x="841113" y="92867"/>
                  </a:lnTo>
                  <a:lnTo>
                    <a:pt x="836733" y="92867"/>
                  </a:lnTo>
                  <a:lnTo>
                    <a:pt x="832352" y="92867"/>
                  </a:lnTo>
                  <a:lnTo>
                    <a:pt x="827971" y="92867"/>
                  </a:lnTo>
                  <a:lnTo>
                    <a:pt x="823590" y="92867"/>
                  </a:lnTo>
                  <a:lnTo>
                    <a:pt x="819209" y="92867"/>
                  </a:lnTo>
                  <a:lnTo>
                    <a:pt x="814829" y="92867"/>
                  </a:lnTo>
                  <a:lnTo>
                    <a:pt x="810448" y="92867"/>
                  </a:lnTo>
                  <a:lnTo>
                    <a:pt x="806067" y="92867"/>
                  </a:lnTo>
                  <a:lnTo>
                    <a:pt x="801686" y="92867"/>
                  </a:lnTo>
                  <a:lnTo>
                    <a:pt x="797305" y="92867"/>
                  </a:lnTo>
                  <a:lnTo>
                    <a:pt x="792925" y="92867"/>
                  </a:lnTo>
                  <a:lnTo>
                    <a:pt x="788544" y="92867"/>
                  </a:lnTo>
                  <a:lnTo>
                    <a:pt x="784163" y="92867"/>
                  </a:lnTo>
                  <a:lnTo>
                    <a:pt x="779782" y="92867"/>
                  </a:lnTo>
                  <a:lnTo>
                    <a:pt x="775401" y="92867"/>
                  </a:lnTo>
                  <a:lnTo>
                    <a:pt x="771021" y="92867"/>
                  </a:lnTo>
                  <a:lnTo>
                    <a:pt x="766640" y="92867"/>
                  </a:lnTo>
                  <a:lnTo>
                    <a:pt x="762259" y="92867"/>
                  </a:lnTo>
                  <a:lnTo>
                    <a:pt x="757878" y="92867"/>
                  </a:lnTo>
                  <a:lnTo>
                    <a:pt x="753497" y="92867"/>
                  </a:lnTo>
                  <a:lnTo>
                    <a:pt x="749117" y="92867"/>
                  </a:lnTo>
                  <a:lnTo>
                    <a:pt x="744736" y="92867"/>
                  </a:lnTo>
                  <a:lnTo>
                    <a:pt x="740355" y="92867"/>
                  </a:lnTo>
                  <a:lnTo>
                    <a:pt x="735974" y="92867"/>
                  </a:lnTo>
                  <a:lnTo>
                    <a:pt x="731593" y="92867"/>
                  </a:lnTo>
                  <a:lnTo>
                    <a:pt x="727213" y="92867"/>
                  </a:lnTo>
                  <a:lnTo>
                    <a:pt x="722832" y="92867"/>
                  </a:lnTo>
                  <a:lnTo>
                    <a:pt x="718451" y="92867"/>
                  </a:lnTo>
                  <a:lnTo>
                    <a:pt x="714070" y="92867"/>
                  </a:lnTo>
                  <a:lnTo>
                    <a:pt x="709689" y="92867"/>
                  </a:lnTo>
                  <a:lnTo>
                    <a:pt x="705309" y="92867"/>
                  </a:lnTo>
                  <a:lnTo>
                    <a:pt x="700928" y="92867"/>
                  </a:lnTo>
                  <a:lnTo>
                    <a:pt x="696547" y="92867"/>
                  </a:lnTo>
                  <a:lnTo>
                    <a:pt x="692166" y="92867"/>
                  </a:lnTo>
                  <a:lnTo>
                    <a:pt x="687785" y="92867"/>
                  </a:lnTo>
                  <a:lnTo>
                    <a:pt x="683405" y="92867"/>
                  </a:lnTo>
                  <a:lnTo>
                    <a:pt x="679024" y="92867"/>
                  </a:lnTo>
                  <a:lnTo>
                    <a:pt x="674643" y="92867"/>
                  </a:lnTo>
                  <a:lnTo>
                    <a:pt x="670262" y="92867"/>
                  </a:lnTo>
                  <a:lnTo>
                    <a:pt x="665881" y="92867"/>
                  </a:lnTo>
                  <a:lnTo>
                    <a:pt x="661501" y="92867"/>
                  </a:lnTo>
                  <a:lnTo>
                    <a:pt x="657120" y="92867"/>
                  </a:lnTo>
                  <a:lnTo>
                    <a:pt x="652739" y="92867"/>
                  </a:lnTo>
                  <a:lnTo>
                    <a:pt x="648358" y="92867"/>
                  </a:lnTo>
                  <a:lnTo>
                    <a:pt x="643977" y="92867"/>
                  </a:lnTo>
                  <a:lnTo>
                    <a:pt x="639597" y="92867"/>
                  </a:lnTo>
                  <a:lnTo>
                    <a:pt x="635216" y="92867"/>
                  </a:lnTo>
                  <a:lnTo>
                    <a:pt x="630835" y="92867"/>
                  </a:lnTo>
                  <a:lnTo>
                    <a:pt x="626454" y="92867"/>
                  </a:lnTo>
                  <a:lnTo>
                    <a:pt x="622073" y="92867"/>
                  </a:lnTo>
                  <a:lnTo>
                    <a:pt x="617693" y="92867"/>
                  </a:lnTo>
                  <a:lnTo>
                    <a:pt x="613312" y="92867"/>
                  </a:lnTo>
                  <a:lnTo>
                    <a:pt x="608931" y="92867"/>
                  </a:lnTo>
                  <a:lnTo>
                    <a:pt x="604550" y="92867"/>
                  </a:lnTo>
                  <a:lnTo>
                    <a:pt x="600169" y="92867"/>
                  </a:lnTo>
                  <a:lnTo>
                    <a:pt x="595789" y="92867"/>
                  </a:lnTo>
                  <a:lnTo>
                    <a:pt x="591408" y="92867"/>
                  </a:lnTo>
                  <a:lnTo>
                    <a:pt x="587027" y="92867"/>
                  </a:lnTo>
                  <a:lnTo>
                    <a:pt x="582646" y="92867"/>
                  </a:lnTo>
                  <a:lnTo>
                    <a:pt x="578265" y="92867"/>
                  </a:lnTo>
                  <a:lnTo>
                    <a:pt x="573885" y="92867"/>
                  </a:lnTo>
                  <a:lnTo>
                    <a:pt x="569504" y="92867"/>
                  </a:lnTo>
                  <a:lnTo>
                    <a:pt x="565123" y="92867"/>
                  </a:lnTo>
                  <a:lnTo>
                    <a:pt x="560742" y="92867"/>
                  </a:lnTo>
                  <a:lnTo>
                    <a:pt x="556361" y="92867"/>
                  </a:lnTo>
                  <a:lnTo>
                    <a:pt x="551981" y="92867"/>
                  </a:lnTo>
                  <a:lnTo>
                    <a:pt x="547600" y="92867"/>
                  </a:lnTo>
                  <a:lnTo>
                    <a:pt x="543219" y="92867"/>
                  </a:lnTo>
                  <a:lnTo>
                    <a:pt x="538838" y="92867"/>
                  </a:lnTo>
                  <a:lnTo>
                    <a:pt x="534457" y="92867"/>
                  </a:lnTo>
                  <a:lnTo>
                    <a:pt x="530077" y="92867"/>
                  </a:lnTo>
                  <a:lnTo>
                    <a:pt x="525696" y="92867"/>
                  </a:lnTo>
                  <a:lnTo>
                    <a:pt x="521315" y="92867"/>
                  </a:lnTo>
                  <a:lnTo>
                    <a:pt x="516934" y="92867"/>
                  </a:lnTo>
                  <a:lnTo>
                    <a:pt x="512553" y="92867"/>
                  </a:lnTo>
                  <a:lnTo>
                    <a:pt x="508173" y="92867"/>
                  </a:lnTo>
                  <a:lnTo>
                    <a:pt x="503792" y="92867"/>
                  </a:lnTo>
                  <a:lnTo>
                    <a:pt x="499411" y="92867"/>
                  </a:lnTo>
                  <a:lnTo>
                    <a:pt x="495030" y="92867"/>
                  </a:lnTo>
                  <a:lnTo>
                    <a:pt x="490649" y="92867"/>
                  </a:lnTo>
                  <a:lnTo>
                    <a:pt x="486268" y="92867"/>
                  </a:lnTo>
                  <a:lnTo>
                    <a:pt x="481888" y="92867"/>
                  </a:lnTo>
                  <a:lnTo>
                    <a:pt x="477507" y="92867"/>
                  </a:lnTo>
                  <a:lnTo>
                    <a:pt x="473126" y="92867"/>
                  </a:lnTo>
                  <a:lnTo>
                    <a:pt x="468745" y="92867"/>
                  </a:lnTo>
                  <a:lnTo>
                    <a:pt x="464364" y="92867"/>
                  </a:lnTo>
                  <a:lnTo>
                    <a:pt x="459984" y="92867"/>
                  </a:lnTo>
                  <a:lnTo>
                    <a:pt x="455603" y="92867"/>
                  </a:lnTo>
                  <a:lnTo>
                    <a:pt x="451222" y="92867"/>
                  </a:lnTo>
                  <a:lnTo>
                    <a:pt x="446841" y="92867"/>
                  </a:lnTo>
                  <a:lnTo>
                    <a:pt x="442460" y="92867"/>
                  </a:lnTo>
                  <a:lnTo>
                    <a:pt x="438080" y="92867"/>
                  </a:lnTo>
                  <a:lnTo>
                    <a:pt x="433699" y="92867"/>
                  </a:lnTo>
                  <a:lnTo>
                    <a:pt x="429318" y="92867"/>
                  </a:lnTo>
                  <a:lnTo>
                    <a:pt x="424937" y="92867"/>
                  </a:lnTo>
                  <a:lnTo>
                    <a:pt x="420556" y="92867"/>
                  </a:lnTo>
                  <a:lnTo>
                    <a:pt x="416176" y="92867"/>
                  </a:lnTo>
                  <a:lnTo>
                    <a:pt x="411795" y="92867"/>
                  </a:lnTo>
                  <a:lnTo>
                    <a:pt x="407414" y="92867"/>
                  </a:lnTo>
                  <a:lnTo>
                    <a:pt x="403033" y="92867"/>
                  </a:lnTo>
                  <a:lnTo>
                    <a:pt x="398652" y="92867"/>
                  </a:lnTo>
                  <a:lnTo>
                    <a:pt x="394272" y="92867"/>
                  </a:lnTo>
                  <a:lnTo>
                    <a:pt x="389891" y="92867"/>
                  </a:lnTo>
                  <a:lnTo>
                    <a:pt x="385510" y="92867"/>
                  </a:lnTo>
                  <a:lnTo>
                    <a:pt x="381129" y="92867"/>
                  </a:lnTo>
                  <a:lnTo>
                    <a:pt x="376748" y="92867"/>
                  </a:lnTo>
                  <a:lnTo>
                    <a:pt x="372368" y="92867"/>
                  </a:lnTo>
                  <a:lnTo>
                    <a:pt x="367987" y="92867"/>
                  </a:lnTo>
                  <a:lnTo>
                    <a:pt x="363606" y="92867"/>
                  </a:lnTo>
                  <a:lnTo>
                    <a:pt x="359225" y="92867"/>
                  </a:lnTo>
                  <a:lnTo>
                    <a:pt x="354844" y="92867"/>
                  </a:lnTo>
                  <a:lnTo>
                    <a:pt x="350464" y="92867"/>
                  </a:lnTo>
                  <a:lnTo>
                    <a:pt x="346083" y="92867"/>
                  </a:lnTo>
                  <a:lnTo>
                    <a:pt x="341702" y="92867"/>
                  </a:lnTo>
                  <a:lnTo>
                    <a:pt x="337321" y="92867"/>
                  </a:lnTo>
                  <a:lnTo>
                    <a:pt x="332940" y="92867"/>
                  </a:lnTo>
                  <a:lnTo>
                    <a:pt x="328560" y="92867"/>
                  </a:lnTo>
                  <a:lnTo>
                    <a:pt x="324179" y="92867"/>
                  </a:lnTo>
                  <a:lnTo>
                    <a:pt x="319798" y="92867"/>
                  </a:lnTo>
                  <a:lnTo>
                    <a:pt x="315417" y="92867"/>
                  </a:lnTo>
                  <a:lnTo>
                    <a:pt x="311036" y="92867"/>
                  </a:lnTo>
                  <a:lnTo>
                    <a:pt x="306656" y="92867"/>
                  </a:lnTo>
                  <a:lnTo>
                    <a:pt x="302275" y="92867"/>
                  </a:lnTo>
                  <a:lnTo>
                    <a:pt x="297894" y="92867"/>
                  </a:lnTo>
                  <a:lnTo>
                    <a:pt x="293513" y="92867"/>
                  </a:lnTo>
                  <a:lnTo>
                    <a:pt x="289132" y="92867"/>
                  </a:lnTo>
                  <a:lnTo>
                    <a:pt x="284752" y="92867"/>
                  </a:lnTo>
                  <a:lnTo>
                    <a:pt x="280371" y="92867"/>
                  </a:lnTo>
                  <a:lnTo>
                    <a:pt x="275990" y="92867"/>
                  </a:lnTo>
                  <a:lnTo>
                    <a:pt x="271609" y="92867"/>
                  </a:lnTo>
                  <a:lnTo>
                    <a:pt x="267228" y="92867"/>
                  </a:lnTo>
                  <a:lnTo>
                    <a:pt x="262848" y="92867"/>
                  </a:lnTo>
                  <a:lnTo>
                    <a:pt x="258467" y="92867"/>
                  </a:lnTo>
                  <a:lnTo>
                    <a:pt x="254086" y="92867"/>
                  </a:lnTo>
                  <a:lnTo>
                    <a:pt x="249705" y="92867"/>
                  </a:lnTo>
                  <a:lnTo>
                    <a:pt x="245324" y="92867"/>
                  </a:lnTo>
                  <a:lnTo>
                    <a:pt x="240944" y="92867"/>
                  </a:lnTo>
                  <a:lnTo>
                    <a:pt x="236563" y="92867"/>
                  </a:lnTo>
                  <a:lnTo>
                    <a:pt x="232182" y="92867"/>
                  </a:lnTo>
                  <a:lnTo>
                    <a:pt x="227801" y="92867"/>
                  </a:lnTo>
                  <a:lnTo>
                    <a:pt x="223420" y="92867"/>
                  </a:lnTo>
                  <a:lnTo>
                    <a:pt x="219040" y="92867"/>
                  </a:lnTo>
                  <a:lnTo>
                    <a:pt x="214659" y="92867"/>
                  </a:lnTo>
                  <a:lnTo>
                    <a:pt x="210278" y="92867"/>
                  </a:lnTo>
                  <a:lnTo>
                    <a:pt x="205897" y="92867"/>
                  </a:lnTo>
                  <a:lnTo>
                    <a:pt x="201516" y="92867"/>
                  </a:lnTo>
                  <a:lnTo>
                    <a:pt x="197136" y="92867"/>
                  </a:lnTo>
                  <a:lnTo>
                    <a:pt x="192755" y="92867"/>
                  </a:lnTo>
                  <a:lnTo>
                    <a:pt x="188374" y="92867"/>
                  </a:lnTo>
                  <a:lnTo>
                    <a:pt x="183993" y="92867"/>
                  </a:lnTo>
                  <a:lnTo>
                    <a:pt x="179612" y="92867"/>
                  </a:lnTo>
                  <a:lnTo>
                    <a:pt x="175232" y="92867"/>
                  </a:lnTo>
                  <a:lnTo>
                    <a:pt x="170851" y="92867"/>
                  </a:lnTo>
                  <a:lnTo>
                    <a:pt x="166470" y="92867"/>
                  </a:lnTo>
                  <a:lnTo>
                    <a:pt x="162089" y="92867"/>
                  </a:lnTo>
                  <a:lnTo>
                    <a:pt x="157708" y="92867"/>
                  </a:lnTo>
                  <a:lnTo>
                    <a:pt x="153328" y="92867"/>
                  </a:lnTo>
                  <a:lnTo>
                    <a:pt x="148947" y="92867"/>
                  </a:lnTo>
                  <a:lnTo>
                    <a:pt x="144566" y="92867"/>
                  </a:lnTo>
                  <a:lnTo>
                    <a:pt x="140185" y="92867"/>
                  </a:lnTo>
                  <a:lnTo>
                    <a:pt x="135804" y="92867"/>
                  </a:lnTo>
                  <a:lnTo>
                    <a:pt x="131424" y="92867"/>
                  </a:lnTo>
                  <a:lnTo>
                    <a:pt x="127043" y="92867"/>
                  </a:lnTo>
                  <a:lnTo>
                    <a:pt x="122662" y="92867"/>
                  </a:lnTo>
                  <a:lnTo>
                    <a:pt x="118281" y="92867"/>
                  </a:lnTo>
                  <a:lnTo>
                    <a:pt x="113900" y="92867"/>
                  </a:lnTo>
                  <a:lnTo>
                    <a:pt x="109520" y="92867"/>
                  </a:lnTo>
                  <a:lnTo>
                    <a:pt x="105139" y="92867"/>
                  </a:lnTo>
                  <a:lnTo>
                    <a:pt x="100758" y="92867"/>
                  </a:lnTo>
                  <a:lnTo>
                    <a:pt x="96377" y="92867"/>
                  </a:lnTo>
                  <a:lnTo>
                    <a:pt x="91996" y="92867"/>
                  </a:lnTo>
                  <a:lnTo>
                    <a:pt x="87616" y="92867"/>
                  </a:lnTo>
                  <a:lnTo>
                    <a:pt x="83235" y="92867"/>
                  </a:lnTo>
                  <a:lnTo>
                    <a:pt x="78854" y="92867"/>
                  </a:lnTo>
                  <a:lnTo>
                    <a:pt x="74473" y="92867"/>
                  </a:lnTo>
                  <a:lnTo>
                    <a:pt x="70092" y="92867"/>
                  </a:lnTo>
                  <a:lnTo>
                    <a:pt x="65712" y="92867"/>
                  </a:lnTo>
                  <a:lnTo>
                    <a:pt x="61331" y="92867"/>
                  </a:lnTo>
                  <a:lnTo>
                    <a:pt x="56950" y="92867"/>
                  </a:lnTo>
                  <a:lnTo>
                    <a:pt x="52569" y="92867"/>
                  </a:lnTo>
                  <a:lnTo>
                    <a:pt x="48188" y="92867"/>
                  </a:lnTo>
                  <a:lnTo>
                    <a:pt x="43808" y="92867"/>
                  </a:lnTo>
                  <a:lnTo>
                    <a:pt x="39427" y="92867"/>
                  </a:lnTo>
                  <a:lnTo>
                    <a:pt x="35046" y="92867"/>
                  </a:lnTo>
                  <a:lnTo>
                    <a:pt x="30665" y="92867"/>
                  </a:lnTo>
                  <a:lnTo>
                    <a:pt x="26284" y="92867"/>
                  </a:lnTo>
                  <a:lnTo>
                    <a:pt x="21904" y="92867"/>
                  </a:lnTo>
                  <a:lnTo>
                    <a:pt x="17523" y="92867"/>
                  </a:lnTo>
                  <a:lnTo>
                    <a:pt x="13142" y="92867"/>
                  </a:lnTo>
                  <a:lnTo>
                    <a:pt x="8761" y="92867"/>
                  </a:lnTo>
                  <a:lnTo>
                    <a:pt x="4380" y="92867"/>
                  </a:lnTo>
                  <a:lnTo>
                    <a:pt x="0" y="92867"/>
                  </a:lnTo>
                  <a:close/>
                </a:path>
              </a:pathLst>
            </a:custGeom>
            <a:solidFill>
              <a:srgbClr val="4F6B3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322923" y="1688893"/>
              <a:ext cx="5246388" cy="72811"/>
            </a:xfrm>
            <a:custGeom>
              <a:avLst/>
              <a:pathLst>
                <a:path w="5246388" h="72811">
                  <a:moveTo>
                    <a:pt x="0" y="71830"/>
                  </a:moveTo>
                  <a:lnTo>
                    <a:pt x="10492" y="71789"/>
                  </a:lnTo>
                  <a:lnTo>
                    <a:pt x="20985" y="71748"/>
                  </a:lnTo>
                  <a:lnTo>
                    <a:pt x="31478" y="71710"/>
                  </a:lnTo>
                  <a:lnTo>
                    <a:pt x="41971" y="71674"/>
                  </a:lnTo>
                  <a:lnTo>
                    <a:pt x="52463" y="71640"/>
                  </a:lnTo>
                  <a:lnTo>
                    <a:pt x="62956" y="71608"/>
                  </a:lnTo>
                  <a:lnTo>
                    <a:pt x="73449" y="71578"/>
                  </a:lnTo>
                  <a:lnTo>
                    <a:pt x="83942" y="71550"/>
                  </a:lnTo>
                  <a:lnTo>
                    <a:pt x="94435" y="71524"/>
                  </a:lnTo>
                  <a:lnTo>
                    <a:pt x="104927" y="71499"/>
                  </a:lnTo>
                  <a:lnTo>
                    <a:pt x="115420" y="71475"/>
                  </a:lnTo>
                  <a:lnTo>
                    <a:pt x="125913" y="71452"/>
                  </a:lnTo>
                  <a:lnTo>
                    <a:pt x="136406" y="71430"/>
                  </a:lnTo>
                  <a:lnTo>
                    <a:pt x="146898" y="71409"/>
                  </a:lnTo>
                  <a:lnTo>
                    <a:pt x="157391" y="71388"/>
                  </a:lnTo>
                  <a:lnTo>
                    <a:pt x="167884" y="71367"/>
                  </a:lnTo>
                  <a:lnTo>
                    <a:pt x="178377" y="71345"/>
                  </a:lnTo>
                  <a:lnTo>
                    <a:pt x="188870" y="71324"/>
                  </a:lnTo>
                  <a:lnTo>
                    <a:pt x="199362" y="71301"/>
                  </a:lnTo>
                  <a:lnTo>
                    <a:pt x="209855" y="71278"/>
                  </a:lnTo>
                  <a:lnTo>
                    <a:pt x="220348" y="71254"/>
                  </a:lnTo>
                  <a:lnTo>
                    <a:pt x="230841" y="71229"/>
                  </a:lnTo>
                  <a:lnTo>
                    <a:pt x="241333" y="71204"/>
                  </a:lnTo>
                  <a:lnTo>
                    <a:pt x="251826" y="71176"/>
                  </a:lnTo>
                  <a:lnTo>
                    <a:pt x="262319" y="71148"/>
                  </a:lnTo>
                  <a:lnTo>
                    <a:pt x="272812" y="71120"/>
                  </a:lnTo>
                  <a:lnTo>
                    <a:pt x="283305" y="71090"/>
                  </a:lnTo>
                  <a:lnTo>
                    <a:pt x="293797" y="71059"/>
                  </a:lnTo>
                  <a:lnTo>
                    <a:pt x="304290" y="71029"/>
                  </a:lnTo>
                  <a:lnTo>
                    <a:pt x="314783" y="70997"/>
                  </a:lnTo>
                  <a:lnTo>
                    <a:pt x="325276" y="70966"/>
                  </a:lnTo>
                  <a:lnTo>
                    <a:pt x="335768" y="70935"/>
                  </a:lnTo>
                  <a:lnTo>
                    <a:pt x="346261" y="70903"/>
                  </a:lnTo>
                  <a:lnTo>
                    <a:pt x="356754" y="70872"/>
                  </a:lnTo>
                  <a:lnTo>
                    <a:pt x="367247" y="70841"/>
                  </a:lnTo>
                  <a:lnTo>
                    <a:pt x="377740" y="70811"/>
                  </a:lnTo>
                  <a:lnTo>
                    <a:pt x="388232" y="70780"/>
                  </a:lnTo>
                  <a:lnTo>
                    <a:pt x="398725" y="70749"/>
                  </a:lnTo>
                  <a:lnTo>
                    <a:pt x="409218" y="70718"/>
                  </a:lnTo>
                  <a:lnTo>
                    <a:pt x="419711" y="70686"/>
                  </a:lnTo>
                  <a:lnTo>
                    <a:pt x="430203" y="70653"/>
                  </a:lnTo>
                  <a:lnTo>
                    <a:pt x="440696" y="70619"/>
                  </a:lnTo>
                  <a:lnTo>
                    <a:pt x="451189" y="70582"/>
                  </a:lnTo>
                  <a:lnTo>
                    <a:pt x="461682" y="70542"/>
                  </a:lnTo>
                  <a:lnTo>
                    <a:pt x="472175" y="70500"/>
                  </a:lnTo>
                  <a:lnTo>
                    <a:pt x="482667" y="70453"/>
                  </a:lnTo>
                  <a:lnTo>
                    <a:pt x="493160" y="70402"/>
                  </a:lnTo>
                  <a:lnTo>
                    <a:pt x="503653" y="70345"/>
                  </a:lnTo>
                  <a:lnTo>
                    <a:pt x="514146" y="70283"/>
                  </a:lnTo>
                  <a:lnTo>
                    <a:pt x="524638" y="70215"/>
                  </a:lnTo>
                  <a:lnTo>
                    <a:pt x="535131" y="70140"/>
                  </a:lnTo>
                  <a:lnTo>
                    <a:pt x="545624" y="70058"/>
                  </a:lnTo>
                  <a:lnTo>
                    <a:pt x="556117" y="69969"/>
                  </a:lnTo>
                  <a:lnTo>
                    <a:pt x="566610" y="69873"/>
                  </a:lnTo>
                  <a:lnTo>
                    <a:pt x="577102" y="69769"/>
                  </a:lnTo>
                  <a:lnTo>
                    <a:pt x="587595" y="69658"/>
                  </a:lnTo>
                  <a:lnTo>
                    <a:pt x="598088" y="69538"/>
                  </a:lnTo>
                  <a:lnTo>
                    <a:pt x="608581" y="69411"/>
                  </a:lnTo>
                  <a:lnTo>
                    <a:pt x="619073" y="69275"/>
                  </a:lnTo>
                  <a:lnTo>
                    <a:pt x="629566" y="69132"/>
                  </a:lnTo>
                  <a:lnTo>
                    <a:pt x="640059" y="68982"/>
                  </a:lnTo>
                  <a:lnTo>
                    <a:pt x="650552" y="68824"/>
                  </a:lnTo>
                  <a:lnTo>
                    <a:pt x="661045" y="68658"/>
                  </a:lnTo>
                  <a:lnTo>
                    <a:pt x="671537" y="68485"/>
                  </a:lnTo>
                  <a:lnTo>
                    <a:pt x="682030" y="68304"/>
                  </a:lnTo>
                  <a:lnTo>
                    <a:pt x="692523" y="68115"/>
                  </a:lnTo>
                  <a:lnTo>
                    <a:pt x="703016" y="67919"/>
                  </a:lnTo>
                  <a:lnTo>
                    <a:pt x="713508" y="67715"/>
                  </a:lnTo>
                  <a:lnTo>
                    <a:pt x="724001" y="67504"/>
                  </a:lnTo>
                  <a:lnTo>
                    <a:pt x="734494" y="67286"/>
                  </a:lnTo>
                  <a:lnTo>
                    <a:pt x="744987" y="67060"/>
                  </a:lnTo>
                  <a:lnTo>
                    <a:pt x="755480" y="66828"/>
                  </a:lnTo>
                  <a:lnTo>
                    <a:pt x="765972" y="66588"/>
                  </a:lnTo>
                  <a:lnTo>
                    <a:pt x="776465" y="66341"/>
                  </a:lnTo>
                  <a:lnTo>
                    <a:pt x="786958" y="66087"/>
                  </a:lnTo>
                  <a:lnTo>
                    <a:pt x="797451" y="65827"/>
                  </a:lnTo>
                  <a:lnTo>
                    <a:pt x="807943" y="65562"/>
                  </a:lnTo>
                  <a:lnTo>
                    <a:pt x="818436" y="65290"/>
                  </a:lnTo>
                  <a:lnTo>
                    <a:pt x="828929" y="65014"/>
                  </a:lnTo>
                  <a:lnTo>
                    <a:pt x="839422" y="64734"/>
                  </a:lnTo>
                  <a:lnTo>
                    <a:pt x="849915" y="64450"/>
                  </a:lnTo>
                  <a:lnTo>
                    <a:pt x="860407" y="64163"/>
                  </a:lnTo>
                  <a:lnTo>
                    <a:pt x="870900" y="63874"/>
                  </a:lnTo>
                  <a:lnTo>
                    <a:pt x="881393" y="63585"/>
                  </a:lnTo>
                  <a:lnTo>
                    <a:pt x="891886" y="63297"/>
                  </a:lnTo>
                  <a:lnTo>
                    <a:pt x="902378" y="63011"/>
                  </a:lnTo>
                  <a:lnTo>
                    <a:pt x="912871" y="62729"/>
                  </a:lnTo>
                  <a:lnTo>
                    <a:pt x="923364" y="62451"/>
                  </a:lnTo>
                  <a:lnTo>
                    <a:pt x="933857" y="62179"/>
                  </a:lnTo>
                  <a:lnTo>
                    <a:pt x="944350" y="61916"/>
                  </a:lnTo>
                  <a:lnTo>
                    <a:pt x="954842" y="61663"/>
                  </a:lnTo>
                  <a:lnTo>
                    <a:pt x="965335" y="61422"/>
                  </a:lnTo>
                  <a:lnTo>
                    <a:pt x="975828" y="61193"/>
                  </a:lnTo>
                  <a:lnTo>
                    <a:pt x="986321" y="60979"/>
                  </a:lnTo>
                  <a:lnTo>
                    <a:pt x="996813" y="60780"/>
                  </a:lnTo>
                  <a:lnTo>
                    <a:pt x="1007306" y="60597"/>
                  </a:lnTo>
                  <a:lnTo>
                    <a:pt x="1017799" y="60431"/>
                  </a:lnTo>
                  <a:lnTo>
                    <a:pt x="1028292" y="60283"/>
                  </a:lnTo>
                  <a:lnTo>
                    <a:pt x="1038785" y="60153"/>
                  </a:lnTo>
                  <a:lnTo>
                    <a:pt x="1049277" y="60042"/>
                  </a:lnTo>
                  <a:lnTo>
                    <a:pt x="1059770" y="59948"/>
                  </a:lnTo>
                  <a:lnTo>
                    <a:pt x="1070263" y="59872"/>
                  </a:lnTo>
                  <a:lnTo>
                    <a:pt x="1080756" y="59811"/>
                  </a:lnTo>
                  <a:lnTo>
                    <a:pt x="1091248" y="59762"/>
                  </a:lnTo>
                  <a:lnTo>
                    <a:pt x="1101741" y="59726"/>
                  </a:lnTo>
                  <a:lnTo>
                    <a:pt x="1112234" y="59701"/>
                  </a:lnTo>
                  <a:lnTo>
                    <a:pt x="1122727" y="59682"/>
                  </a:lnTo>
                  <a:lnTo>
                    <a:pt x="1133220" y="59669"/>
                  </a:lnTo>
                  <a:lnTo>
                    <a:pt x="1143712" y="59657"/>
                  </a:lnTo>
                  <a:lnTo>
                    <a:pt x="1154205" y="59644"/>
                  </a:lnTo>
                  <a:lnTo>
                    <a:pt x="1164698" y="59626"/>
                  </a:lnTo>
                  <a:lnTo>
                    <a:pt x="1175191" y="59601"/>
                  </a:lnTo>
                  <a:lnTo>
                    <a:pt x="1185683" y="59565"/>
                  </a:lnTo>
                  <a:lnTo>
                    <a:pt x="1196176" y="59515"/>
                  </a:lnTo>
                  <a:lnTo>
                    <a:pt x="1206669" y="59449"/>
                  </a:lnTo>
                  <a:lnTo>
                    <a:pt x="1217162" y="59366"/>
                  </a:lnTo>
                  <a:lnTo>
                    <a:pt x="1227655" y="59259"/>
                  </a:lnTo>
                  <a:lnTo>
                    <a:pt x="1238147" y="59128"/>
                  </a:lnTo>
                  <a:lnTo>
                    <a:pt x="1248640" y="58973"/>
                  </a:lnTo>
                  <a:lnTo>
                    <a:pt x="1259133" y="58795"/>
                  </a:lnTo>
                  <a:lnTo>
                    <a:pt x="1269626" y="58591"/>
                  </a:lnTo>
                  <a:lnTo>
                    <a:pt x="1280118" y="58362"/>
                  </a:lnTo>
                  <a:lnTo>
                    <a:pt x="1290611" y="58110"/>
                  </a:lnTo>
                  <a:lnTo>
                    <a:pt x="1301104" y="57836"/>
                  </a:lnTo>
                  <a:lnTo>
                    <a:pt x="1311597" y="57540"/>
                  </a:lnTo>
                  <a:lnTo>
                    <a:pt x="1322090" y="57223"/>
                  </a:lnTo>
                  <a:lnTo>
                    <a:pt x="1332582" y="56891"/>
                  </a:lnTo>
                  <a:lnTo>
                    <a:pt x="1343075" y="56547"/>
                  </a:lnTo>
                  <a:lnTo>
                    <a:pt x="1353568" y="56193"/>
                  </a:lnTo>
                  <a:lnTo>
                    <a:pt x="1364061" y="55833"/>
                  </a:lnTo>
                  <a:lnTo>
                    <a:pt x="1374553" y="55470"/>
                  </a:lnTo>
                  <a:lnTo>
                    <a:pt x="1385046" y="55107"/>
                  </a:lnTo>
                  <a:lnTo>
                    <a:pt x="1395539" y="54748"/>
                  </a:lnTo>
                  <a:lnTo>
                    <a:pt x="1406032" y="54394"/>
                  </a:lnTo>
                  <a:lnTo>
                    <a:pt x="1416525" y="54050"/>
                  </a:lnTo>
                  <a:lnTo>
                    <a:pt x="1427017" y="53717"/>
                  </a:lnTo>
                  <a:lnTo>
                    <a:pt x="1437510" y="53397"/>
                  </a:lnTo>
                  <a:lnTo>
                    <a:pt x="1448003" y="53089"/>
                  </a:lnTo>
                  <a:lnTo>
                    <a:pt x="1458496" y="52794"/>
                  </a:lnTo>
                  <a:lnTo>
                    <a:pt x="1468988" y="52511"/>
                  </a:lnTo>
                  <a:lnTo>
                    <a:pt x="1479481" y="52240"/>
                  </a:lnTo>
                  <a:lnTo>
                    <a:pt x="1489974" y="51978"/>
                  </a:lnTo>
                  <a:lnTo>
                    <a:pt x="1500467" y="51722"/>
                  </a:lnTo>
                  <a:lnTo>
                    <a:pt x="1510960" y="51468"/>
                  </a:lnTo>
                  <a:lnTo>
                    <a:pt x="1521452" y="51213"/>
                  </a:lnTo>
                  <a:lnTo>
                    <a:pt x="1531945" y="50952"/>
                  </a:lnTo>
                  <a:lnTo>
                    <a:pt x="1542438" y="50679"/>
                  </a:lnTo>
                  <a:lnTo>
                    <a:pt x="1552931" y="50390"/>
                  </a:lnTo>
                  <a:lnTo>
                    <a:pt x="1563423" y="50078"/>
                  </a:lnTo>
                  <a:lnTo>
                    <a:pt x="1573916" y="49739"/>
                  </a:lnTo>
                  <a:lnTo>
                    <a:pt x="1584409" y="49369"/>
                  </a:lnTo>
                  <a:lnTo>
                    <a:pt x="1594902" y="48951"/>
                  </a:lnTo>
                  <a:lnTo>
                    <a:pt x="1605395" y="48486"/>
                  </a:lnTo>
                  <a:lnTo>
                    <a:pt x="1615887" y="47974"/>
                  </a:lnTo>
                  <a:lnTo>
                    <a:pt x="1626380" y="47407"/>
                  </a:lnTo>
                  <a:lnTo>
                    <a:pt x="1636873" y="46779"/>
                  </a:lnTo>
                  <a:lnTo>
                    <a:pt x="1647366" y="46088"/>
                  </a:lnTo>
                  <a:lnTo>
                    <a:pt x="1657858" y="45335"/>
                  </a:lnTo>
                  <a:lnTo>
                    <a:pt x="1668351" y="44518"/>
                  </a:lnTo>
                  <a:lnTo>
                    <a:pt x="1678844" y="43625"/>
                  </a:lnTo>
                  <a:lnTo>
                    <a:pt x="1689337" y="42658"/>
                  </a:lnTo>
                  <a:lnTo>
                    <a:pt x="1699830" y="41629"/>
                  </a:lnTo>
                  <a:lnTo>
                    <a:pt x="1710322" y="40536"/>
                  </a:lnTo>
                  <a:lnTo>
                    <a:pt x="1720815" y="39381"/>
                  </a:lnTo>
                  <a:lnTo>
                    <a:pt x="1731308" y="38168"/>
                  </a:lnTo>
                  <a:lnTo>
                    <a:pt x="1741801" y="36907"/>
                  </a:lnTo>
                  <a:lnTo>
                    <a:pt x="1752293" y="35601"/>
                  </a:lnTo>
                  <a:lnTo>
                    <a:pt x="1762786" y="34252"/>
                  </a:lnTo>
                  <a:lnTo>
                    <a:pt x="1773279" y="32870"/>
                  </a:lnTo>
                  <a:lnTo>
                    <a:pt x="1783772" y="31466"/>
                  </a:lnTo>
                  <a:lnTo>
                    <a:pt x="1794265" y="30049"/>
                  </a:lnTo>
                  <a:lnTo>
                    <a:pt x="1804757" y="28627"/>
                  </a:lnTo>
                  <a:lnTo>
                    <a:pt x="1815250" y="27209"/>
                  </a:lnTo>
                  <a:lnTo>
                    <a:pt x="1825743" y="25802"/>
                  </a:lnTo>
                  <a:lnTo>
                    <a:pt x="1836236" y="24416"/>
                  </a:lnTo>
                  <a:lnTo>
                    <a:pt x="1846728" y="23061"/>
                  </a:lnTo>
                  <a:lnTo>
                    <a:pt x="1857221" y="21741"/>
                  </a:lnTo>
                  <a:lnTo>
                    <a:pt x="1867714" y="20467"/>
                  </a:lnTo>
                  <a:lnTo>
                    <a:pt x="1878207" y="19246"/>
                  </a:lnTo>
                  <a:lnTo>
                    <a:pt x="1888700" y="18081"/>
                  </a:lnTo>
                  <a:lnTo>
                    <a:pt x="1899192" y="16973"/>
                  </a:lnTo>
                  <a:lnTo>
                    <a:pt x="1909685" y="15922"/>
                  </a:lnTo>
                  <a:lnTo>
                    <a:pt x="1920178" y="14935"/>
                  </a:lnTo>
                  <a:lnTo>
                    <a:pt x="1930671" y="14012"/>
                  </a:lnTo>
                  <a:lnTo>
                    <a:pt x="1941163" y="13149"/>
                  </a:lnTo>
                  <a:lnTo>
                    <a:pt x="1951656" y="12344"/>
                  </a:lnTo>
                  <a:lnTo>
                    <a:pt x="1962149" y="11606"/>
                  </a:lnTo>
                  <a:lnTo>
                    <a:pt x="1972642" y="10922"/>
                  </a:lnTo>
                  <a:lnTo>
                    <a:pt x="1983135" y="10283"/>
                  </a:lnTo>
                  <a:lnTo>
                    <a:pt x="1993627" y="9689"/>
                  </a:lnTo>
                  <a:lnTo>
                    <a:pt x="2004120" y="9135"/>
                  </a:lnTo>
                  <a:lnTo>
                    <a:pt x="2014613" y="8616"/>
                  </a:lnTo>
                  <a:lnTo>
                    <a:pt x="2025106" y="8127"/>
                  </a:lnTo>
                  <a:lnTo>
                    <a:pt x="2035598" y="7661"/>
                  </a:lnTo>
                  <a:lnTo>
                    <a:pt x="2046091" y="7220"/>
                  </a:lnTo>
                  <a:lnTo>
                    <a:pt x="2056584" y="6795"/>
                  </a:lnTo>
                  <a:lnTo>
                    <a:pt x="2067077" y="6383"/>
                  </a:lnTo>
                  <a:lnTo>
                    <a:pt x="2077570" y="5980"/>
                  </a:lnTo>
                  <a:lnTo>
                    <a:pt x="2088062" y="5585"/>
                  </a:lnTo>
                  <a:lnTo>
                    <a:pt x="2098555" y="5196"/>
                  </a:lnTo>
                  <a:lnTo>
                    <a:pt x="2109048" y="4812"/>
                  </a:lnTo>
                  <a:lnTo>
                    <a:pt x="2119541" y="4433"/>
                  </a:lnTo>
                  <a:lnTo>
                    <a:pt x="2130033" y="4059"/>
                  </a:lnTo>
                  <a:lnTo>
                    <a:pt x="2140526" y="3691"/>
                  </a:lnTo>
                  <a:lnTo>
                    <a:pt x="2151019" y="3330"/>
                  </a:lnTo>
                  <a:lnTo>
                    <a:pt x="2161512" y="2977"/>
                  </a:lnTo>
                  <a:lnTo>
                    <a:pt x="2172005" y="2634"/>
                  </a:lnTo>
                  <a:lnTo>
                    <a:pt x="2182497" y="2303"/>
                  </a:lnTo>
                  <a:lnTo>
                    <a:pt x="2192990" y="1986"/>
                  </a:lnTo>
                  <a:lnTo>
                    <a:pt x="2203483" y="1684"/>
                  </a:lnTo>
                  <a:lnTo>
                    <a:pt x="2213976" y="1402"/>
                  </a:lnTo>
                  <a:lnTo>
                    <a:pt x="2224468" y="1139"/>
                  </a:lnTo>
                  <a:lnTo>
                    <a:pt x="2234961" y="900"/>
                  </a:lnTo>
                  <a:lnTo>
                    <a:pt x="2245454" y="686"/>
                  </a:lnTo>
                  <a:lnTo>
                    <a:pt x="2255947" y="499"/>
                  </a:lnTo>
                  <a:lnTo>
                    <a:pt x="2266440" y="339"/>
                  </a:lnTo>
                  <a:lnTo>
                    <a:pt x="2276932" y="206"/>
                  </a:lnTo>
                  <a:lnTo>
                    <a:pt x="2287425" y="105"/>
                  </a:lnTo>
                  <a:lnTo>
                    <a:pt x="2297918" y="37"/>
                  </a:lnTo>
                  <a:lnTo>
                    <a:pt x="2308411" y="1"/>
                  </a:lnTo>
                  <a:lnTo>
                    <a:pt x="2318903" y="0"/>
                  </a:lnTo>
                  <a:lnTo>
                    <a:pt x="2329396" y="39"/>
                  </a:lnTo>
                  <a:lnTo>
                    <a:pt x="2339889" y="116"/>
                  </a:lnTo>
                  <a:lnTo>
                    <a:pt x="2350382" y="228"/>
                  </a:lnTo>
                  <a:lnTo>
                    <a:pt x="2360875" y="378"/>
                  </a:lnTo>
                  <a:lnTo>
                    <a:pt x="2371367" y="569"/>
                  </a:lnTo>
                  <a:lnTo>
                    <a:pt x="2381860" y="801"/>
                  </a:lnTo>
                  <a:lnTo>
                    <a:pt x="2392353" y="1072"/>
                  </a:lnTo>
                  <a:lnTo>
                    <a:pt x="2402846" y="1382"/>
                  </a:lnTo>
                  <a:lnTo>
                    <a:pt x="2413338" y="1744"/>
                  </a:lnTo>
                  <a:lnTo>
                    <a:pt x="2423831" y="2146"/>
                  </a:lnTo>
                  <a:lnTo>
                    <a:pt x="2434324" y="2588"/>
                  </a:lnTo>
                  <a:lnTo>
                    <a:pt x="2444817" y="3071"/>
                  </a:lnTo>
                  <a:lnTo>
                    <a:pt x="2455310" y="3596"/>
                  </a:lnTo>
                  <a:lnTo>
                    <a:pt x="2465802" y="4161"/>
                  </a:lnTo>
                  <a:lnTo>
                    <a:pt x="2476295" y="4762"/>
                  </a:lnTo>
                  <a:lnTo>
                    <a:pt x="2486788" y="5401"/>
                  </a:lnTo>
                  <a:lnTo>
                    <a:pt x="2497281" y="6081"/>
                  </a:lnTo>
                  <a:lnTo>
                    <a:pt x="2507773" y="6798"/>
                  </a:lnTo>
                  <a:lnTo>
                    <a:pt x="2518266" y="7547"/>
                  </a:lnTo>
                  <a:lnTo>
                    <a:pt x="2528759" y="8328"/>
                  </a:lnTo>
                  <a:lnTo>
                    <a:pt x="2539252" y="9140"/>
                  </a:lnTo>
                  <a:lnTo>
                    <a:pt x="2549745" y="9981"/>
                  </a:lnTo>
                  <a:lnTo>
                    <a:pt x="2560237" y="10848"/>
                  </a:lnTo>
                  <a:lnTo>
                    <a:pt x="2570730" y="11742"/>
                  </a:lnTo>
                  <a:lnTo>
                    <a:pt x="2581223" y="12663"/>
                  </a:lnTo>
                  <a:lnTo>
                    <a:pt x="2591716" y="13609"/>
                  </a:lnTo>
                  <a:lnTo>
                    <a:pt x="2602208" y="14579"/>
                  </a:lnTo>
                  <a:lnTo>
                    <a:pt x="2612701" y="15572"/>
                  </a:lnTo>
                  <a:lnTo>
                    <a:pt x="2623194" y="16586"/>
                  </a:lnTo>
                  <a:lnTo>
                    <a:pt x="2633687" y="17621"/>
                  </a:lnTo>
                  <a:lnTo>
                    <a:pt x="2644180" y="18675"/>
                  </a:lnTo>
                  <a:lnTo>
                    <a:pt x="2654672" y="19749"/>
                  </a:lnTo>
                  <a:lnTo>
                    <a:pt x="2665165" y="20841"/>
                  </a:lnTo>
                  <a:lnTo>
                    <a:pt x="2675658" y="21949"/>
                  </a:lnTo>
                  <a:lnTo>
                    <a:pt x="2686151" y="23074"/>
                  </a:lnTo>
                  <a:lnTo>
                    <a:pt x="2696643" y="24214"/>
                  </a:lnTo>
                  <a:lnTo>
                    <a:pt x="2707136" y="25364"/>
                  </a:lnTo>
                  <a:lnTo>
                    <a:pt x="2717629" y="26524"/>
                  </a:lnTo>
                  <a:lnTo>
                    <a:pt x="2728122" y="27689"/>
                  </a:lnTo>
                  <a:lnTo>
                    <a:pt x="2738615" y="28859"/>
                  </a:lnTo>
                  <a:lnTo>
                    <a:pt x="2749107" y="30030"/>
                  </a:lnTo>
                  <a:lnTo>
                    <a:pt x="2759600" y="31198"/>
                  </a:lnTo>
                  <a:lnTo>
                    <a:pt x="2770093" y="32362"/>
                  </a:lnTo>
                  <a:lnTo>
                    <a:pt x="2780586" y="33514"/>
                  </a:lnTo>
                  <a:lnTo>
                    <a:pt x="2791078" y="34653"/>
                  </a:lnTo>
                  <a:lnTo>
                    <a:pt x="2801571" y="35777"/>
                  </a:lnTo>
                  <a:lnTo>
                    <a:pt x="2812064" y="36882"/>
                  </a:lnTo>
                  <a:lnTo>
                    <a:pt x="2822557" y="37964"/>
                  </a:lnTo>
                  <a:lnTo>
                    <a:pt x="2833050" y="39021"/>
                  </a:lnTo>
                  <a:lnTo>
                    <a:pt x="2843542" y="40053"/>
                  </a:lnTo>
                  <a:lnTo>
                    <a:pt x="2854035" y="41056"/>
                  </a:lnTo>
                  <a:lnTo>
                    <a:pt x="2864528" y="42023"/>
                  </a:lnTo>
                  <a:lnTo>
                    <a:pt x="2875021" y="42956"/>
                  </a:lnTo>
                  <a:lnTo>
                    <a:pt x="2885513" y="43859"/>
                  </a:lnTo>
                  <a:lnTo>
                    <a:pt x="2896006" y="44727"/>
                  </a:lnTo>
                  <a:lnTo>
                    <a:pt x="2906499" y="45560"/>
                  </a:lnTo>
                  <a:lnTo>
                    <a:pt x="2916992" y="46361"/>
                  </a:lnTo>
                  <a:lnTo>
                    <a:pt x="2927485" y="47130"/>
                  </a:lnTo>
                  <a:lnTo>
                    <a:pt x="2937977" y="47868"/>
                  </a:lnTo>
                  <a:lnTo>
                    <a:pt x="2948470" y="48571"/>
                  </a:lnTo>
                  <a:lnTo>
                    <a:pt x="2958963" y="49242"/>
                  </a:lnTo>
                  <a:lnTo>
                    <a:pt x="2969456" y="49887"/>
                  </a:lnTo>
                  <a:lnTo>
                    <a:pt x="2979948" y="50503"/>
                  </a:lnTo>
                  <a:lnTo>
                    <a:pt x="2990441" y="51093"/>
                  </a:lnTo>
                  <a:lnTo>
                    <a:pt x="3000934" y="51661"/>
                  </a:lnTo>
                  <a:lnTo>
                    <a:pt x="3011427" y="52207"/>
                  </a:lnTo>
                  <a:lnTo>
                    <a:pt x="3021920" y="52732"/>
                  </a:lnTo>
                  <a:lnTo>
                    <a:pt x="3032412" y="53236"/>
                  </a:lnTo>
                  <a:lnTo>
                    <a:pt x="3042905" y="53723"/>
                  </a:lnTo>
                  <a:lnTo>
                    <a:pt x="3053398" y="54192"/>
                  </a:lnTo>
                  <a:lnTo>
                    <a:pt x="3063891" y="54644"/>
                  </a:lnTo>
                  <a:lnTo>
                    <a:pt x="3074383" y="55083"/>
                  </a:lnTo>
                  <a:lnTo>
                    <a:pt x="3084876" y="55508"/>
                  </a:lnTo>
                  <a:lnTo>
                    <a:pt x="3095369" y="55922"/>
                  </a:lnTo>
                  <a:lnTo>
                    <a:pt x="3105862" y="56323"/>
                  </a:lnTo>
                  <a:lnTo>
                    <a:pt x="3116355" y="56714"/>
                  </a:lnTo>
                  <a:lnTo>
                    <a:pt x="3126847" y="57095"/>
                  </a:lnTo>
                  <a:lnTo>
                    <a:pt x="3137340" y="57467"/>
                  </a:lnTo>
                  <a:lnTo>
                    <a:pt x="3147833" y="57828"/>
                  </a:lnTo>
                  <a:lnTo>
                    <a:pt x="3158326" y="58182"/>
                  </a:lnTo>
                  <a:lnTo>
                    <a:pt x="3168818" y="58528"/>
                  </a:lnTo>
                  <a:lnTo>
                    <a:pt x="3179311" y="58867"/>
                  </a:lnTo>
                  <a:lnTo>
                    <a:pt x="3189804" y="59200"/>
                  </a:lnTo>
                  <a:lnTo>
                    <a:pt x="3200297" y="59526"/>
                  </a:lnTo>
                  <a:lnTo>
                    <a:pt x="3210790" y="59846"/>
                  </a:lnTo>
                  <a:lnTo>
                    <a:pt x="3221282" y="60162"/>
                  </a:lnTo>
                  <a:lnTo>
                    <a:pt x="3231775" y="60470"/>
                  </a:lnTo>
                  <a:lnTo>
                    <a:pt x="3242268" y="60774"/>
                  </a:lnTo>
                  <a:lnTo>
                    <a:pt x="3252761" y="61073"/>
                  </a:lnTo>
                  <a:lnTo>
                    <a:pt x="3263253" y="61368"/>
                  </a:lnTo>
                  <a:lnTo>
                    <a:pt x="3273746" y="61658"/>
                  </a:lnTo>
                  <a:lnTo>
                    <a:pt x="3284239" y="61945"/>
                  </a:lnTo>
                  <a:lnTo>
                    <a:pt x="3294732" y="62227"/>
                  </a:lnTo>
                  <a:lnTo>
                    <a:pt x="3305225" y="62505"/>
                  </a:lnTo>
                  <a:lnTo>
                    <a:pt x="3315717" y="62779"/>
                  </a:lnTo>
                  <a:lnTo>
                    <a:pt x="3326210" y="63049"/>
                  </a:lnTo>
                  <a:lnTo>
                    <a:pt x="3336703" y="63315"/>
                  </a:lnTo>
                  <a:lnTo>
                    <a:pt x="3347196" y="63577"/>
                  </a:lnTo>
                  <a:lnTo>
                    <a:pt x="3357688" y="63835"/>
                  </a:lnTo>
                  <a:lnTo>
                    <a:pt x="3368181" y="64089"/>
                  </a:lnTo>
                  <a:lnTo>
                    <a:pt x="3378674" y="64338"/>
                  </a:lnTo>
                  <a:lnTo>
                    <a:pt x="3389167" y="64583"/>
                  </a:lnTo>
                  <a:lnTo>
                    <a:pt x="3399660" y="64822"/>
                  </a:lnTo>
                  <a:lnTo>
                    <a:pt x="3410152" y="65056"/>
                  </a:lnTo>
                  <a:lnTo>
                    <a:pt x="3420645" y="65283"/>
                  </a:lnTo>
                  <a:lnTo>
                    <a:pt x="3431138" y="65504"/>
                  </a:lnTo>
                  <a:lnTo>
                    <a:pt x="3441631" y="65717"/>
                  </a:lnTo>
                  <a:lnTo>
                    <a:pt x="3452123" y="65923"/>
                  </a:lnTo>
                  <a:lnTo>
                    <a:pt x="3462616" y="66122"/>
                  </a:lnTo>
                  <a:lnTo>
                    <a:pt x="3473109" y="66311"/>
                  </a:lnTo>
                  <a:lnTo>
                    <a:pt x="3483602" y="66491"/>
                  </a:lnTo>
                  <a:lnTo>
                    <a:pt x="3494095" y="66662"/>
                  </a:lnTo>
                  <a:lnTo>
                    <a:pt x="3504587" y="66822"/>
                  </a:lnTo>
                  <a:lnTo>
                    <a:pt x="3515080" y="66971"/>
                  </a:lnTo>
                  <a:lnTo>
                    <a:pt x="3525573" y="67109"/>
                  </a:lnTo>
                  <a:lnTo>
                    <a:pt x="3536066" y="67238"/>
                  </a:lnTo>
                  <a:lnTo>
                    <a:pt x="3546558" y="67356"/>
                  </a:lnTo>
                  <a:lnTo>
                    <a:pt x="3557051" y="67464"/>
                  </a:lnTo>
                  <a:lnTo>
                    <a:pt x="3567544" y="67563"/>
                  </a:lnTo>
                  <a:lnTo>
                    <a:pt x="3578037" y="67652"/>
                  </a:lnTo>
                  <a:lnTo>
                    <a:pt x="3588530" y="67732"/>
                  </a:lnTo>
                  <a:lnTo>
                    <a:pt x="3599022" y="67803"/>
                  </a:lnTo>
                  <a:lnTo>
                    <a:pt x="3609515" y="67867"/>
                  </a:lnTo>
                  <a:lnTo>
                    <a:pt x="3620008" y="67925"/>
                  </a:lnTo>
                  <a:lnTo>
                    <a:pt x="3630501" y="67976"/>
                  </a:lnTo>
                  <a:lnTo>
                    <a:pt x="3640993" y="68022"/>
                  </a:lnTo>
                  <a:lnTo>
                    <a:pt x="3651486" y="68064"/>
                  </a:lnTo>
                  <a:lnTo>
                    <a:pt x="3661979" y="68101"/>
                  </a:lnTo>
                  <a:lnTo>
                    <a:pt x="3672472" y="68133"/>
                  </a:lnTo>
                  <a:lnTo>
                    <a:pt x="3682965" y="68161"/>
                  </a:lnTo>
                  <a:lnTo>
                    <a:pt x="3693457" y="68185"/>
                  </a:lnTo>
                  <a:lnTo>
                    <a:pt x="3703950" y="68205"/>
                  </a:lnTo>
                  <a:lnTo>
                    <a:pt x="3714443" y="68219"/>
                  </a:lnTo>
                  <a:lnTo>
                    <a:pt x="3724936" y="68228"/>
                  </a:lnTo>
                  <a:lnTo>
                    <a:pt x="3735428" y="68231"/>
                  </a:lnTo>
                  <a:lnTo>
                    <a:pt x="3745921" y="68226"/>
                  </a:lnTo>
                  <a:lnTo>
                    <a:pt x="3756414" y="68213"/>
                  </a:lnTo>
                  <a:lnTo>
                    <a:pt x="3766907" y="68191"/>
                  </a:lnTo>
                  <a:lnTo>
                    <a:pt x="3777400" y="68156"/>
                  </a:lnTo>
                  <a:lnTo>
                    <a:pt x="3787892" y="68111"/>
                  </a:lnTo>
                  <a:lnTo>
                    <a:pt x="3798385" y="68051"/>
                  </a:lnTo>
                  <a:lnTo>
                    <a:pt x="3808878" y="67977"/>
                  </a:lnTo>
                  <a:lnTo>
                    <a:pt x="3819371" y="67890"/>
                  </a:lnTo>
                  <a:lnTo>
                    <a:pt x="3829863" y="67788"/>
                  </a:lnTo>
                  <a:lnTo>
                    <a:pt x="3840356" y="67670"/>
                  </a:lnTo>
                  <a:lnTo>
                    <a:pt x="3850849" y="67536"/>
                  </a:lnTo>
                  <a:lnTo>
                    <a:pt x="3861342" y="67387"/>
                  </a:lnTo>
                  <a:lnTo>
                    <a:pt x="3871835" y="67223"/>
                  </a:lnTo>
                  <a:lnTo>
                    <a:pt x="3882327" y="67044"/>
                  </a:lnTo>
                  <a:lnTo>
                    <a:pt x="3892820" y="66853"/>
                  </a:lnTo>
                  <a:lnTo>
                    <a:pt x="3903313" y="66651"/>
                  </a:lnTo>
                  <a:lnTo>
                    <a:pt x="3913806" y="66440"/>
                  </a:lnTo>
                  <a:lnTo>
                    <a:pt x="3924298" y="66222"/>
                  </a:lnTo>
                  <a:lnTo>
                    <a:pt x="3934791" y="65998"/>
                  </a:lnTo>
                  <a:lnTo>
                    <a:pt x="3945284" y="65771"/>
                  </a:lnTo>
                  <a:lnTo>
                    <a:pt x="3955777" y="65544"/>
                  </a:lnTo>
                  <a:lnTo>
                    <a:pt x="3966270" y="65318"/>
                  </a:lnTo>
                  <a:lnTo>
                    <a:pt x="3976762" y="65096"/>
                  </a:lnTo>
                  <a:lnTo>
                    <a:pt x="3987255" y="64880"/>
                  </a:lnTo>
                  <a:lnTo>
                    <a:pt x="3997748" y="64673"/>
                  </a:lnTo>
                  <a:lnTo>
                    <a:pt x="4008241" y="64475"/>
                  </a:lnTo>
                  <a:lnTo>
                    <a:pt x="4018733" y="64289"/>
                  </a:lnTo>
                  <a:lnTo>
                    <a:pt x="4029226" y="64116"/>
                  </a:lnTo>
                  <a:lnTo>
                    <a:pt x="4039719" y="63956"/>
                  </a:lnTo>
                  <a:lnTo>
                    <a:pt x="4050212" y="63815"/>
                  </a:lnTo>
                  <a:lnTo>
                    <a:pt x="4060705" y="63688"/>
                  </a:lnTo>
                  <a:lnTo>
                    <a:pt x="4071197" y="63577"/>
                  </a:lnTo>
                  <a:lnTo>
                    <a:pt x="4081690" y="63482"/>
                  </a:lnTo>
                  <a:lnTo>
                    <a:pt x="4092183" y="63403"/>
                  </a:lnTo>
                  <a:lnTo>
                    <a:pt x="4102676" y="63339"/>
                  </a:lnTo>
                  <a:lnTo>
                    <a:pt x="4113168" y="63289"/>
                  </a:lnTo>
                  <a:lnTo>
                    <a:pt x="4123661" y="63253"/>
                  </a:lnTo>
                  <a:lnTo>
                    <a:pt x="4134154" y="63231"/>
                  </a:lnTo>
                  <a:lnTo>
                    <a:pt x="4144647" y="63221"/>
                  </a:lnTo>
                  <a:lnTo>
                    <a:pt x="4155140" y="63221"/>
                  </a:lnTo>
                  <a:lnTo>
                    <a:pt x="4165632" y="63231"/>
                  </a:lnTo>
                  <a:lnTo>
                    <a:pt x="4176125" y="63249"/>
                  </a:lnTo>
                  <a:lnTo>
                    <a:pt x="4186618" y="63274"/>
                  </a:lnTo>
                  <a:lnTo>
                    <a:pt x="4197111" y="63304"/>
                  </a:lnTo>
                  <a:lnTo>
                    <a:pt x="4207603" y="63340"/>
                  </a:lnTo>
                  <a:lnTo>
                    <a:pt x="4218096" y="63379"/>
                  </a:lnTo>
                  <a:lnTo>
                    <a:pt x="4228589" y="63422"/>
                  </a:lnTo>
                  <a:lnTo>
                    <a:pt x="4239082" y="63467"/>
                  </a:lnTo>
                  <a:lnTo>
                    <a:pt x="4249575" y="63513"/>
                  </a:lnTo>
                  <a:lnTo>
                    <a:pt x="4260067" y="63560"/>
                  </a:lnTo>
                  <a:lnTo>
                    <a:pt x="4270560" y="63607"/>
                  </a:lnTo>
                  <a:lnTo>
                    <a:pt x="4281053" y="63655"/>
                  </a:lnTo>
                  <a:lnTo>
                    <a:pt x="4291546" y="63702"/>
                  </a:lnTo>
                  <a:lnTo>
                    <a:pt x="4302038" y="63748"/>
                  </a:lnTo>
                  <a:lnTo>
                    <a:pt x="4312531" y="63794"/>
                  </a:lnTo>
                  <a:lnTo>
                    <a:pt x="4323024" y="63839"/>
                  </a:lnTo>
                  <a:lnTo>
                    <a:pt x="4333517" y="63883"/>
                  </a:lnTo>
                  <a:lnTo>
                    <a:pt x="4344010" y="63927"/>
                  </a:lnTo>
                  <a:lnTo>
                    <a:pt x="4354502" y="63969"/>
                  </a:lnTo>
                  <a:lnTo>
                    <a:pt x="4364995" y="64010"/>
                  </a:lnTo>
                  <a:lnTo>
                    <a:pt x="4375488" y="64051"/>
                  </a:lnTo>
                  <a:lnTo>
                    <a:pt x="4385981" y="64091"/>
                  </a:lnTo>
                  <a:lnTo>
                    <a:pt x="4396473" y="64130"/>
                  </a:lnTo>
                  <a:lnTo>
                    <a:pt x="4406966" y="64169"/>
                  </a:lnTo>
                  <a:lnTo>
                    <a:pt x="4417459" y="64207"/>
                  </a:lnTo>
                  <a:lnTo>
                    <a:pt x="4427952" y="64244"/>
                  </a:lnTo>
                  <a:lnTo>
                    <a:pt x="4438445" y="64282"/>
                  </a:lnTo>
                  <a:lnTo>
                    <a:pt x="4448937" y="64319"/>
                  </a:lnTo>
                  <a:lnTo>
                    <a:pt x="4459430" y="64356"/>
                  </a:lnTo>
                  <a:lnTo>
                    <a:pt x="4469923" y="64393"/>
                  </a:lnTo>
                  <a:lnTo>
                    <a:pt x="4480416" y="64430"/>
                  </a:lnTo>
                  <a:lnTo>
                    <a:pt x="4490908" y="64467"/>
                  </a:lnTo>
                  <a:lnTo>
                    <a:pt x="4501401" y="64505"/>
                  </a:lnTo>
                  <a:lnTo>
                    <a:pt x="4511894" y="64544"/>
                  </a:lnTo>
                  <a:lnTo>
                    <a:pt x="4522387" y="64583"/>
                  </a:lnTo>
                  <a:lnTo>
                    <a:pt x="4532880" y="64623"/>
                  </a:lnTo>
                  <a:lnTo>
                    <a:pt x="4543372" y="64663"/>
                  </a:lnTo>
                  <a:lnTo>
                    <a:pt x="4553865" y="64705"/>
                  </a:lnTo>
                  <a:lnTo>
                    <a:pt x="4564358" y="64747"/>
                  </a:lnTo>
                  <a:lnTo>
                    <a:pt x="4574851" y="64790"/>
                  </a:lnTo>
                  <a:lnTo>
                    <a:pt x="4585343" y="64834"/>
                  </a:lnTo>
                  <a:lnTo>
                    <a:pt x="4595836" y="64879"/>
                  </a:lnTo>
                  <a:lnTo>
                    <a:pt x="4606329" y="64926"/>
                  </a:lnTo>
                  <a:lnTo>
                    <a:pt x="4616822" y="64974"/>
                  </a:lnTo>
                  <a:lnTo>
                    <a:pt x="4627315" y="65024"/>
                  </a:lnTo>
                  <a:lnTo>
                    <a:pt x="4637807" y="65075"/>
                  </a:lnTo>
                  <a:lnTo>
                    <a:pt x="4648300" y="65130"/>
                  </a:lnTo>
                  <a:lnTo>
                    <a:pt x="4658793" y="65186"/>
                  </a:lnTo>
                  <a:lnTo>
                    <a:pt x="4669286" y="65246"/>
                  </a:lnTo>
                  <a:lnTo>
                    <a:pt x="4679778" y="65310"/>
                  </a:lnTo>
                  <a:lnTo>
                    <a:pt x="4690271" y="65378"/>
                  </a:lnTo>
                  <a:lnTo>
                    <a:pt x="4700764" y="65452"/>
                  </a:lnTo>
                  <a:lnTo>
                    <a:pt x="4711257" y="65530"/>
                  </a:lnTo>
                  <a:lnTo>
                    <a:pt x="4721750" y="65615"/>
                  </a:lnTo>
                  <a:lnTo>
                    <a:pt x="4732242" y="65706"/>
                  </a:lnTo>
                  <a:lnTo>
                    <a:pt x="4742735" y="65805"/>
                  </a:lnTo>
                  <a:lnTo>
                    <a:pt x="4753228" y="65912"/>
                  </a:lnTo>
                  <a:lnTo>
                    <a:pt x="4763721" y="66026"/>
                  </a:lnTo>
                  <a:lnTo>
                    <a:pt x="4774213" y="66149"/>
                  </a:lnTo>
                  <a:lnTo>
                    <a:pt x="4784706" y="66282"/>
                  </a:lnTo>
                  <a:lnTo>
                    <a:pt x="4795199" y="66424"/>
                  </a:lnTo>
                  <a:lnTo>
                    <a:pt x="4805692" y="66574"/>
                  </a:lnTo>
                  <a:lnTo>
                    <a:pt x="4816185" y="66732"/>
                  </a:lnTo>
                  <a:lnTo>
                    <a:pt x="4826677" y="66900"/>
                  </a:lnTo>
                  <a:lnTo>
                    <a:pt x="4837170" y="67075"/>
                  </a:lnTo>
                  <a:lnTo>
                    <a:pt x="4847663" y="67257"/>
                  </a:lnTo>
                  <a:lnTo>
                    <a:pt x="4858156" y="67446"/>
                  </a:lnTo>
                  <a:lnTo>
                    <a:pt x="4868648" y="67642"/>
                  </a:lnTo>
                  <a:lnTo>
                    <a:pt x="4879141" y="67843"/>
                  </a:lnTo>
                  <a:lnTo>
                    <a:pt x="4889634" y="68047"/>
                  </a:lnTo>
                  <a:lnTo>
                    <a:pt x="4900127" y="68254"/>
                  </a:lnTo>
                  <a:lnTo>
                    <a:pt x="4910620" y="68464"/>
                  </a:lnTo>
                  <a:lnTo>
                    <a:pt x="4921112" y="68674"/>
                  </a:lnTo>
                  <a:lnTo>
                    <a:pt x="4931605" y="68884"/>
                  </a:lnTo>
                  <a:lnTo>
                    <a:pt x="4942098" y="69093"/>
                  </a:lnTo>
                  <a:lnTo>
                    <a:pt x="4952591" y="69299"/>
                  </a:lnTo>
                  <a:lnTo>
                    <a:pt x="4963083" y="69501"/>
                  </a:lnTo>
                  <a:lnTo>
                    <a:pt x="4973576" y="69699"/>
                  </a:lnTo>
                  <a:lnTo>
                    <a:pt x="4984069" y="69891"/>
                  </a:lnTo>
                  <a:lnTo>
                    <a:pt x="4994562" y="70077"/>
                  </a:lnTo>
                  <a:lnTo>
                    <a:pt x="5005055" y="70256"/>
                  </a:lnTo>
                  <a:lnTo>
                    <a:pt x="5015547" y="70428"/>
                  </a:lnTo>
                  <a:lnTo>
                    <a:pt x="5026040" y="70592"/>
                  </a:lnTo>
                  <a:lnTo>
                    <a:pt x="5036533" y="70747"/>
                  </a:lnTo>
                  <a:lnTo>
                    <a:pt x="5047026" y="70893"/>
                  </a:lnTo>
                  <a:lnTo>
                    <a:pt x="5057518" y="71030"/>
                  </a:lnTo>
                  <a:lnTo>
                    <a:pt x="5068011" y="71157"/>
                  </a:lnTo>
                  <a:lnTo>
                    <a:pt x="5078504" y="71276"/>
                  </a:lnTo>
                  <a:lnTo>
                    <a:pt x="5088997" y="71386"/>
                  </a:lnTo>
                  <a:lnTo>
                    <a:pt x="5099490" y="71488"/>
                  </a:lnTo>
                  <a:lnTo>
                    <a:pt x="5109982" y="71581"/>
                  </a:lnTo>
                  <a:lnTo>
                    <a:pt x="5120475" y="71667"/>
                  </a:lnTo>
                  <a:lnTo>
                    <a:pt x="5130968" y="71746"/>
                  </a:lnTo>
                  <a:lnTo>
                    <a:pt x="5141461" y="71816"/>
                  </a:lnTo>
                  <a:lnTo>
                    <a:pt x="5151953" y="71880"/>
                  </a:lnTo>
                  <a:lnTo>
                    <a:pt x="5162446" y="71939"/>
                  </a:lnTo>
                  <a:lnTo>
                    <a:pt x="5172939" y="71993"/>
                  </a:lnTo>
                  <a:lnTo>
                    <a:pt x="5183432" y="72042"/>
                  </a:lnTo>
                  <a:lnTo>
                    <a:pt x="5193925" y="72087"/>
                  </a:lnTo>
                  <a:lnTo>
                    <a:pt x="5204417" y="72128"/>
                  </a:lnTo>
                  <a:lnTo>
                    <a:pt x="5214910" y="72167"/>
                  </a:lnTo>
                  <a:lnTo>
                    <a:pt x="5225403" y="72203"/>
                  </a:lnTo>
                  <a:lnTo>
                    <a:pt x="5235896" y="72236"/>
                  </a:lnTo>
                  <a:lnTo>
                    <a:pt x="5246388" y="72268"/>
                  </a:lnTo>
                  <a:lnTo>
                    <a:pt x="5246388" y="72811"/>
                  </a:lnTo>
                  <a:lnTo>
                    <a:pt x="5235896" y="72811"/>
                  </a:lnTo>
                  <a:lnTo>
                    <a:pt x="5225403" y="72811"/>
                  </a:lnTo>
                  <a:lnTo>
                    <a:pt x="5214910" y="72811"/>
                  </a:lnTo>
                  <a:lnTo>
                    <a:pt x="5204417" y="72811"/>
                  </a:lnTo>
                  <a:lnTo>
                    <a:pt x="5193925" y="72811"/>
                  </a:lnTo>
                  <a:lnTo>
                    <a:pt x="5183432" y="72811"/>
                  </a:lnTo>
                  <a:lnTo>
                    <a:pt x="5172939" y="72811"/>
                  </a:lnTo>
                  <a:lnTo>
                    <a:pt x="5162446" y="72811"/>
                  </a:lnTo>
                  <a:lnTo>
                    <a:pt x="5151953" y="72811"/>
                  </a:lnTo>
                  <a:lnTo>
                    <a:pt x="5141461" y="72811"/>
                  </a:lnTo>
                  <a:lnTo>
                    <a:pt x="5130968" y="72811"/>
                  </a:lnTo>
                  <a:lnTo>
                    <a:pt x="5120475" y="72811"/>
                  </a:lnTo>
                  <a:lnTo>
                    <a:pt x="5109982" y="72811"/>
                  </a:lnTo>
                  <a:lnTo>
                    <a:pt x="5099490" y="72811"/>
                  </a:lnTo>
                  <a:lnTo>
                    <a:pt x="5088997" y="72811"/>
                  </a:lnTo>
                  <a:lnTo>
                    <a:pt x="5078504" y="72811"/>
                  </a:lnTo>
                  <a:lnTo>
                    <a:pt x="5068011" y="72811"/>
                  </a:lnTo>
                  <a:lnTo>
                    <a:pt x="5057518" y="72811"/>
                  </a:lnTo>
                  <a:lnTo>
                    <a:pt x="5047026" y="72811"/>
                  </a:lnTo>
                  <a:lnTo>
                    <a:pt x="5036533" y="72811"/>
                  </a:lnTo>
                  <a:lnTo>
                    <a:pt x="5026040" y="72811"/>
                  </a:lnTo>
                  <a:lnTo>
                    <a:pt x="5015547" y="72811"/>
                  </a:lnTo>
                  <a:lnTo>
                    <a:pt x="5005055" y="72811"/>
                  </a:lnTo>
                  <a:lnTo>
                    <a:pt x="4994562" y="72811"/>
                  </a:lnTo>
                  <a:lnTo>
                    <a:pt x="4984069" y="72811"/>
                  </a:lnTo>
                  <a:lnTo>
                    <a:pt x="4973576" y="72811"/>
                  </a:lnTo>
                  <a:lnTo>
                    <a:pt x="4963083" y="72811"/>
                  </a:lnTo>
                  <a:lnTo>
                    <a:pt x="4952591" y="72811"/>
                  </a:lnTo>
                  <a:lnTo>
                    <a:pt x="4942098" y="72811"/>
                  </a:lnTo>
                  <a:lnTo>
                    <a:pt x="4931605" y="72811"/>
                  </a:lnTo>
                  <a:lnTo>
                    <a:pt x="4921112" y="72811"/>
                  </a:lnTo>
                  <a:lnTo>
                    <a:pt x="4910620" y="72811"/>
                  </a:lnTo>
                  <a:lnTo>
                    <a:pt x="4900127" y="72811"/>
                  </a:lnTo>
                  <a:lnTo>
                    <a:pt x="4889634" y="72811"/>
                  </a:lnTo>
                  <a:lnTo>
                    <a:pt x="4879141" y="72811"/>
                  </a:lnTo>
                  <a:lnTo>
                    <a:pt x="4868648" y="72811"/>
                  </a:lnTo>
                  <a:lnTo>
                    <a:pt x="4858156" y="72811"/>
                  </a:lnTo>
                  <a:lnTo>
                    <a:pt x="4847663" y="72811"/>
                  </a:lnTo>
                  <a:lnTo>
                    <a:pt x="4837170" y="72811"/>
                  </a:lnTo>
                  <a:lnTo>
                    <a:pt x="4826677" y="72811"/>
                  </a:lnTo>
                  <a:lnTo>
                    <a:pt x="4816185" y="72811"/>
                  </a:lnTo>
                  <a:lnTo>
                    <a:pt x="4805692" y="72811"/>
                  </a:lnTo>
                  <a:lnTo>
                    <a:pt x="4795199" y="72811"/>
                  </a:lnTo>
                  <a:lnTo>
                    <a:pt x="4784706" y="72811"/>
                  </a:lnTo>
                  <a:lnTo>
                    <a:pt x="4774213" y="72811"/>
                  </a:lnTo>
                  <a:lnTo>
                    <a:pt x="4763721" y="72811"/>
                  </a:lnTo>
                  <a:lnTo>
                    <a:pt x="4753228" y="72811"/>
                  </a:lnTo>
                  <a:lnTo>
                    <a:pt x="4742735" y="72811"/>
                  </a:lnTo>
                  <a:lnTo>
                    <a:pt x="4732242" y="72811"/>
                  </a:lnTo>
                  <a:lnTo>
                    <a:pt x="4721750" y="72811"/>
                  </a:lnTo>
                  <a:lnTo>
                    <a:pt x="4711257" y="72811"/>
                  </a:lnTo>
                  <a:lnTo>
                    <a:pt x="4700764" y="72811"/>
                  </a:lnTo>
                  <a:lnTo>
                    <a:pt x="4690271" y="72811"/>
                  </a:lnTo>
                  <a:lnTo>
                    <a:pt x="4679778" y="72811"/>
                  </a:lnTo>
                  <a:lnTo>
                    <a:pt x="4669286" y="72811"/>
                  </a:lnTo>
                  <a:lnTo>
                    <a:pt x="4658793" y="72811"/>
                  </a:lnTo>
                  <a:lnTo>
                    <a:pt x="4648300" y="72811"/>
                  </a:lnTo>
                  <a:lnTo>
                    <a:pt x="4637807" y="72811"/>
                  </a:lnTo>
                  <a:lnTo>
                    <a:pt x="4627315" y="72811"/>
                  </a:lnTo>
                  <a:lnTo>
                    <a:pt x="4616822" y="72811"/>
                  </a:lnTo>
                  <a:lnTo>
                    <a:pt x="4606329" y="72811"/>
                  </a:lnTo>
                  <a:lnTo>
                    <a:pt x="4595836" y="72811"/>
                  </a:lnTo>
                  <a:lnTo>
                    <a:pt x="4585343" y="72811"/>
                  </a:lnTo>
                  <a:lnTo>
                    <a:pt x="4574851" y="72811"/>
                  </a:lnTo>
                  <a:lnTo>
                    <a:pt x="4564358" y="72811"/>
                  </a:lnTo>
                  <a:lnTo>
                    <a:pt x="4553865" y="72811"/>
                  </a:lnTo>
                  <a:lnTo>
                    <a:pt x="4543372" y="72811"/>
                  </a:lnTo>
                  <a:lnTo>
                    <a:pt x="4532880" y="72811"/>
                  </a:lnTo>
                  <a:lnTo>
                    <a:pt x="4522387" y="72811"/>
                  </a:lnTo>
                  <a:lnTo>
                    <a:pt x="4511894" y="72811"/>
                  </a:lnTo>
                  <a:lnTo>
                    <a:pt x="4501401" y="72811"/>
                  </a:lnTo>
                  <a:lnTo>
                    <a:pt x="4490908" y="72811"/>
                  </a:lnTo>
                  <a:lnTo>
                    <a:pt x="4480416" y="72811"/>
                  </a:lnTo>
                  <a:lnTo>
                    <a:pt x="4469923" y="72811"/>
                  </a:lnTo>
                  <a:lnTo>
                    <a:pt x="4459430" y="72811"/>
                  </a:lnTo>
                  <a:lnTo>
                    <a:pt x="4448937" y="72811"/>
                  </a:lnTo>
                  <a:lnTo>
                    <a:pt x="4438445" y="72811"/>
                  </a:lnTo>
                  <a:lnTo>
                    <a:pt x="4427952" y="72811"/>
                  </a:lnTo>
                  <a:lnTo>
                    <a:pt x="4417459" y="72811"/>
                  </a:lnTo>
                  <a:lnTo>
                    <a:pt x="4406966" y="72811"/>
                  </a:lnTo>
                  <a:lnTo>
                    <a:pt x="4396473" y="72811"/>
                  </a:lnTo>
                  <a:lnTo>
                    <a:pt x="4385981" y="72811"/>
                  </a:lnTo>
                  <a:lnTo>
                    <a:pt x="4375488" y="72811"/>
                  </a:lnTo>
                  <a:lnTo>
                    <a:pt x="4364995" y="72811"/>
                  </a:lnTo>
                  <a:lnTo>
                    <a:pt x="4354502" y="72811"/>
                  </a:lnTo>
                  <a:lnTo>
                    <a:pt x="4344010" y="72811"/>
                  </a:lnTo>
                  <a:lnTo>
                    <a:pt x="4333517" y="72811"/>
                  </a:lnTo>
                  <a:lnTo>
                    <a:pt x="4323024" y="72811"/>
                  </a:lnTo>
                  <a:lnTo>
                    <a:pt x="4312531" y="72811"/>
                  </a:lnTo>
                  <a:lnTo>
                    <a:pt x="4302038" y="72811"/>
                  </a:lnTo>
                  <a:lnTo>
                    <a:pt x="4291546" y="72811"/>
                  </a:lnTo>
                  <a:lnTo>
                    <a:pt x="4281053" y="72811"/>
                  </a:lnTo>
                  <a:lnTo>
                    <a:pt x="4270560" y="72811"/>
                  </a:lnTo>
                  <a:lnTo>
                    <a:pt x="4260067" y="72811"/>
                  </a:lnTo>
                  <a:lnTo>
                    <a:pt x="4249575" y="72811"/>
                  </a:lnTo>
                  <a:lnTo>
                    <a:pt x="4239082" y="72811"/>
                  </a:lnTo>
                  <a:lnTo>
                    <a:pt x="4228589" y="72811"/>
                  </a:lnTo>
                  <a:lnTo>
                    <a:pt x="4218096" y="72811"/>
                  </a:lnTo>
                  <a:lnTo>
                    <a:pt x="4207603" y="72811"/>
                  </a:lnTo>
                  <a:lnTo>
                    <a:pt x="4197111" y="72811"/>
                  </a:lnTo>
                  <a:lnTo>
                    <a:pt x="4186618" y="72811"/>
                  </a:lnTo>
                  <a:lnTo>
                    <a:pt x="4176125" y="72811"/>
                  </a:lnTo>
                  <a:lnTo>
                    <a:pt x="4165632" y="72811"/>
                  </a:lnTo>
                  <a:lnTo>
                    <a:pt x="4155140" y="72811"/>
                  </a:lnTo>
                  <a:lnTo>
                    <a:pt x="4144647" y="72811"/>
                  </a:lnTo>
                  <a:lnTo>
                    <a:pt x="4134154" y="72811"/>
                  </a:lnTo>
                  <a:lnTo>
                    <a:pt x="4123661" y="72811"/>
                  </a:lnTo>
                  <a:lnTo>
                    <a:pt x="4113168" y="72811"/>
                  </a:lnTo>
                  <a:lnTo>
                    <a:pt x="4102676" y="72811"/>
                  </a:lnTo>
                  <a:lnTo>
                    <a:pt x="4092183" y="72811"/>
                  </a:lnTo>
                  <a:lnTo>
                    <a:pt x="4081690" y="72811"/>
                  </a:lnTo>
                  <a:lnTo>
                    <a:pt x="4071197" y="72811"/>
                  </a:lnTo>
                  <a:lnTo>
                    <a:pt x="4060705" y="72811"/>
                  </a:lnTo>
                  <a:lnTo>
                    <a:pt x="4050212" y="72811"/>
                  </a:lnTo>
                  <a:lnTo>
                    <a:pt x="4039719" y="72811"/>
                  </a:lnTo>
                  <a:lnTo>
                    <a:pt x="4029226" y="72811"/>
                  </a:lnTo>
                  <a:lnTo>
                    <a:pt x="4018733" y="72811"/>
                  </a:lnTo>
                  <a:lnTo>
                    <a:pt x="4008241" y="72811"/>
                  </a:lnTo>
                  <a:lnTo>
                    <a:pt x="3997748" y="72811"/>
                  </a:lnTo>
                  <a:lnTo>
                    <a:pt x="3987255" y="72811"/>
                  </a:lnTo>
                  <a:lnTo>
                    <a:pt x="3976762" y="72811"/>
                  </a:lnTo>
                  <a:lnTo>
                    <a:pt x="3966270" y="72811"/>
                  </a:lnTo>
                  <a:lnTo>
                    <a:pt x="3955777" y="72811"/>
                  </a:lnTo>
                  <a:lnTo>
                    <a:pt x="3945284" y="72811"/>
                  </a:lnTo>
                  <a:lnTo>
                    <a:pt x="3934791" y="72811"/>
                  </a:lnTo>
                  <a:lnTo>
                    <a:pt x="3924298" y="72811"/>
                  </a:lnTo>
                  <a:lnTo>
                    <a:pt x="3913806" y="72811"/>
                  </a:lnTo>
                  <a:lnTo>
                    <a:pt x="3903313" y="72811"/>
                  </a:lnTo>
                  <a:lnTo>
                    <a:pt x="3892820" y="72811"/>
                  </a:lnTo>
                  <a:lnTo>
                    <a:pt x="3882327" y="72811"/>
                  </a:lnTo>
                  <a:lnTo>
                    <a:pt x="3871835" y="72811"/>
                  </a:lnTo>
                  <a:lnTo>
                    <a:pt x="3861342" y="72811"/>
                  </a:lnTo>
                  <a:lnTo>
                    <a:pt x="3850849" y="72811"/>
                  </a:lnTo>
                  <a:lnTo>
                    <a:pt x="3840356" y="72811"/>
                  </a:lnTo>
                  <a:lnTo>
                    <a:pt x="3829863" y="72811"/>
                  </a:lnTo>
                  <a:lnTo>
                    <a:pt x="3819371" y="72811"/>
                  </a:lnTo>
                  <a:lnTo>
                    <a:pt x="3808878" y="72811"/>
                  </a:lnTo>
                  <a:lnTo>
                    <a:pt x="3798385" y="72811"/>
                  </a:lnTo>
                  <a:lnTo>
                    <a:pt x="3787892" y="72811"/>
                  </a:lnTo>
                  <a:lnTo>
                    <a:pt x="3777400" y="72811"/>
                  </a:lnTo>
                  <a:lnTo>
                    <a:pt x="3766907" y="72811"/>
                  </a:lnTo>
                  <a:lnTo>
                    <a:pt x="3756414" y="72811"/>
                  </a:lnTo>
                  <a:lnTo>
                    <a:pt x="3745921" y="72811"/>
                  </a:lnTo>
                  <a:lnTo>
                    <a:pt x="3735428" y="72811"/>
                  </a:lnTo>
                  <a:lnTo>
                    <a:pt x="3724936" y="72811"/>
                  </a:lnTo>
                  <a:lnTo>
                    <a:pt x="3714443" y="72811"/>
                  </a:lnTo>
                  <a:lnTo>
                    <a:pt x="3703950" y="72811"/>
                  </a:lnTo>
                  <a:lnTo>
                    <a:pt x="3693457" y="72811"/>
                  </a:lnTo>
                  <a:lnTo>
                    <a:pt x="3682965" y="72811"/>
                  </a:lnTo>
                  <a:lnTo>
                    <a:pt x="3672472" y="72811"/>
                  </a:lnTo>
                  <a:lnTo>
                    <a:pt x="3661979" y="72811"/>
                  </a:lnTo>
                  <a:lnTo>
                    <a:pt x="3651486" y="72811"/>
                  </a:lnTo>
                  <a:lnTo>
                    <a:pt x="3640993" y="72811"/>
                  </a:lnTo>
                  <a:lnTo>
                    <a:pt x="3630501" y="72811"/>
                  </a:lnTo>
                  <a:lnTo>
                    <a:pt x="3620008" y="72811"/>
                  </a:lnTo>
                  <a:lnTo>
                    <a:pt x="3609515" y="72811"/>
                  </a:lnTo>
                  <a:lnTo>
                    <a:pt x="3599022" y="72811"/>
                  </a:lnTo>
                  <a:lnTo>
                    <a:pt x="3588530" y="72811"/>
                  </a:lnTo>
                  <a:lnTo>
                    <a:pt x="3578037" y="72811"/>
                  </a:lnTo>
                  <a:lnTo>
                    <a:pt x="3567544" y="72811"/>
                  </a:lnTo>
                  <a:lnTo>
                    <a:pt x="3557051" y="72811"/>
                  </a:lnTo>
                  <a:lnTo>
                    <a:pt x="3546558" y="72811"/>
                  </a:lnTo>
                  <a:lnTo>
                    <a:pt x="3536066" y="72811"/>
                  </a:lnTo>
                  <a:lnTo>
                    <a:pt x="3525573" y="72811"/>
                  </a:lnTo>
                  <a:lnTo>
                    <a:pt x="3515080" y="72811"/>
                  </a:lnTo>
                  <a:lnTo>
                    <a:pt x="3504587" y="72811"/>
                  </a:lnTo>
                  <a:lnTo>
                    <a:pt x="3494095" y="72811"/>
                  </a:lnTo>
                  <a:lnTo>
                    <a:pt x="3483602" y="72811"/>
                  </a:lnTo>
                  <a:lnTo>
                    <a:pt x="3473109" y="72811"/>
                  </a:lnTo>
                  <a:lnTo>
                    <a:pt x="3462616" y="72811"/>
                  </a:lnTo>
                  <a:lnTo>
                    <a:pt x="3452123" y="72811"/>
                  </a:lnTo>
                  <a:lnTo>
                    <a:pt x="3441631" y="72811"/>
                  </a:lnTo>
                  <a:lnTo>
                    <a:pt x="3431138" y="72811"/>
                  </a:lnTo>
                  <a:lnTo>
                    <a:pt x="3420645" y="72811"/>
                  </a:lnTo>
                  <a:lnTo>
                    <a:pt x="3410152" y="72811"/>
                  </a:lnTo>
                  <a:lnTo>
                    <a:pt x="3399660" y="72811"/>
                  </a:lnTo>
                  <a:lnTo>
                    <a:pt x="3389167" y="72811"/>
                  </a:lnTo>
                  <a:lnTo>
                    <a:pt x="3378674" y="72811"/>
                  </a:lnTo>
                  <a:lnTo>
                    <a:pt x="3368181" y="72811"/>
                  </a:lnTo>
                  <a:lnTo>
                    <a:pt x="3357688" y="72811"/>
                  </a:lnTo>
                  <a:lnTo>
                    <a:pt x="3347196" y="72811"/>
                  </a:lnTo>
                  <a:lnTo>
                    <a:pt x="3336703" y="72811"/>
                  </a:lnTo>
                  <a:lnTo>
                    <a:pt x="3326210" y="72811"/>
                  </a:lnTo>
                  <a:lnTo>
                    <a:pt x="3315717" y="72811"/>
                  </a:lnTo>
                  <a:lnTo>
                    <a:pt x="3305225" y="72811"/>
                  </a:lnTo>
                  <a:lnTo>
                    <a:pt x="3294732" y="72811"/>
                  </a:lnTo>
                  <a:lnTo>
                    <a:pt x="3284239" y="72811"/>
                  </a:lnTo>
                  <a:lnTo>
                    <a:pt x="3273746" y="72811"/>
                  </a:lnTo>
                  <a:lnTo>
                    <a:pt x="3263253" y="72811"/>
                  </a:lnTo>
                  <a:lnTo>
                    <a:pt x="3252761" y="72811"/>
                  </a:lnTo>
                  <a:lnTo>
                    <a:pt x="3242268" y="72811"/>
                  </a:lnTo>
                  <a:lnTo>
                    <a:pt x="3231775" y="72811"/>
                  </a:lnTo>
                  <a:lnTo>
                    <a:pt x="3221282" y="72811"/>
                  </a:lnTo>
                  <a:lnTo>
                    <a:pt x="3210790" y="72811"/>
                  </a:lnTo>
                  <a:lnTo>
                    <a:pt x="3200297" y="72811"/>
                  </a:lnTo>
                  <a:lnTo>
                    <a:pt x="3189804" y="72811"/>
                  </a:lnTo>
                  <a:lnTo>
                    <a:pt x="3179311" y="72811"/>
                  </a:lnTo>
                  <a:lnTo>
                    <a:pt x="3168818" y="72811"/>
                  </a:lnTo>
                  <a:lnTo>
                    <a:pt x="3158326" y="72811"/>
                  </a:lnTo>
                  <a:lnTo>
                    <a:pt x="3147833" y="72811"/>
                  </a:lnTo>
                  <a:lnTo>
                    <a:pt x="3137340" y="72811"/>
                  </a:lnTo>
                  <a:lnTo>
                    <a:pt x="3126847" y="72811"/>
                  </a:lnTo>
                  <a:lnTo>
                    <a:pt x="3116355" y="72811"/>
                  </a:lnTo>
                  <a:lnTo>
                    <a:pt x="3105862" y="72811"/>
                  </a:lnTo>
                  <a:lnTo>
                    <a:pt x="3095369" y="72811"/>
                  </a:lnTo>
                  <a:lnTo>
                    <a:pt x="3084876" y="72811"/>
                  </a:lnTo>
                  <a:lnTo>
                    <a:pt x="3074383" y="72811"/>
                  </a:lnTo>
                  <a:lnTo>
                    <a:pt x="3063891" y="72811"/>
                  </a:lnTo>
                  <a:lnTo>
                    <a:pt x="3053398" y="72811"/>
                  </a:lnTo>
                  <a:lnTo>
                    <a:pt x="3042905" y="72811"/>
                  </a:lnTo>
                  <a:lnTo>
                    <a:pt x="3032412" y="72811"/>
                  </a:lnTo>
                  <a:lnTo>
                    <a:pt x="3021920" y="72811"/>
                  </a:lnTo>
                  <a:lnTo>
                    <a:pt x="3011427" y="72811"/>
                  </a:lnTo>
                  <a:lnTo>
                    <a:pt x="3000934" y="72811"/>
                  </a:lnTo>
                  <a:lnTo>
                    <a:pt x="2990441" y="72811"/>
                  </a:lnTo>
                  <a:lnTo>
                    <a:pt x="2979948" y="72811"/>
                  </a:lnTo>
                  <a:lnTo>
                    <a:pt x="2969456" y="72811"/>
                  </a:lnTo>
                  <a:lnTo>
                    <a:pt x="2958963" y="72811"/>
                  </a:lnTo>
                  <a:lnTo>
                    <a:pt x="2948470" y="72811"/>
                  </a:lnTo>
                  <a:lnTo>
                    <a:pt x="2937977" y="72811"/>
                  </a:lnTo>
                  <a:lnTo>
                    <a:pt x="2927485" y="72811"/>
                  </a:lnTo>
                  <a:lnTo>
                    <a:pt x="2916992" y="72811"/>
                  </a:lnTo>
                  <a:lnTo>
                    <a:pt x="2906499" y="72811"/>
                  </a:lnTo>
                  <a:lnTo>
                    <a:pt x="2896006" y="72811"/>
                  </a:lnTo>
                  <a:lnTo>
                    <a:pt x="2885513" y="72811"/>
                  </a:lnTo>
                  <a:lnTo>
                    <a:pt x="2875021" y="72811"/>
                  </a:lnTo>
                  <a:lnTo>
                    <a:pt x="2864528" y="72811"/>
                  </a:lnTo>
                  <a:lnTo>
                    <a:pt x="2854035" y="72811"/>
                  </a:lnTo>
                  <a:lnTo>
                    <a:pt x="2843542" y="72811"/>
                  </a:lnTo>
                  <a:lnTo>
                    <a:pt x="2833050" y="72811"/>
                  </a:lnTo>
                  <a:lnTo>
                    <a:pt x="2822557" y="72811"/>
                  </a:lnTo>
                  <a:lnTo>
                    <a:pt x="2812064" y="72811"/>
                  </a:lnTo>
                  <a:lnTo>
                    <a:pt x="2801571" y="72811"/>
                  </a:lnTo>
                  <a:lnTo>
                    <a:pt x="2791078" y="72811"/>
                  </a:lnTo>
                  <a:lnTo>
                    <a:pt x="2780586" y="72811"/>
                  </a:lnTo>
                  <a:lnTo>
                    <a:pt x="2770093" y="72811"/>
                  </a:lnTo>
                  <a:lnTo>
                    <a:pt x="2759600" y="72811"/>
                  </a:lnTo>
                  <a:lnTo>
                    <a:pt x="2749107" y="72811"/>
                  </a:lnTo>
                  <a:lnTo>
                    <a:pt x="2738615" y="72811"/>
                  </a:lnTo>
                  <a:lnTo>
                    <a:pt x="2728122" y="72811"/>
                  </a:lnTo>
                  <a:lnTo>
                    <a:pt x="2717629" y="72811"/>
                  </a:lnTo>
                  <a:lnTo>
                    <a:pt x="2707136" y="72811"/>
                  </a:lnTo>
                  <a:lnTo>
                    <a:pt x="2696643" y="72811"/>
                  </a:lnTo>
                  <a:lnTo>
                    <a:pt x="2686151" y="72811"/>
                  </a:lnTo>
                  <a:lnTo>
                    <a:pt x="2675658" y="72811"/>
                  </a:lnTo>
                  <a:lnTo>
                    <a:pt x="2665165" y="72811"/>
                  </a:lnTo>
                  <a:lnTo>
                    <a:pt x="2654672" y="72811"/>
                  </a:lnTo>
                  <a:lnTo>
                    <a:pt x="2644180" y="72811"/>
                  </a:lnTo>
                  <a:lnTo>
                    <a:pt x="2633687" y="72811"/>
                  </a:lnTo>
                  <a:lnTo>
                    <a:pt x="2623194" y="72811"/>
                  </a:lnTo>
                  <a:lnTo>
                    <a:pt x="2612701" y="72811"/>
                  </a:lnTo>
                  <a:lnTo>
                    <a:pt x="2602208" y="72811"/>
                  </a:lnTo>
                  <a:lnTo>
                    <a:pt x="2591716" y="72811"/>
                  </a:lnTo>
                  <a:lnTo>
                    <a:pt x="2581223" y="72811"/>
                  </a:lnTo>
                  <a:lnTo>
                    <a:pt x="2570730" y="72811"/>
                  </a:lnTo>
                  <a:lnTo>
                    <a:pt x="2560237" y="72811"/>
                  </a:lnTo>
                  <a:lnTo>
                    <a:pt x="2549745" y="72811"/>
                  </a:lnTo>
                  <a:lnTo>
                    <a:pt x="2539252" y="72811"/>
                  </a:lnTo>
                  <a:lnTo>
                    <a:pt x="2528759" y="72811"/>
                  </a:lnTo>
                  <a:lnTo>
                    <a:pt x="2518266" y="72811"/>
                  </a:lnTo>
                  <a:lnTo>
                    <a:pt x="2507773" y="72811"/>
                  </a:lnTo>
                  <a:lnTo>
                    <a:pt x="2497281" y="72811"/>
                  </a:lnTo>
                  <a:lnTo>
                    <a:pt x="2486788" y="72811"/>
                  </a:lnTo>
                  <a:lnTo>
                    <a:pt x="2476295" y="72811"/>
                  </a:lnTo>
                  <a:lnTo>
                    <a:pt x="2465802" y="72811"/>
                  </a:lnTo>
                  <a:lnTo>
                    <a:pt x="2455310" y="72811"/>
                  </a:lnTo>
                  <a:lnTo>
                    <a:pt x="2444817" y="72811"/>
                  </a:lnTo>
                  <a:lnTo>
                    <a:pt x="2434324" y="72811"/>
                  </a:lnTo>
                  <a:lnTo>
                    <a:pt x="2423831" y="72811"/>
                  </a:lnTo>
                  <a:lnTo>
                    <a:pt x="2413338" y="72811"/>
                  </a:lnTo>
                  <a:lnTo>
                    <a:pt x="2402846" y="72811"/>
                  </a:lnTo>
                  <a:lnTo>
                    <a:pt x="2392353" y="72811"/>
                  </a:lnTo>
                  <a:lnTo>
                    <a:pt x="2381860" y="72811"/>
                  </a:lnTo>
                  <a:lnTo>
                    <a:pt x="2371367" y="72811"/>
                  </a:lnTo>
                  <a:lnTo>
                    <a:pt x="2360875" y="72811"/>
                  </a:lnTo>
                  <a:lnTo>
                    <a:pt x="2350382" y="72811"/>
                  </a:lnTo>
                  <a:lnTo>
                    <a:pt x="2339889" y="72811"/>
                  </a:lnTo>
                  <a:lnTo>
                    <a:pt x="2329396" y="72811"/>
                  </a:lnTo>
                  <a:lnTo>
                    <a:pt x="2318903" y="72811"/>
                  </a:lnTo>
                  <a:lnTo>
                    <a:pt x="2308411" y="72811"/>
                  </a:lnTo>
                  <a:lnTo>
                    <a:pt x="2297918" y="72811"/>
                  </a:lnTo>
                  <a:lnTo>
                    <a:pt x="2287425" y="72811"/>
                  </a:lnTo>
                  <a:lnTo>
                    <a:pt x="2276932" y="72811"/>
                  </a:lnTo>
                  <a:lnTo>
                    <a:pt x="2266440" y="72811"/>
                  </a:lnTo>
                  <a:lnTo>
                    <a:pt x="2255947" y="72811"/>
                  </a:lnTo>
                  <a:lnTo>
                    <a:pt x="2245454" y="72811"/>
                  </a:lnTo>
                  <a:lnTo>
                    <a:pt x="2234961" y="72811"/>
                  </a:lnTo>
                  <a:lnTo>
                    <a:pt x="2224468" y="72811"/>
                  </a:lnTo>
                  <a:lnTo>
                    <a:pt x="2213976" y="72811"/>
                  </a:lnTo>
                  <a:lnTo>
                    <a:pt x="2203483" y="72811"/>
                  </a:lnTo>
                  <a:lnTo>
                    <a:pt x="2192990" y="72811"/>
                  </a:lnTo>
                  <a:lnTo>
                    <a:pt x="2182497" y="72811"/>
                  </a:lnTo>
                  <a:lnTo>
                    <a:pt x="2172005" y="72811"/>
                  </a:lnTo>
                  <a:lnTo>
                    <a:pt x="2161512" y="72811"/>
                  </a:lnTo>
                  <a:lnTo>
                    <a:pt x="2151019" y="72811"/>
                  </a:lnTo>
                  <a:lnTo>
                    <a:pt x="2140526" y="72811"/>
                  </a:lnTo>
                  <a:lnTo>
                    <a:pt x="2130033" y="72811"/>
                  </a:lnTo>
                  <a:lnTo>
                    <a:pt x="2119541" y="72811"/>
                  </a:lnTo>
                  <a:lnTo>
                    <a:pt x="2109048" y="72811"/>
                  </a:lnTo>
                  <a:lnTo>
                    <a:pt x="2098555" y="72811"/>
                  </a:lnTo>
                  <a:lnTo>
                    <a:pt x="2088062" y="72811"/>
                  </a:lnTo>
                  <a:lnTo>
                    <a:pt x="2077570" y="72811"/>
                  </a:lnTo>
                  <a:lnTo>
                    <a:pt x="2067077" y="72811"/>
                  </a:lnTo>
                  <a:lnTo>
                    <a:pt x="2056584" y="72811"/>
                  </a:lnTo>
                  <a:lnTo>
                    <a:pt x="2046091" y="72811"/>
                  </a:lnTo>
                  <a:lnTo>
                    <a:pt x="2035598" y="72811"/>
                  </a:lnTo>
                  <a:lnTo>
                    <a:pt x="2025106" y="72811"/>
                  </a:lnTo>
                  <a:lnTo>
                    <a:pt x="2014613" y="72811"/>
                  </a:lnTo>
                  <a:lnTo>
                    <a:pt x="2004120" y="72811"/>
                  </a:lnTo>
                  <a:lnTo>
                    <a:pt x="1993627" y="72811"/>
                  </a:lnTo>
                  <a:lnTo>
                    <a:pt x="1983135" y="72811"/>
                  </a:lnTo>
                  <a:lnTo>
                    <a:pt x="1972642" y="72811"/>
                  </a:lnTo>
                  <a:lnTo>
                    <a:pt x="1962149" y="72811"/>
                  </a:lnTo>
                  <a:lnTo>
                    <a:pt x="1951656" y="72811"/>
                  </a:lnTo>
                  <a:lnTo>
                    <a:pt x="1941163" y="72811"/>
                  </a:lnTo>
                  <a:lnTo>
                    <a:pt x="1930671" y="72811"/>
                  </a:lnTo>
                  <a:lnTo>
                    <a:pt x="1920178" y="72811"/>
                  </a:lnTo>
                  <a:lnTo>
                    <a:pt x="1909685" y="72811"/>
                  </a:lnTo>
                  <a:lnTo>
                    <a:pt x="1899192" y="72811"/>
                  </a:lnTo>
                  <a:lnTo>
                    <a:pt x="1888700" y="72811"/>
                  </a:lnTo>
                  <a:lnTo>
                    <a:pt x="1878207" y="72811"/>
                  </a:lnTo>
                  <a:lnTo>
                    <a:pt x="1867714" y="72811"/>
                  </a:lnTo>
                  <a:lnTo>
                    <a:pt x="1857221" y="72811"/>
                  </a:lnTo>
                  <a:lnTo>
                    <a:pt x="1846728" y="72811"/>
                  </a:lnTo>
                  <a:lnTo>
                    <a:pt x="1836236" y="72811"/>
                  </a:lnTo>
                  <a:lnTo>
                    <a:pt x="1825743" y="72811"/>
                  </a:lnTo>
                  <a:lnTo>
                    <a:pt x="1815250" y="72811"/>
                  </a:lnTo>
                  <a:lnTo>
                    <a:pt x="1804757" y="72811"/>
                  </a:lnTo>
                  <a:lnTo>
                    <a:pt x="1794265" y="72811"/>
                  </a:lnTo>
                  <a:lnTo>
                    <a:pt x="1783772" y="72811"/>
                  </a:lnTo>
                  <a:lnTo>
                    <a:pt x="1773279" y="72811"/>
                  </a:lnTo>
                  <a:lnTo>
                    <a:pt x="1762786" y="72811"/>
                  </a:lnTo>
                  <a:lnTo>
                    <a:pt x="1752293" y="72811"/>
                  </a:lnTo>
                  <a:lnTo>
                    <a:pt x="1741801" y="72811"/>
                  </a:lnTo>
                  <a:lnTo>
                    <a:pt x="1731308" y="72811"/>
                  </a:lnTo>
                  <a:lnTo>
                    <a:pt x="1720815" y="72811"/>
                  </a:lnTo>
                  <a:lnTo>
                    <a:pt x="1710322" y="72811"/>
                  </a:lnTo>
                  <a:lnTo>
                    <a:pt x="1699830" y="72811"/>
                  </a:lnTo>
                  <a:lnTo>
                    <a:pt x="1689337" y="72811"/>
                  </a:lnTo>
                  <a:lnTo>
                    <a:pt x="1678844" y="72811"/>
                  </a:lnTo>
                  <a:lnTo>
                    <a:pt x="1668351" y="72811"/>
                  </a:lnTo>
                  <a:lnTo>
                    <a:pt x="1657858" y="72811"/>
                  </a:lnTo>
                  <a:lnTo>
                    <a:pt x="1647366" y="72811"/>
                  </a:lnTo>
                  <a:lnTo>
                    <a:pt x="1636873" y="72811"/>
                  </a:lnTo>
                  <a:lnTo>
                    <a:pt x="1626380" y="72811"/>
                  </a:lnTo>
                  <a:lnTo>
                    <a:pt x="1615887" y="72811"/>
                  </a:lnTo>
                  <a:lnTo>
                    <a:pt x="1605395" y="72811"/>
                  </a:lnTo>
                  <a:lnTo>
                    <a:pt x="1594902" y="72811"/>
                  </a:lnTo>
                  <a:lnTo>
                    <a:pt x="1584409" y="72811"/>
                  </a:lnTo>
                  <a:lnTo>
                    <a:pt x="1573916" y="72811"/>
                  </a:lnTo>
                  <a:lnTo>
                    <a:pt x="1563423" y="72811"/>
                  </a:lnTo>
                  <a:lnTo>
                    <a:pt x="1552931" y="72811"/>
                  </a:lnTo>
                  <a:lnTo>
                    <a:pt x="1542438" y="72811"/>
                  </a:lnTo>
                  <a:lnTo>
                    <a:pt x="1531945" y="72811"/>
                  </a:lnTo>
                  <a:lnTo>
                    <a:pt x="1521452" y="72811"/>
                  </a:lnTo>
                  <a:lnTo>
                    <a:pt x="1510960" y="72811"/>
                  </a:lnTo>
                  <a:lnTo>
                    <a:pt x="1500467" y="72811"/>
                  </a:lnTo>
                  <a:lnTo>
                    <a:pt x="1489974" y="72811"/>
                  </a:lnTo>
                  <a:lnTo>
                    <a:pt x="1479481" y="72811"/>
                  </a:lnTo>
                  <a:lnTo>
                    <a:pt x="1468988" y="72811"/>
                  </a:lnTo>
                  <a:lnTo>
                    <a:pt x="1458496" y="72811"/>
                  </a:lnTo>
                  <a:lnTo>
                    <a:pt x="1448003" y="72811"/>
                  </a:lnTo>
                  <a:lnTo>
                    <a:pt x="1437510" y="72811"/>
                  </a:lnTo>
                  <a:lnTo>
                    <a:pt x="1427017" y="72811"/>
                  </a:lnTo>
                  <a:lnTo>
                    <a:pt x="1416525" y="72811"/>
                  </a:lnTo>
                  <a:lnTo>
                    <a:pt x="1406032" y="72811"/>
                  </a:lnTo>
                  <a:lnTo>
                    <a:pt x="1395539" y="72811"/>
                  </a:lnTo>
                  <a:lnTo>
                    <a:pt x="1385046" y="72811"/>
                  </a:lnTo>
                  <a:lnTo>
                    <a:pt x="1374553" y="72811"/>
                  </a:lnTo>
                  <a:lnTo>
                    <a:pt x="1364061" y="72811"/>
                  </a:lnTo>
                  <a:lnTo>
                    <a:pt x="1353568" y="72811"/>
                  </a:lnTo>
                  <a:lnTo>
                    <a:pt x="1343075" y="72811"/>
                  </a:lnTo>
                  <a:lnTo>
                    <a:pt x="1332582" y="72811"/>
                  </a:lnTo>
                  <a:lnTo>
                    <a:pt x="1322090" y="72811"/>
                  </a:lnTo>
                  <a:lnTo>
                    <a:pt x="1311597" y="72811"/>
                  </a:lnTo>
                  <a:lnTo>
                    <a:pt x="1301104" y="72811"/>
                  </a:lnTo>
                  <a:lnTo>
                    <a:pt x="1290611" y="72811"/>
                  </a:lnTo>
                  <a:lnTo>
                    <a:pt x="1280118" y="72811"/>
                  </a:lnTo>
                  <a:lnTo>
                    <a:pt x="1269626" y="72811"/>
                  </a:lnTo>
                  <a:lnTo>
                    <a:pt x="1259133" y="72811"/>
                  </a:lnTo>
                  <a:lnTo>
                    <a:pt x="1248640" y="72811"/>
                  </a:lnTo>
                  <a:lnTo>
                    <a:pt x="1238147" y="72811"/>
                  </a:lnTo>
                  <a:lnTo>
                    <a:pt x="1227655" y="72811"/>
                  </a:lnTo>
                  <a:lnTo>
                    <a:pt x="1217162" y="72811"/>
                  </a:lnTo>
                  <a:lnTo>
                    <a:pt x="1206669" y="72811"/>
                  </a:lnTo>
                  <a:lnTo>
                    <a:pt x="1196176" y="72811"/>
                  </a:lnTo>
                  <a:lnTo>
                    <a:pt x="1185683" y="72811"/>
                  </a:lnTo>
                  <a:lnTo>
                    <a:pt x="1175191" y="72811"/>
                  </a:lnTo>
                  <a:lnTo>
                    <a:pt x="1164698" y="72811"/>
                  </a:lnTo>
                  <a:lnTo>
                    <a:pt x="1154205" y="72811"/>
                  </a:lnTo>
                  <a:lnTo>
                    <a:pt x="1143712" y="72811"/>
                  </a:lnTo>
                  <a:lnTo>
                    <a:pt x="1133220" y="72811"/>
                  </a:lnTo>
                  <a:lnTo>
                    <a:pt x="1122727" y="72811"/>
                  </a:lnTo>
                  <a:lnTo>
                    <a:pt x="1112234" y="72811"/>
                  </a:lnTo>
                  <a:lnTo>
                    <a:pt x="1101741" y="72811"/>
                  </a:lnTo>
                  <a:lnTo>
                    <a:pt x="1091248" y="72811"/>
                  </a:lnTo>
                  <a:lnTo>
                    <a:pt x="1080756" y="72811"/>
                  </a:lnTo>
                  <a:lnTo>
                    <a:pt x="1070263" y="72811"/>
                  </a:lnTo>
                  <a:lnTo>
                    <a:pt x="1059770" y="72811"/>
                  </a:lnTo>
                  <a:lnTo>
                    <a:pt x="1049277" y="72811"/>
                  </a:lnTo>
                  <a:lnTo>
                    <a:pt x="1038785" y="72811"/>
                  </a:lnTo>
                  <a:lnTo>
                    <a:pt x="1028292" y="72811"/>
                  </a:lnTo>
                  <a:lnTo>
                    <a:pt x="1017799" y="72811"/>
                  </a:lnTo>
                  <a:lnTo>
                    <a:pt x="1007306" y="72811"/>
                  </a:lnTo>
                  <a:lnTo>
                    <a:pt x="996813" y="72811"/>
                  </a:lnTo>
                  <a:lnTo>
                    <a:pt x="986321" y="72811"/>
                  </a:lnTo>
                  <a:lnTo>
                    <a:pt x="975828" y="72811"/>
                  </a:lnTo>
                  <a:lnTo>
                    <a:pt x="965335" y="72811"/>
                  </a:lnTo>
                  <a:lnTo>
                    <a:pt x="954842" y="72811"/>
                  </a:lnTo>
                  <a:lnTo>
                    <a:pt x="944350" y="72811"/>
                  </a:lnTo>
                  <a:lnTo>
                    <a:pt x="933857" y="72811"/>
                  </a:lnTo>
                  <a:lnTo>
                    <a:pt x="923364" y="72811"/>
                  </a:lnTo>
                  <a:lnTo>
                    <a:pt x="912871" y="72811"/>
                  </a:lnTo>
                  <a:lnTo>
                    <a:pt x="902378" y="72811"/>
                  </a:lnTo>
                  <a:lnTo>
                    <a:pt x="891886" y="72811"/>
                  </a:lnTo>
                  <a:lnTo>
                    <a:pt x="881393" y="72811"/>
                  </a:lnTo>
                  <a:lnTo>
                    <a:pt x="870900" y="72811"/>
                  </a:lnTo>
                  <a:lnTo>
                    <a:pt x="860407" y="72811"/>
                  </a:lnTo>
                  <a:lnTo>
                    <a:pt x="849915" y="72811"/>
                  </a:lnTo>
                  <a:lnTo>
                    <a:pt x="839422" y="72811"/>
                  </a:lnTo>
                  <a:lnTo>
                    <a:pt x="828929" y="72811"/>
                  </a:lnTo>
                  <a:lnTo>
                    <a:pt x="818436" y="72811"/>
                  </a:lnTo>
                  <a:lnTo>
                    <a:pt x="807943" y="72811"/>
                  </a:lnTo>
                  <a:lnTo>
                    <a:pt x="797451" y="72811"/>
                  </a:lnTo>
                  <a:lnTo>
                    <a:pt x="786958" y="72811"/>
                  </a:lnTo>
                  <a:lnTo>
                    <a:pt x="776465" y="72811"/>
                  </a:lnTo>
                  <a:lnTo>
                    <a:pt x="765972" y="72811"/>
                  </a:lnTo>
                  <a:lnTo>
                    <a:pt x="755480" y="72811"/>
                  </a:lnTo>
                  <a:lnTo>
                    <a:pt x="744987" y="72811"/>
                  </a:lnTo>
                  <a:lnTo>
                    <a:pt x="734494" y="72811"/>
                  </a:lnTo>
                  <a:lnTo>
                    <a:pt x="724001" y="72811"/>
                  </a:lnTo>
                  <a:lnTo>
                    <a:pt x="713508" y="72811"/>
                  </a:lnTo>
                  <a:lnTo>
                    <a:pt x="703016" y="72811"/>
                  </a:lnTo>
                  <a:lnTo>
                    <a:pt x="692523" y="72811"/>
                  </a:lnTo>
                  <a:lnTo>
                    <a:pt x="682030" y="72811"/>
                  </a:lnTo>
                  <a:lnTo>
                    <a:pt x="671537" y="72811"/>
                  </a:lnTo>
                  <a:lnTo>
                    <a:pt x="661045" y="72811"/>
                  </a:lnTo>
                  <a:lnTo>
                    <a:pt x="650552" y="72811"/>
                  </a:lnTo>
                  <a:lnTo>
                    <a:pt x="640059" y="72811"/>
                  </a:lnTo>
                  <a:lnTo>
                    <a:pt x="629566" y="72811"/>
                  </a:lnTo>
                  <a:lnTo>
                    <a:pt x="619073" y="72811"/>
                  </a:lnTo>
                  <a:lnTo>
                    <a:pt x="608581" y="72811"/>
                  </a:lnTo>
                  <a:lnTo>
                    <a:pt x="598088" y="72811"/>
                  </a:lnTo>
                  <a:lnTo>
                    <a:pt x="587595" y="72811"/>
                  </a:lnTo>
                  <a:lnTo>
                    <a:pt x="577102" y="72811"/>
                  </a:lnTo>
                  <a:lnTo>
                    <a:pt x="566610" y="72811"/>
                  </a:lnTo>
                  <a:lnTo>
                    <a:pt x="556117" y="72811"/>
                  </a:lnTo>
                  <a:lnTo>
                    <a:pt x="545624" y="72811"/>
                  </a:lnTo>
                  <a:lnTo>
                    <a:pt x="535131" y="72811"/>
                  </a:lnTo>
                  <a:lnTo>
                    <a:pt x="524638" y="72811"/>
                  </a:lnTo>
                  <a:lnTo>
                    <a:pt x="514146" y="72811"/>
                  </a:lnTo>
                  <a:lnTo>
                    <a:pt x="503653" y="72811"/>
                  </a:lnTo>
                  <a:lnTo>
                    <a:pt x="493160" y="72811"/>
                  </a:lnTo>
                  <a:lnTo>
                    <a:pt x="482667" y="72811"/>
                  </a:lnTo>
                  <a:lnTo>
                    <a:pt x="472175" y="72811"/>
                  </a:lnTo>
                  <a:lnTo>
                    <a:pt x="461682" y="72811"/>
                  </a:lnTo>
                  <a:lnTo>
                    <a:pt x="451189" y="72811"/>
                  </a:lnTo>
                  <a:lnTo>
                    <a:pt x="440696" y="72811"/>
                  </a:lnTo>
                  <a:lnTo>
                    <a:pt x="430203" y="72811"/>
                  </a:lnTo>
                  <a:lnTo>
                    <a:pt x="419711" y="72811"/>
                  </a:lnTo>
                  <a:lnTo>
                    <a:pt x="409218" y="72811"/>
                  </a:lnTo>
                  <a:lnTo>
                    <a:pt x="398725" y="72811"/>
                  </a:lnTo>
                  <a:lnTo>
                    <a:pt x="388232" y="72811"/>
                  </a:lnTo>
                  <a:lnTo>
                    <a:pt x="377740" y="72811"/>
                  </a:lnTo>
                  <a:lnTo>
                    <a:pt x="367247" y="72811"/>
                  </a:lnTo>
                  <a:lnTo>
                    <a:pt x="356754" y="72811"/>
                  </a:lnTo>
                  <a:lnTo>
                    <a:pt x="346261" y="72811"/>
                  </a:lnTo>
                  <a:lnTo>
                    <a:pt x="335768" y="72811"/>
                  </a:lnTo>
                  <a:lnTo>
                    <a:pt x="325276" y="72811"/>
                  </a:lnTo>
                  <a:lnTo>
                    <a:pt x="314783" y="72811"/>
                  </a:lnTo>
                  <a:lnTo>
                    <a:pt x="304290" y="72811"/>
                  </a:lnTo>
                  <a:lnTo>
                    <a:pt x="293797" y="72811"/>
                  </a:lnTo>
                  <a:lnTo>
                    <a:pt x="283305" y="72811"/>
                  </a:lnTo>
                  <a:lnTo>
                    <a:pt x="272812" y="72811"/>
                  </a:lnTo>
                  <a:lnTo>
                    <a:pt x="262319" y="72811"/>
                  </a:lnTo>
                  <a:lnTo>
                    <a:pt x="251826" y="72811"/>
                  </a:lnTo>
                  <a:lnTo>
                    <a:pt x="241333" y="72811"/>
                  </a:lnTo>
                  <a:lnTo>
                    <a:pt x="230841" y="72811"/>
                  </a:lnTo>
                  <a:lnTo>
                    <a:pt x="220348" y="72811"/>
                  </a:lnTo>
                  <a:lnTo>
                    <a:pt x="209855" y="72811"/>
                  </a:lnTo>
                  <a:lnTo>
                    <a:pt x="199362" y="72811"/>
                  </a:lnTo>
                  <a:lnTo>
                    <a:pt x="188870" y="72811"/>
                  </a:lnTo>
                  <a:lnTo>
                    <a:pt x="178377" y="72811"/>
                  </a:lnTo>
                  <a:lnTo>
                    <a:pt x="167884" y="72811"/>
                  </a:lnTo>
                  <a:lnTo>
                    <a:pt x="157391" y="72811"/>
                  </a:lnTo>
                  <a:lnTo>
                    <a:pt x="146898" y="72811"/>
                  </a:lnTo>
                  <a:lnTo>
                    <a:pt x="136406" y="72811"/>
                  </a:lnTo>
                  <a:lnTo>
                    <a:pt x="125913" y="72811"/>
                  </a:lnTo>
                  <a:lnTo>
                    <a:pt x="115420" y="72811"/>
                  </a:lnTo>
                  <a:lnTo>
                    <a:pt x="104927" y="72811"/>
                  </a:lnTo>
                  <a:lnTo>
                    <a:pt x="94435" y="72811"/>
                  </a:lnTo>
                  <a:lnTo>
                    <a:pt x="83942" y="72811"/>
                  </a:lnTo>
                  <a:lnTo>
                    <a:pt x="73449" y="72811"/>
                  </a:lnTo>
                  <a:lnTo>
                    <a:pt x="62956" y="72811"/>
                  </a:lnTo>
                  <a:lnTo>
                    <a:pt x="52463" y="72811"/>
                  </a:lnTo>
                  <a:lnTo>
                    <a:pt x="41971" y="72811"/>
                  </a:lnTo>
                  <a:lnTo>
                    <a:pt x="31478" y="72811"/>
                  </a:lnTo>
                  <a:lnTo>
                    <a:pt x="20985" y="72811"/>
                  </a:lnTo>
                  <a:lnTo>
                    <a:pt x="10492" y="72811"/>
                  </a:lnTo>
                  <a:lnTo>
                    <a:pt x="0" y="72811"/>
                  </a:lnTo>
                  <a:close/>
                </a:path>
              </a:pathLst>
            </a:custGeom>
            <a:solidFill>
              <a:srgbClr val="A85B8B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5032501" y="2023753"/>
              <a:ext cx="4847332" cy="52340"/>
            </a:xfrm>
            <a:custGeom>
              <a:avLst/>
              <a:pathLst>
                <a:path w="4847332" h="52340">
                  <a:moveTo>
                    <a:pt x="0" y="52117"/>
                  </a:moveTo>
                  <a:lnTo>
                    <a:pt x="9694" y="52104"/>
                  </a:lnTo>
                  <a:lnTo>
                    <a:pt x="19389" y="52090"/>
                  </a:lnTo>
                  <a:lnTo>
                    <a:pt x="29083" y="52076"/>
                  </a:lnTo>
                  <a:lnTo>
                    <a:pt x="38778" y="52061"/>
                  </a:lnTo>
                  <a:lnTo>
                    <a:pt x="48473" y="52046"/>
                  </a:lnTo>
                  <a:lnTo>
                    <a:pt x="58167" y="52030"/>
                  </a:lnTo>
                  <a:lnTo>
                    <a:pt x="67862" y="52014"/>
                  </a:lnTo>
                  <a:lnTo>
                    <a:pt x="77557" y="51997"/>
                  </a:lnTo>
                  <a:lnTo>
                    <a:pt x="87251" y="51980"/>
                  </a:lnTo>
                  <a:lnTo>
                    <a:pt x="96946" y="51962"/>
                  </a:lnTo>
                  <a:lnTo>
                    <a:pt x="106641" y="51944"/>
                  </a:lnTo>
                  <a:lnTo>
                    <a:pt x="116335" y="51925"/>
                  </a:lnTo>
                  <a:lnTo>
                    <a:pt x="126030" y="51905"/>
                  </a:lnTo>
                  <a:lnTo>
                    <a:pt x="135725" y="51885"/>
                  </a:lnTo>
                  <a:lnTo>
                    <a:pt x="145419" y="51864"/>
                  </a:lnTo>
                  <a:lnTo>
                    <a:pt x="155114" y="51842"/>
                  </a:lnTo>
                  <a:lnTo>
                    <a:pt x="164809" y="51820"/>
                  </a:lnTo>
                  <a:lnTo>
                    <a:pt x="174503" y="51797"/>
                  </a:lnTo>
                  <a:lnTo>
                    <a:pt x="184198" y="51774"/>
                  </a:lnTo>
                  <a:lnTo>
                    <a:pt x="193893" y="51750"/>
                  </a:lnTo>
                  <a:lnTo>
                    <a:pt x="203587" y="51725"/>
                  </a:lnTo>
                  <a:lnTo>
                    <a:pt x="213282" y="51699"/>
                  </a:lnTo>
                  <a:lnTo>
                    <a:pt x="222977" y="51673"/>
                  </a:lnTo>
                  <a:lnTo>
                    <a:pt x="232671" y="51646"/>
                  </a:lnTo>
                  <a:lnTo>
                    <a:pt x="242366" y="51618"/>
                  </a:lnTo>
                  <a:lnTo>
                    <a:pt x="252061" y="51590"/>
                  </a:lnTo>
                  <a:lnTo>
                    <a:pt x="261755" y="51561"/>
                  </a:lnTo>
                  <a:lnTo>
                    <a:pt x="271450" y="51531"/>
                  </a:lnTo>
                  <a:lnTo>
                    <a:pt x="281145" y="51501"/>
                  </a:lnTo>
                  <a:lnTo>
                    <a:pt x="290839" y="51470"/>
                  </a:lnTo>
                  <a:lnTo>
                    <a:pt x="300534" y="51438"/>
                  </a:lnTo>
                  <a:lnTo>
                    <a:pt x="310229" y="51405"/>
                  </a:lnTo>
                  <a:lnTo>
                    <a:pt x="319923" y="51372"/>
                  </a:lnTo>
                  <a:lnTo>
                    <a:pt x="329618" y="51338"/>
                  </a:lnTo>
                  <a:lnTo>
                    <a:pt x="339313" y="51303"/>
                  </a:lnTo>
                  <a:lnTo>
                    <a:pt x="349007" y="51267"/>
                  </a:lnTo>
                  <a:lnTo>
                    <a:pt x="358702" y="51230"/>
                  </a:lnTo>
                  <a:lnTo>
                    <a:pt x="368397" y="51193"/>
                  </a:lnTo>
                  <a:lnTo>
                    <a:pt x="378091" y="51155"/>
                  </a:lnTo>
                  <a:lnTo>
                    <a:pt x="387786" y="51115"/>
                  </a:lnTo>
                  <a:lnTo>
                    <a:pt x="397481" y="51075"/>
                  </a:lnTo>
                  <a:lnTo>
                    <a:pt x="407175" y="51034"/>
                  </a:lnTo>
                  <a:lnTo>
                    <a:pt x="416870" y="50991"/>
                  </a:lnTo>
                  <a:lnTo>
                    <a:pt x="426565" y="50947"/>
                  </a:lnTo>
                  <a:lnTo>
                    <a:pt x="436259" y="50902"/>
                  </a:lnTo>
                  <a:lnTo>
                    <a:pt x="445954" y="50856"/>
                  </a:lnTo>
                  <a:lnTo>
                    <a:pt x="455649" y="50807"/>
                  </a:lnTo>
                  <a:lnTo>
                    <a:pt x="465343" y="50757"/>
                  </a:lnTo>
                  <a:lnTo>
                    <a:pt x="475038" y="50706"/>
                  </a:lnTo>
                  <a:lnTo>
                    <a:pt x="484733" y="50652"/>
                  </a:lnTo>
                  <a:lnTo>
                    <a:pt x="494427" y="50596"/>
                  </a:lnTo>
                  <a:lnTo>
                    <a:pt x="504122" y="50538"/>
                  </a:lnTo>
                  <a:lnTo>
                    <a:pt x="513817" y="50477"/>
                  </a:lnTo>
                  <a:lnTo>
                    <a:pt x="523511" y="50414"/>
                  </a:lnTo>
                  <a:lnTo>
                    <a:pt x="533206" y="50349"/>
                  </a:lnTo>
                  <a:lnTo>
                    <a:pt x="542901" y="50280"/>
                  </a:lnTo>
                  <a:lnTo>
                    <a:pt x="552595" y="50209"/>
                  </a:lnTo>
                  <a:lnTo>
                    <a:pt x="562290" y="50135"/>
                  </a:lnTo>
                  <a:lnTo>
                    <a:pt x="571985" y="50057"/>
                  </a:lnTo>
                  <a:lnTo>
                    <a:pt x="581679" y="49976"/>
                  </a:lnTo>
                  <a:lnTo>
                    <a:pt x="591374" y="49892"/>
                  </a:lnTo>
                  <a:lnTo>
                    <a:pt x="601069" y="49804"/>
                  </a:lnTo>
                  <a:lnTo>
                    <a:pt x="610763" y="49713"/>
                  </a:lnTo>
                  <a:lnTo>
                    <a:pt x="620458" y="49618"/>
                  </a:lnTo>
                  <a:lnTo>
                    <a:pt x="630153" y="49518"/>
                  </a:lnTo>
                  <a:lnTo>
                    <a:pt x="639847" y="49415"/>
                  </a:lnTo>
                  <a:lnTo>
                    <a:pt x="649542" y="49307"/>
                  </a:lnTo>
                  <a:lnTo>
                    <a:pt x="659237" y="49196"/>
                  </a:lnTo>
                  <a:lnTo>
                    <a:pt x="668931" y="49080"/>
                  </a:lnTo>
                  <a:lnTo>
                    <a:pt x="678626" y="48960"/>
                  </a:lnTo>
                  <a:lnTo>
                    <a:pt x="688321" y="48836"/>
                  </a:lnTo>
                  <a:lnTo>
                    <a:pt x="698015" y="48708"/>
                  </a:lnTo>
                  <a:lnTo>
                    <a:pt x="707710" y="48575"/>
                  </a:lnTo>
                  <a:lnTo>
                    <a:pt x="717405" y="48437"/>
                  </a:lnTo>
                  <a:lnTo>
                    <a:pt x="727099" y="48294"/>
                  </a:lnTo>
                  <a:lnTo>
                    <a:pt x="736794" y="48147"/>
                  </a:lnTo>
                  <a:lnTo>
                    <a:pt x="746489" y="47995"/>
                  </a:lnTo>
                  <a:lnTo>
                    <a:pt x="756183" y="47839"/>
                  </a:lnTo>
                  <a:lnTo>
                    <a:pt x="765878" y="47677"/>
                  </a:lnTo>
                  <a:lnTo>
                    <a:pt x="775573" y="47510"/>
                  </a:lnTo>
                  <a:lnTo>
                    <a:pt x="785267" y="47338"/>
                  </a:lnTo>
                  <a:lnTo>
                    <a:pt x="794962" y="47160"/>
                  </a:lnTo>
                  <a:lnTo>
                    <a:pt x="804657" y="46978"/>
                  </a:lnTo>
                  <a:lnTo>
                    <a:pt x="814351" y="46790"/>
                  </a:lnTo>
                  <a:lnTo>
                    <a:pt x="824046" y="46597"/>
                  </a:lnTo>
                  <a:lnTo>
                    <a:pt x="833741" y="46399"/>
                  </a:lnTo>
                  <a:lnTo>
                    <a:pt x="843435" y="46195"/>
                  </a:lnTo>
                  <a:lnTo>
                    <a:pt x="853130" y="45985"/>
                  </a:lnTo>
                  <a:lnTo>
                    <a:pt x="862825" y="45770"/>
                  </a:lnTo>
                  <a:lnTo>
                    <a:pt x="872519" y="45549"/>
                  </a:lnTo>
                  <a:lnTo>
                    <a:pt x="882214" y="45322"/>
                  </a:lnTo>
                  <a:lnTo>
                    <a:pt x="891909" y="45090"/>
                  </a:lnTo>
                  <a:lnTo>
                    <a:pt x="901603" y="44852"/>
                  </a:lnTo>
                  <a:lnTo>
                    <a:pt x="911298" y="44607"/>
                  </a:lnTo>
                  <a:lnTo>
                    <a:pt x="920993" y="44355"/>
                  </a:lnTo>
                  <a:lnTo>
                    <a:pt x="930687" y="44097"/>
                  </a:lnTo>
                  <a:lnTo>
                    <a:pt x="940382" y="43833"/>
                  </a:lnTo>
                  <a:lnTo>
                    <a:pt x="950077" y="43562"/>
                  </a:lnTo>
                  <a:lnTo>
                    <a:pt x="959771" y="43285"/>
                  </a:lnTo>
                  <a:lnTo>
                    <a:pt x="969466" y="43000"/>
                  </a:lnTo>
                  <a:lnTo>
                    <a:pt x="979161" y="42709"/>
                  </a:lnTo>
                  <a:lnTo>
                    <a:pt x="988855" y="42408"/>
                  </a:lnTo>
                  <a:lnTo>
                    <a:pt x="998550" y="42101"/>
                  </a:lnTo>
                  <a:lnTo>
                    <a:pt x="1008245" y="41785"/>
                  </a:lnTo>
                  <a:lnTo>
                    <a:pt x="1017939" y="41461"/>
                  </a:lnTo>
                  <a:lnTo>
                    <a:pt x="1027634" y="41129"/>
                  </a:lnTo>
                  <a:lnTo>
                    <a:pt x="1037329" y="40788"/>
                  </a:lnTo>
                  <a:lnTo>
                    <a:pt x="1047023" y="40438"/>
                  </a:lnTo>
                  <a:lnTo>
                    <a:pt x="1056718" y="40076"/>
                  </a:lnTo>
                  <a:lnTo>
                    <a:pt x="1066413" y="39705"/>
                  </a:lnTo>
                  <a:lnTo>
                    <a:pt x="1076107" y="39323"/>
                  </a:lnTo>
                  <a:lnTo>
                    <a:pt x="1085802" y="38932"/>
                  </a:lnTo>
                  <a:lnTo>
                    <a:pt x="1095497" y="38530"/>
                  </a:lnTo>
                  <a:lnTo>
                    <a:pt x="1105191" y="38117"/>
                  </a:lnTo>
                  <a:lnTo>
                    <a:pt x="1114886" y="37695"/>
                  </a:lnTo>
                  <a:lnTo>
                    <a:pt x="1124581" y="37260"/>
                  </a:lnTo>
                  <a:lnTo>
                    <a:pt x="1134275" y="36814"/>
                  </a:lnTo>
                  <a:lnTo>
                    <a:pt x="1143970" y="36357"/>
                  </a:lnTo>
                  <a:lnTo>
                    <a:pt x="1153665" y="35890"/>
                  </a:lnTo>
                  <a:lnTo>
                    <a:pt x="1163359" y="35413"/>
                  </a:lnTo>
                  <a:lnTo>
                    <a:pt x="1173054" y="34926"/>
                  </a:lnTo>
                  <a:lnTo>
                    <a:pt x="1182749" y="34429"/>
                  </a:lnTo>
                  <a:lnTo>
                    <a:pt x="1192443" y="33922"/>
                  </a:lnTo>
                  <a:lnTo>
                    <a:pt x="1202138" y="33404"/>
                  </a:lnTo>
                  <a:lnTo>
                    <a:pt x="1211833" y="32878"/>
                  </a:lnTo>
                  <a:lnTo>
                    <a:pt x="1221527" y="32344"/>
                  </a:lnTo>
                  <a:lnTo>
                    <a:pt x="1231222" y="31804"/>
                  </a:lnTo>
                  <a:lnTo>
                    <a:pt x="1240917" y="31257"/>
                  </a:lnTo>
                  <a:lnTo>
                    <a:pt x="1250611" y="30704"/>
                  </a:lnTo>
                  <a:lnTo>
                    <a:pt x="1260306" y="30147"/>
                  </a:lnTo>
                  <a:lnTo>
                    <a:pt x="1270001" y="29584"/>
                  </a:lnTo>
                  <a:lnTo>
                    <a:pt x="1279695" y="29019"/>
                  </a:lnTo>
                  <a:lnTo>
                    <a:pt x="1289390" y="28451"/>
                  </a:lnTo>
                  <a:lnTo>
                    <a:pt x="1299085" y="27882"/>
                  </a:lnTo>
                  <a:lnTo>
                    <a:pt x="1308779" y="27312"/>
                  </a:lnTo>
                  <a:lnTo>
                    <a:pt x="1318474" y="26743"/>
                  </a:lnTo>
                  <a:lnTo>
                    <a:pt x="1328169" y="26174"/>
                  </a:lnTo>
                  <a:lnTo>
                    <a:pt x="1337863" y="25608"/>
                  </a:lnTo>
                  <a:lnTo>
                    <a:pt x="1347558" y="25046"/>
                  </a:lnTo>
                  <a:lnTo>
                    <a:pt x="1357253" y="24487"/>
                  </a:lnTo>
                  <a:lnTo>
                    <a:pt x="1366947" y="23933"/>
                  </a:lnTo>
                  <a:lnTo>
                    <a:pt x="1376642" y="23384"/>
                  </a:lnTo>
                  <a:lnTo>
                    <a:pt x="1386337" y="22841"/>
                  </a:lnTo>
                  <a:lnTo>
                    <a:pt x="1396031" y="22304"/>
                  </a:lnTo>
                  <a:lnTo>
                    <a:pt x="1405726" y="21776"/>
                  </a:lnTo>
                  <a:lnTo>
                    <a:pt x="1415421" y="21256"/>
                  </a:lnTo>
                  <a:lnTo>
                    <a:pt x="1425115" y="20744"/>
                  </a:lnTo>
                  <a:lnTo>
                    <a:pt x="1434810" y="20240"/>
                  </a:lnTo>
                  <a:lnTo>
                    <a:pt x="1444505" y="19745"/>
                  </a:lnTo>
                  <a:lnTo>
                    <a:pt x="1454199" y="19260"/>
                  </a:lnTo>
                  <a:lnTo>
                    <a:pt x="1463894" y="18783"/>
                  </a:lnTo>
                  <a:lnTo>
                    <a:pt x="1473589" y="18317"/>
                  </a:lnTo>
                  <a:lnTo>
                    <a:pt x="1483283" y="17862"/>
                  </a:lnTo>
                  <a:lnTo>
                    <a:pt x="1492978" y="17417"/>
                  </a:lnTo>
                  <a:lnTo>
                    <a:pt x="1502673" y="16981"/>
                  </a:lnTo>
                  <a:lnTo>
                    <a:pt x="1512367" y="16555"/>
                  </a:lnTo>
                  <a:lnTo>
                    <a:pt x="1522062" y="16137"/>
                  </a:lnTo>
                  <a:lnTo>
                    <a:pt x="1531757" y="15728"/>
                  </a:lnTo>
                  <a:lnTo>
                    <a:pt x="1541451" y="15329"/>
                  </a:lnTo>
                  <a:lnTo>
                    <a:pt x="1551146" y="14938"/>
                  </a:lnTo>
                  <a:lnTo>
                    <a:pt x="1560841" y="14555"/>
                  </a:lnTo>
                  <a:lnTo>
                    <a:pt x="1570535" y="14179"/>
                  </a:lnTo>
                  <a:lnTo>
                    <a:pt x="1580230" y="13811"/>
                  </a:lnTo>
                  <a:lnTo>
                    <a:pt x="1589925" y="13448"/>
                  </a:lnTo>
                  <a:lnTo>
                    <a:pt x="1599619" y="13092"/>
                  </a:lnTo>
                  <a:lnTo>
                    <a:pt x="1609314" y="12742"/>
                  </a:lnTo>
                  <a:lnTo>
                    <a:pt x="1619009" y="12397"/>
                  </a:lnTo>
                  <a:lnTo>
                    <a:pt x="1628703" y="12057"/>
                  </a:lnTo>
                  <a:lnTo>
                    <a:pt x="1638398" y="11721"/>
                  </a:lnTo>
                  <a:lnTo>
                    <a:pt x="1648093" y="11389"/>
                  </a:lnTo>
                  <a:lnTo>
                    <a:pt x="1657787" y="11060"/>
                  </a:lnTo>
                  <a:lnTo>
                    <a:pt x="1667482" y="10734"/>
                  </a:lnTo>
                  <a:lnTo>
                    <a:pt x="1677177" y="10410"/>
                  </a:lnTo>
                  <a:lnTo>
                    <a:pt x="1686871" y="10089"/>
                  </a:lnTo>
                  <a:lnTo>
                    <a:pt x="1696566" y="9770"/>
                  </a:lnTo>
                  <a:lnTo>
                    <a:pt x="1706261" y="9453"/>
                  </a:lnTo>
                  <a:lnTo>
                    <a:pt x="1715955" y="9137"/>
                  </a:lnTo>
                  <a:lnTo>
                    <a:pt x="1725650" y="8823"/>
                  </a:lnTo>
                  <a:lnTo>
                    <a:pt x="1735345" y="8510"/>
                  </a:lnTo>
                  <a:lnTo>
                    <a:pt x="1745039" y="8199"/>
                  </a:lnTo>
                  <a:lnTo>
                    <a:pt x="1754734" y="7890"/>
                  </a:lnTo>
                  <a:lnTo>
                    <a:pt x="1764429" y="7583"/>
                  </a:lnTo>
                  <a:lnTo>
                    <a:pt x="1774123" y="7277"/>
                  </a:lnTo>
                  <a:lnTo>
                    <a:pt x="1783818" y="6973"/>
                  </a:lnTo>
                  <a:lnTo>
                    <a:pt x="1793512" y="6672"/>
                  </a:lnTo>
                  <a:lnTo>
                    <a:pt x="1803207" y="6373"/>
                  </a:lnTo>
                  <a:lnTo>
                    <a:pt x="1812902" y="6076"/>
                  </a:lnTo>
                  <a:lnTo>
                    <a:pt x="1822596" y="5783"/>
                  </a:lnTo>
                  <a:lnTo>
                    <a:pt x="1832291" y="5493"/>
                  </a:lnTo>
                  <a:lnTo>
                    <a:pt x="1841986" y="5206"/>
                  </a:lnTo>
                  <a:lnTo>
                    <a:pt x="1851680" y="4924"/>
                  </a:lnTo>
                  <a:lnTo>
                    <a:pt x="1861375" y="4646"/>
                  </a:lnTo>
                  <a:lnTo>
                    <a:pt x="1871070" y="4372"/>
                  </a:lnTo>
                  <a:lnTo>
                    <a:pt x="1880764" y="4103"/>
                  </a:lnTo>
                  <a:lnTo>
                    <a:pt x="1890459" y="3839"/>
                  </a:lnTo>
                  <a:lnTo>
                    <a:pt x="1900154" y="3582"/>
                  </a:lnTo>
                  <a:lnTo>
                    <a:pt x="1909848" y="3332"/>
                  </a:lnTo>
                  <a:lnTo>
                    <a:pt x="1919543" y="3088"/>
                  </a:lnTo>
                  <a:lnTo>
                    <a:pt x="1929238" y="2851"/>
                  </a:lnTo>
                  <a:lnTo>
                    <a:pt x="1938932" y="2622"/>
                  </a:lnTo>
                  <a:lnTo>
                    <a:pt x="1948627" y="2400"/>
                  </a:lnTo>
                  <a:lnTo>
                    <a:pt x="1958322" y="2186"/>
                  </a:lnTo>
                  <a:lnTo>
                    <a:pt x="1968016" y="1982"/>
                  </a:lnTo>
                  <a:lnTo>
                    <a:pt x="1977711" y="1787"/>
                  </a:lnTo>
                  <a:lnTo>
                    <a:pt x="1987406" y="1601"/>
                  </a:lnTo>
                  <a:lnTo>
                    <a:pt x="1997100" y="1424"/>
                  </a:lnTo>
                  <a:lnTo>
                    <a:pt x="2006795" y="1257"/>
                  </a:lnTo>
                  <a:lnTo>
                    <a:pt x="2016490" y="1100"/>
                  </a:lnTo>
                  <a:lnTo>
                    <a:pt x="2026184" y="953"/>
                  </a:lnTo>
                  <a:lnTo>
                    <a:pt x="2035879" y="818"/>
                  </a:lnTo>
                  <a:lnTo>
                    <a:pt x="2045574" y="693"/>
                  </a:lnTo>
                  <a:lnTo>
                    <a:pt x="2055268" y="580"/>
                  </a:lnTo>
                  <a:lnTo>
                    <a:pt x="2064963" y="477"/>
                  </a:lnTo>
                  <a:lnTo>
                    <a:pt x="2074658" y="385"/>
                  </a:lnTo>
                  <a:lnTo>
                    <a:pt x="2084352" y="303"/>
                  </a:lnTo>
                  <a:lnTo>
                    <a:pt x="2094047" y="231"/>
                  </a:lnTo>
                  <a:lnTo>
                    <a:pt x="2103742" y="170"/>
                  </a:lnTo>
                  <a:lnTo>
                    <a:pt x="2113436" y="120"/>
                  </a:lnTo>
                  <a:lnTo>
                    <a:pt x="2123131" y="78"/>
                  </a:lnTo>
                  <a:lnTo>
                    <a:pt x="2132826" y="46"/>
                  </a:lnTo>
                  <a:lnTo>
                    <a:pt x="2142520" y="22"/>
                  </a:lnTo>
                  <a:lnTo>
                    <a:pt x="2152215" y="7"/>
                  </a:lnTo>
                  <a:lnTo>
                    <a:pt x="2161910" y="0"/>
                  </a:lnTo>
                  <a:lnTo>
                    <a:pt x="2171604" y="0"/>
                  </a:lnTo>
                  <a:lnTo>
                    <a:pt x="2181299" y="8"/>
                  </a:lnTo>
                  <a:lnTo>
                    <a:pt x="2190994" y="23"/>
                  </a:lnTo>
                  <a:lnTo>
                    <a:pt x="2200688" y="43"/>
                  </a:lnTo>
                  <a:lnTo>
                    <a:pt x="2210383" y="70"/>
                  </a:lnTo>
                  <a:lnTo>
                    <a:pt x="2220078" y="101"/>
                  </a:lnTo>
                  <a:lnTo>
                    <a:pt x="2229772" y="137"/>
                  </a:lnTo>
                  <a:lnTo>
                    <a:pt x="2239467" y="178"/>
                  </a:lnTo>
                  <a:lnTo>
                    <a:pt x="2249162" y="223"/>
                  </a:lnTo>
                  <a:lnTo>
                    <a:pt x="2258856" y="272"/>
                  </a:lnTo>
                  <a:lnTo>
                    <a:pt x="2268551" y="325"/>
                  </a:lnTo>
                  <a:lnTo>
                    <a:pt x="2278246" y="381"/>
                  </a:lnTo>
                  <a:lnTo>
                    <a:pt x="2287940" y="441"/>
                  </a:lnTo>
                  <a:lnTo>
                    <a:pt x="2297635" y="503"/>
                  </a:lnTo>
                  <a:lnTo>
                    <a:pt x="2307330" y="569"/>
                  </a:lnTo>
                  <a:lnTo>
                    <a:pt x="2317024" y="638"/>
                  </a:lnTo>
                  <a:lnTo>
                    <a:pt x="2326719" y="711"/>
                  </a:lnTo>
                  <a:lnTo>
                    <a:pt x="2336414" y="786"/>
                  </a:lnTo>
                  <a:lnTo>
                    <a:pt x="2346108" y="865"/>
                  </a:lnTo>
                  <a:lnTo>
                    <a:pt x="2355803" y="947"/>
                  </a:lnTo>
                  <a:lnTo>
                    <a:pt x="2365498" y="1032"/>
                  </a:lnTo>
                  <a:lnTo>
                    <a:pt x="2375192" y="1120"/>
                  </a:lnTo>
                  <a:lnTo>
                    <a:pt x="2384887" y="1212"/>
                  </a:lnTo>
                  <a:lnTo>
                    <a:pt x="2394582" y="1308"/>
                  </a:lnTo>
                  <a:lnTo>
                    <a:pt x="2404276" y="1406"/>
                  </a:lnTo>
                  <a:lnTo>
                    <a:pt x="2413971" y="1508"/>
                  </a:lnTo>
                  <a:lnTo>
                    <a:pt x="2423666" y="1612"/>
                  </a:lnTo>
                  <a:lnTo>
                    <a:pt x="2433360" y="1719"/>
                  </a:lnTo>
                  <a:lnTo>
                    <a:pt x="2443055" y="1829"/>
                  </a:lnTo>
                  <a:lnTo>
                    <a:pt x="2452750" y="1942"/>
                  </a:lnTo>
                  <a:lnTo>
                    <a:pt x="2462444" y="2058"/>
                  </a:lnTo>
                  <a:lnTo>
                    <a:pt x="2472139" y="2176"/>
                  </a:lnTo>
                  <a:lnTo>
                    <a:pt x="2481834" y="2296"/>
                  </a:lnTo>
                  <a:lnTo>
                    <a:pt x="2491528" y="2417"/>
                  </a:lnTo>
                  <a:lnTo>
                    <a:pt x="2501223" y="2540"/>
                  </a:lnTo>
                  <a:lnTo>
                    <a:pt x="2510918" y="2665"/>
                  </a:lnTo>
                  <a:lnTo>
                    <a:pt x="2520612" y="2791"/>
                  </a:lnTo>
                  <a:lnTo>
                    <a:pt x="2530307" y="2918"/>
                  </a:lnTo>
                  <a:lnTo>
                    <a:pt x="2540002" y="3045"/>
                  </a:lnTo>
                  <a:lnTo>
                    <a:pt x="2549696" y="3174"/>
                  </a:lnTo>
                  <a:lnTo>
                    <a:pt x="2559391" y="3303"/>
                  </a:lnTo>
                  <a:lnTo>
                    <a:pt x="2569086" y="3433"/>
                  </a:lnTo>
                  <a:lnTo>
                    <a:pt x="2578780" y="3564"/>
                  </a:lnTo>
                  <a:lnTo>
                    <a:pt x="2588475" y="3695"/>
                  </a:lnTo>
                  <a:lnTo>
                    <a:pt x="2598170" y="3828"/>
                  </a:lnTo>
                  <a:lnTo>
                    <a:pt x="2607864" y="3962"/>
                  </a:lnTo>
                  <a:lnTo>
                    <a:pt x="2617559" y="4098"/>
                  </a:lnTo>
                  <a:lnTo>
                    <a:pt x="2627254" y="4236"/>
                  </a:lnTo>
                  <a:lnTo>
                    <a:pt x="2636948" y="4377"/>
                  </a:lnTo>
                  <a:lnTo>
                    <a:pt x="2646643" y="4521"/>
                  </a:lnTo>
                  <a:lnTo>
                    <a:pt x="2656338" y="4668"/>
                  </a:lnTo>
                  <a:lnTo>
                    <a:pt x="2666032" y="4820"/>
                  </a:lnTo>
                  <a:lnTo>
                    <a:pt x="2675727" y="4977"/>
                  </a:lnTo>
                  <a:lnTo>
                    <a:pt x="2685422" y="5139"/>
                  </a:lnTo>
                  <a:lnTo>
                    <a:pt x="2695116" y="5307"/>
                  </a:lnTo>
                  <a:lnTo>
                    <a:pt x="2704811" y="5481"/>
                  </a:lnTo>
                  <a:lnTo>
                    <a:pt x="2714506" y="5662"/>
                  </a:lnTo>
                  <a:lnTo>
                    <a:pt x="2724200" y="5850"/>
                  </a:lnTo>
                  <a:lnTo>
                    <a:pt x="2733895" y="6048"/>
                  </a:lnTo>
                  <a:lnTo>
                    <a:pt x="2743590" y="6254"/>
                  </a:lnTo>
                  <a:lnTo>
                    <a:pt x="2753284" y="6469"/>
                  </a:lnTo>
                  <a:lnTo>
                    <a:pt x="2762979" y="6693"/>
                  </a:lnTo>
                  <a:lnTo>
                    <a:pt x="2772674" y="6927"/>
                  </a:lnTo>
                  <a:lnTo>
                    <a:pt x="2782368" y="7170"/>
                  </a:lnTo>
                  <a:lnTo>
                    <a:pt x="2792063" y="7423"/>
                  </a:lnTo>
                  <a:lnTo>
                    <a:pt x="2801758" y="7686"/>
                  </a:lnTo>
                  <a:lnTo>
                    <a:pt x="2811452" y="7958"/>
                  </a:lnTo>
                  <a:lnTo>
                    <a:pt x="2821147" y="8240"/>
                  </a:lnTo>
                  <a:lnTo>
                    <a:pt x="2830842" y="8530"/>
                  </a:lnTo>
                  <a:lnTo>
                    <a:pt x="2840536" y="8828"/>
                  </a:lnTo>
                  <a:lnTo>
                    <a:pt x="2850231" y="9135"/>
                  </a:lnTo>
                  <a:lnTo>
                    <a:pt x="2859926" y="9448"/>
                  </a:lnTo>
                  <a:lnTo>
                    <a:pt x="2869620" y="9768"/>
                  </a:lnTo>
                  <a:lnTo>
                    <a:pt x="2879315" y="10096"/>
                  </a:lnTo>
                  <a:lnTo>
                    <a:pt x="2889010" y="10428"/>
                  </a:lnTo>
                  <a:lnTo>
                    <a:pt x="2898704" y="10765"/>
                  </a:lnTo>
                  <a:lnTo>
                    <a:pt x="2908399" y="11107"/>
                  </a:lnTo>
                  <a:lnTo>
                    <a:pt x="2918094" y="11452"/>
                  </a:lnTo>
                  <a:lnTo>
                    <a:pt x="2927788" y="11799"/>
                  </a:lnTo>
                  <a:lnTo>
                    <a:pt x="2937483" y="12149"/>
                  </a:lnTo>
                  <a:lnTo>
                    <a:pt x="2947178" y="12500"/>
                  </a:lnTo>
                  <a:lnTo>
                    <a:pt x="2956872" y="12852"/>
                  </a:lnTo>
                  <a:lnTo>
                    <a:pt x="2966567" y="13204"/>
                  </a:lnTo>
                  <a:lnTo>
                    <a:pt x="2976262" y="13557"/>
                  </a:lnTo>
                  <a:lnTo>
                    <a:pt x="2985956" y="13908"/>
                  </a:lnTo>
                  <a:lnTo>
                    <a:pt x="2995651" y="14259"/>
                  </a:lnTo>
                  <a:lnTo>
                    <a:pt x="3005346" y="14609"/>
                  </a:lnTo>
                  <a:lnTo>
                    <a:pt x="3015040" y="14957"/>
                  </a:lnTo>
                  <a:lnTo>
                    <a:pt x="3024735" y="15304"/>
                  </a:lnTo>
                  <a:lnTo>
                    <a:pt x="3034430" y="15649"/>
                  </a:lnTo>
                  <a:lnTo>
                    <a:pt x="3044124" y="15993"/>
                  </a:lnTo>
                  <a:lnTo>
                    <a:pt x="3053819" y="16336"/>
                  </a:lnTo>
                  <a:lnTo>
                    <a:pt x="3063514" y="16677"/>
                  </a:lnTo>
                  <a:lnTo>
                    <a:pt x="3073208" y="17018"/>
                  </a:lnTo>
                  <a:lnTo>
                    <a:pt x="3082903" y="17358"/>
                  </a:lnTo>
                  <a:lnTo>
                    <a:pt x="3092598" y="17697"/>
                  </a:lnTo>
                  <a:lnTo>
                    <a:pt x="3102292" y="18036"/>
                  </a:lnTo>
                  <a:lnTo>
                    <a:pt x="3111987" y="18376"/>
                  </a:lnTo>
                  <a:lnTo>
                    <a:pt x="3121682" y="18717"/>
                  </a:lnTo>
                  <a:lnTo>
                    <a:pt x="3131376" y="19058"/>
                  </a:lnTo>
                  <a:lnTo>
                    <a:pt x="3141071" y="19402"/>
                  </a:lnTo>
                  <a:lnTo>
                    <a:pt x="3150766" y="19747"/>
                  </a:lnTo>
                  <a:lnTo>
                    <a:pt x="3160460" y="20095"/>
                  </a:lnTo>
                  <a:lnTo>
                    <a:pt x="3170155" y="20445"/>
                  </a:lnTo>
                  <a:lnTo>
                    <a:pt x="3179850" y="20798"/>
                  </a:lnTo>
                  <a:lnTo>
                    <a:pt x="3189544" y="21155"/>
                  </a:lnTo>
                  <a:lnTo>
                    <a:pt x="3199239" y="21516"/>
                  </a:lnTo>
                  <a:lnTo>
                    <a:pt x="3208934" y="21880"/>
                  </a:lnTo>
                  <a:lnTo>
                    <a:pt x="3218628" y="22249"/>
                  </a:lnTo>
                  <a:lnTo>
                    <a:pt x="3228323" y="22623"/>
                  </a:lnTo>
                  <a:lnTo>
                    <a:pt x="3238018" y="23001"/>
                  </a:lnTo>
                  <a:lnTo>
                    <a:pt x="3247712" y="23383"/>
                  </a:lnTo>
                  <a:lnTo>
                    <a:pt x="3257407" y="23769"/>
                  </a:lnTo>
                  <a:lnTo>
                    <a:pt x="3267102" y="24159"/>
                  </a:lnTo>
                  <a:lnTo>
                    <a:pt x="3276796" y="24554"/>
                  </a:lnTo>
                  <a:lnTo>
                    <a:pt x="3286491" y="24953"/>
                  </a:lnTo>
                  <a:lnTo>
                    <a:pt x="3296186" y="25356"/>
                  </a:lnTo>
                  <a:lnTo>
                    <a:pt x="3305880" y="25762"/>
                  </a:lnTo>
                  <a:lnTo>
                    <a:pt x="3315575" y="26172"/>
                  </a:lnTo>
                  <a:lnTo>
                    <a:pt x="3325270" y="26584"/>
                  </a:lnTo>
                  <a:lnTo>
                    <a:pt x="3334964" y="26999"/>
                  </a:lnTo>
                  <a:lnTo>
                    <a:pt x="3344659" y="27417"/>
                  </a:lnTo>
                  <a:lnTo>
                    <a:pt x="3354354" y="27836"/>
                  </a:lnTo>
                  <a:lnTo>
                    <a:pt x="3364048" y="28256"/>
                  </a:lnTo>
                  <a:lnTo>
                    <a:pt x="3373743" y="28678"/>
                  </a:lnTo>
                  <a:lnTo>
                    <a:pt x="3383438" y="29100"/>
                  </a:lnTo>
                  <a:lnTo>
                    <a:pt x="3393132" y="29521"/>
                  </a:lnTo>
                  <a:lnTo>
                    <a:pt x="3402827" y="29942"/>
                  </a:lnTo>
                  <a:lnTo>
                    <a:pt x="3412522" y="30362"/>
                  </a:lnTo>
                  <a:lnTo>
                    <a:pt x="3422216" y="30781"/>
                  </a:lnTo>
                  <a:lnTo>
                    <a:pt x="3431911" y="31198"/>
                  </a:lnTo>
                  <a:lnTo>
                    <a:pt x="3441606" y="31613"/>
                  </a:lnTo>
                  <a:lnTo>
                    <a:pt x="3451300" y="32025"/>
                  </a:lnTo>
                  <a:lnTo>
                    <a:pt x="3460995" y="32434"/>
                  </a:lnTo>
                  <a:lnTo>
                    <a:pt x="3470690" y="32840"/>
                  </a:lnTo>
                  <a:lnTo>
                    <a:pt x="3480384" y="33242"/>
                  </a:lnTo>
                  <a:lnTo>
                    <a:pt x="3490079" y="33640"/>
                  </a:lnTo>
                  <a:lnTo>
                    <a:pt x="3499774" y="34034"/>
                  </a:lnTo>
                  <a:lnTo>
                    <a:pt x="3509468" y="34423"/>
                  </a:lnTo>
                  <a:lnTo>
                    <a:pt x="3519163" y="34808"/>
                  </a:lnTo>
                  <a:lnTo>
                    <a:pt x="3528858" y="35188"/>
                  </a:lnTo>
                  <a:lnTo>
                    <a:pt x="3538552" y="35563"/>
                  </a:lnTo>
                  <a:lnTo>
                    <a:pt x="3548247" y="35934"/>
                  </a:lnTo>
                  <a:lnTo>
                    <a:pt x="3557941" y="36299"/>
                  </a:lnTo>
                  <a:lnTo>
                    <a:pt x="3567636" y="36660"/>
                  </a:lnTo>
                  <a:lnTo>
                    <a:pt x="3577331" y="37014"/>
                  </a:lnTo>
                  <a:lnTo>
                    <a:pt x="3587025" y="37364"/>
                  </a:lnTo>
                  <a:lnTo>
                    <a:pt x="3596720" y="37708"/>
                  </a:lnTo>
                  <a:lnTo>
                    <a:pt x="3606415" y="38048"/>
                  </a:lnTo>
                  <a:lnTo>
                    <a:pt x="3616109" y="38382"/>
                  </a:lnTo>
                  <a:lnTo>
                    <a:pt x="3625804" y="38711"/>
                  </a:lnTo>
                  <a:lnTo>
                    <a:pt x="3635499" y="39034"/>
                  </a:lnTo>
                  <a:lnTo>
                    <a:pt x="3645193" y="39351"/>
                  </a:lnTo>
                  <a:lnTo>
                    <a:pt x="3654888" y="39663"/>
                  </a:lnTo>
                  <a:lnTo>
                    <a:pt x="3664583" y="39969"/>
                  </a:lnTo>
                  <a:lnTo>
                    <a:pt x="3674277" y="40270"/>
                  </a:lnTo>
                  <a:lnTo>
                    <a:pt x="3683972" y="40566"/>
                  </a:lnTo>
                  <a:lnTo>
                    <a:pt x="3693667" y="40857"/>
                  </a:lnTo>
                  <a:lnTo>
                    <a:pt x="3703361" y="41142"/>
                  </a:lnTo>
                  <a:lnTo>
                    <a:pt x="3713056" y="41421"/>
                  </a:lnTo>
                  <a:lnTo>
                    <a:pt x="3722751" y="41694"/>
                  </a:lnTo>
                  <a:lnTo>
                    <a:pt x="3732445" y="41961"/>
                  </a:lnTo>
                  <a:lnTo>
                    <a:pt x="3742140" y="42223"/>
                  </a:lnTo>
                  <a:lnTo>
                    <a:pt x="3751835" y="42480"/>
                  </a:lnTo>
                  <a:lnTo>
                    <a:pt x="3761529" y="42730"/>
                  </a:lnTo>
                  <a:lnTo>
                    <a:pt x="3771224" y="42975"/>
                  </a:lnTo>
                  <a:lnTo>
                    <a:pt x="3780919" y="43213"/>
                  </a:lnTo>
                  <a:lnTo>
                    <a:pt x="3790613" y="43445"/>
                  </a:lnTo>
                  <a:lnTo>
                    <a:pt x="3800308" y="43672"/>
                  </a:lnTo>
                  <a:lnTo>
                    <a:pt x="3810003" y="43893"/>
                  </a:lnTo>
                  <a:lnTo>
                    <a:pt x="3819697" y="44109"/>
                  </a:lnTo>
                  <a:lnTo>
                    <a:pt x="3829392" y="44320"/>
                  </a:lnTo>
                  <a:lnTo>
                    <a:pt x="3839087" y="44525"/>
                  </a:lnTo>
                  <a:lnTo>
                    <a:pt x="3848781" y="44726"/>
                  </a:lnTo>
                  <a:lnTo>
                    <a:pt x="3858476" y="44921"/>
                  </a:lnTo>
                  <a:lnTo>
                    <a:pt x="3868171" y="45112"/>
                  </a:lnTo>
                  <a:lnTo>
                    <a:pt x="3877865" y="45300"/>
                  </a:lnTo>
                  <a:lnTo>
                    <a:pt x="3887560" y="45483"/>
                  </a:lnTo>
                  <a:lnTo>
                    <a:pt x="3897255" y="45663"/>
                  </a:lnTo>
                  <a:lnTo>
                    <a:pt x="3906949" y="45839"/>
                  </a:lnTo>
                  <a:lnTo>
                    <a:pt x="3916644" y="46012"/>
                  </a:lnTo>
                  <a:lnTo>
                    <a:pt x="3926339" y="46182"/>
                  </a:lnTo>
                  <a:lnTo>
                    <a:pt x="3936033" y="46350"/>
                  </a:lnTo>
                  <a:lnTo>
                    <a:pt x="3945728" y="46516"/>
                  </a:lnTo>
                  <a:lnTo>
                    <a:pt x="3955423" y="46680"/>
                  </a:lnTo>
                  <a:lnTo>
                    <a:pt x="3965117" y="46843"/>
                  </a:lnTo>
                  <a:lnTo>
                    <a:pt x="3974812" y="47004"/>
                  </a:lnTo>
                  <a:lnTo>
                    <a:pt x="3984507" y="47164"/>
                  </a:lnTo>
                  <a:lnTo>
                    <a:pt x="3994201" y="47323"/>
                  </a:lnTo>
                  <a:lnTo>
                    <a:pt x="4003896" y="47480"/>
                  </a:lnTo>
                  <a:lnTo>
                    <a:pt x="4013591" y="47637"/>
                  </a:lnTo>
                  <a:lnTo>
                    <a:pt x="4023285" y="47793"/>
                  </a:lnTo>
                  <a:lnTo>
                    <a:pt x="4032980" y="47948"/>
                  </a:lnTo>
                  <a:lnTo>
                    <a:pt x="4042675" y="48101"/>
                  </a:lnTo>
                  <a:lnTo>
                    <a:pt x="4052369" y="48254"/>
                  </a:lnTo>
                  <a:lnTo>
                    <a:pt x="4062064" y="48405"/>
                  </a:lnTo>
                  <a:lnTo>
                    <a:pt x="4071759" y="48555"/>
                  </a:lnTo>
                  <a:lnTo>
                    <a:pt x="4081453" y="48703"/>
                  </a:lnTo>
                  <a:lnTo>
                    <a:pt x="4091148" y="48849"/>
                  </a:lnTo>
                  <a:lnTo>
                    <a:pt x="4100843" y="48993"/>
                  </a:lnTo>
                  <a:lnTo>
                    <a:pt x="4110537" y="49135"/>
                  </a:lnTo>
                  <a:lnTo>
                    <a:pt x="4120232" y="49274"/>
                  </a:lnTo>
                  <a:lnTo>
                    <a:pt x="4129927" y="49410"/>
                  </a:lnTo>
                  <a:lnTo>
                    <a:pt x="4139621" y="49544"/>
                  </a:lnTo>
                  <a:lnTo>
                    <a:pt x="4149316" y="49674"/>
                  </a:lnTo>
                  <a:lnTo>
                    <a:pt x="4159011" y="49800"/>
                  </a:lnTo>
                  <a:lnTo>
                    <a:pt x="4168705" y="49923"/>
                  </a:lnTo>
                  <a:lnTo>
                    <a:pt x="4178400" y="50043"/>
                  </a:lnTo>
                  <a:lnTo>
                    <a:pt x="4188095" y="50159"/>
                  </a:lnTo>
                  <a:lnTo>
                    <a:pt x="4197789" y="50270"/>
                  </a:lnTo>
                  <a:lnTo>
                    <a:pt x="4207484" y="50377"/>
                  </a:lnTo>
                  <a:lnTo>
                    <a:pt x="4217179" y="50479"/>
                  </a:lnTo>
                  <a:lnTo>
                    <a:pt x="4226873" y="50577"/>
                  </a:lnTo>
                  <a:lnTo>
                    <a:pt x="4236568" y="50672"/>
                  </a:lnTo>
                  <a:lnTo>
                    <a:pt x="4246263" y="50762"/>
                  </a:lnTo>
                  <a:lnTo>
                    <a:pt x="4255957" y="50848"/>
                  </a:lnTo>
                  <a:lnTo>
                    <a:pt x="4265652" y="50930"/>
                  </a:lnTo>
                  <a:lnTo>
                    <a:pt x="4275347" y="51007"/>
                  </a:lnTo>
                  <a:lnTo>
                    <a:pt x="4285041" y="51081"/>
                  </a:lnTo>
                  <a:lnTo>
                    <a:pt x="4294736" y="51151"/>
                  </a:lnTo>
                  <a:lnTo>
                    <a:pt x="4304431" y="51217"/>
                  </a:lnTo>
                  <a:lnTo>
                    <a:pt x="4314125" y="51280"/>
                  </a:lnTo>
                  <a:lnTo>
                    <a:pt x="4323820" y="51340"/>
                  </a:lnTo>
                  <a:lnTo>
                    <a:pt x="4333515" y="51396"/>
                  </a:lnTo>
                  <a:lnTo>
                    <a:pt x="4343209" y="51449"/>
                  </a:lnTo>
                  <a:lnTo>
                    <a:pt x="4352904" y="51498"/>
                  </a:lnTo>
                  <a:lnTo>
                    <a:pt x="4362599" y="51545"/>
                  </a:lnTo>
                  <a:lnTo>
                    <a:pt x="4372293" y="51589"/>
                  </a:lnTo>
                  <a:lnTo>
                    <a:pt x="4381988" y="51631"/>
                  </a:lnTo>
                  <a:lnTo>
                    <a:pt x="4391683" y="51670"/>
                  </a:lnTo>
                  <a:lnTo>
                    <a:pt x="4401377" y="51707"/>
                  </a:lnTo>
                  <a:lnTo>
                    <a:pt x="4411072" y="51742"/>
                  </a:lnTo>
                  <a:lnTo>
                    <a:pt x="4420767" y="51775"/>
                  </a:lnTo>
                  <a:lnTo>
                    <a:pt x="4430461" y="51806"/>
                  </a:lnTo>
                  <a:lnTo>
                    <a:pt x="4440156" y="51835"/>
                  </a:lnTo>
                  <a:lnTo>
                    <a:pt x="4449851" y="51862"/>
                  </a:lnTo>
                  <a:lnTo>
                    <a:pt x="4459545" y="51888"/>
                  </a:lnTo>
                  <a:lnTo>
                    <a:pt x="4469240" y="51912"/>
                  </a:lnTo>
                  <a:lnTo>
                    <a:pt x="4478935" y="51935"/>
                  </a:lnTo>
                  <a:lnTo>
                    <a:pt x="4488629" y="51956"/>
                  </a:lnTo>
                  <a:lnTo>
                    <a:pt x="4498324" y="51976"/>
                  </a:lnTo>
                  <a:lnTo>
                    <a:pt x="4508019" y="51994"/>
                  </a:lnTo>
                  <a:lnTo>
                    <a:pt x="4517713" y="52011"/>
                  </a:lnTo>
                  <a:lnTo>
                    <a:pt x="4527408" y="52028"/>
                  </a:lnTo>
                  <a:lnTo>
                    <a:pt x="4537103" y="52043"/>
                  </a:lnTo>
                  <a:lnTo>
                    <a:pt x="4546797" y="52057"/>
                  </a:lnTo>
                  <a:lnTo>
                    <a:pt x="4556492" y="52070"/>
                  </a:lnTo>
                  <a:lnTo>
                    <a:pt x="4566187" y="52082"/>
                  </a:lnTo>
                  <a:lnTo>
                    <a:pt x="4575881" y="52094"/>
                  </a:lnTo>
                  <a:lnTo>
                    <a:pt x="4585576" y="52104"/>
                  </a:lnTo>
                  <a:lnTo>
                    <a:pt x="4595271" y="52114"/>
                  </a:lnTo>
                  <a:lnTo>
                    <a:pt x="4604965" y="52123"/>
                  </a:lnTo>
                  <a:lnTo>
                    <a:pt x="4614660" y="52132"/>
                  </a:lnTo>
                  <a:lnTo>
                    <a:pt x="4624355" y="52139"/>
                  </a:lnTo>
                  <a:lnTo>
                    <a:pt x="4634049" y="52146"/>
                  </a:lnTo>
                  <a:lnTo>
                    <a:pt x="4643744" y="52153"/>
                  </a:lnTo>
                  <a:lnTo>
                    <a:pt x="4653439" y="52159"/>
                  </a:lnTo>
                  <a:lnTo>
                    <a:pt x="4663133" y="52164"/>
                  </a:lnTo>
                  <a:lnTo>
                    <a:pt x="4672828" y="52170"/>
                  </a:lnTo>
                  <a:lnTo>
                    <a:pt x="4682523" y="52174"/>
                  </a:lnTo>
                  <a:lnTo>
                    <a:pt x="4692217" y="52179"/>
                  </a:lnTo>
                  <a:lnTo>
                    <a:pt x="4701912" y="52183"/>
                  </a:lnTo>
                  <a:lnTo>
                    <a:pt x="4711607" y="52187"/>
                  </a:lnTo>
                  <a:lnTo>
                    <a:pt x="4721301" y="52190"/>
                  </a:lnTo>
                  <a:lnTo>
                    <a:pt x="4730996" y="52194"/>
                  </a:lnTo>
                  <a:lnTo>
                    <a:pt x="4740691" y="52197"/>
                  </a:lnTo>
                  <a:lnTo>
                    <a:pt x="4750385" y="52200"/>
                  </a:lnTo>
                  <a:lnTo>
                    <a:pt x="4760080" y="52204"/>
                  </a:lnTo>
                  <a:lnTo>
                    <a:pt x="4769775" y="52207"/>
                  </a:lnTo>
                  <a:lnTo>
                    <a:pt x="4779469" y="52210"/>
                  </a:lnTo>
                  <a:lnTo>
                    <a:pt x="4789164" y="52213"/>
                  </a:lnTo>
                  <a:lnTo>
                    <a:pt x="4798859" y="52216"/>
                  </a:lnTo>
                  <a:lnTo>
                    <a:pt x="4808553" y="52219"/>
                  </a:lnTo>
                  <a:lnTo>
                    <a:pt x="4818248" y="52222"/>
                  </a:lnTo>
                  <a:lnTo>
                    <a:pt x="4827943" y="52225"/>
                  </a:lnTo>
                  <a:lnTo>
                    <a:pt x="4837637" y="52228"/>
                  </a:lnTo>
                  <a:lnTo>
                    <a:pt x="4847332" y="52340"/>
                  </a:lnTo>
                  <a:lnTo>
                    <a:pt x="4837637" y="52340"/>
                  </a:lnTo>
                  <a:lnTo>
                    <a:pt x="4827943" y="52340"/>
                  </a:lnTo>
                  <a:lnTo>
                    <a:pt x="4818248" y="52340"/>
                  </a:lnTo>
                  <a:lnTo>
                    <a:pt x="4808553" y="52340"/>
                  </a:lnTo>
                  <a:lnTo>
                    <a:pt x="4798859" y="52340"/>
                  </a:lnTo>
                  <a:lnTo>
                    <a:pt x="4789164" y="52340"/>
                  </a:lnTo>
                  <a:lnTo>
                    <a:pt x="4779469" y="52340"/>
                  </a:lnTo>
                  <a:lnTo>
                    <a:pt x="4769775" y="52340"/>
                  </a:lnTo>
                  <a:lnTo>
                    <a:pt x="4760080" y="52340"/>
                  </a:lnTo>
                  <a:lnTo>
                    <a:pt x="4750385" y="52340"/>
                  </a:lnTo>
                  <a:lnTo>
                    <a:pt x="4740691" y="52340"/>
                  </a:lnTo>
                  <a:lnTo>
                    <a:pt x="4730996" y="52340"/>
                  </a:lnTo>
                  <a:lnTo>
                    <a:pt x="4721301" y="52340"/>
                  </a:lnTo>
                  <a:lnTo>
                    <a:pt x="4711607" y="52340"/>
                  </a:lnTo>
                  <a:lnTo>
                    <a:pt x="4701912" y="52340"/>
                  </a:lnTo>
                  <a:lnTo>
                    <a:pt x="4692217" y="52340"/>
                  </a:lnTo>
                  <a:lnTo>
                    <a:pt x="4682523" y="52340"/>
                  </a:lnTo>
                  <a:lnTo>
                    <a:pt x="4672828" y="52340"/>
                  </a:lnTo>
                  <a:lnTo>
                    <a:pt x="4663133" y="52340"/>
                  </a:lnTo>
                  <a:lnTo>
                    <a:pt x="4653439" y="52340"/>
                  </a:lnTo>
                  <a:lnTo>
                    <a:pt x="4643744" y="52340"/>
                  </a:lnTo>
                  <a:lnTo>
                    <a:pt x="4634049" y="52340"/>
                  </a:lnTo>
                  <a:lnTo>
                    <a:pt x="4624355" y="52340"/>
                  </a:lnTo>
                  <a:lnTo>
                    <a:pt x="4614660" y="52340"/>
                  </a:lnTo>
                  <a:lnTo>
                    <a:pt x="4604965" y="52340"/>
                  </a:lnTo>
                  <a:lnTo>
                    <a:pt x="4595271" y="52340"/>
                  </a:lnTo>
                  <a:lnTo>
                    <a:pt x="4585576" y="52340"/>
                  </a:lnTo>
                  <a:lnTo>
                    <a:pt x="4575881" y="52340"/>
                  </a:lnTo>
                  <a:lnTo>
                    <a:pt x="4566187" y="52340"/>
                  </a:lnTo>
                  <a:lnTo>
                    <a:pt x="4556492" y="52340"/>
                  </a:lnTo>
                  <a:lnTo>
                    <a:pt x="4546797" y="52340"/>
                  </a:lnTo>
                  <a:lnTo>
                    <a:pt x="4537103" y="52340"/>
                  </a:lnTo>
                  <a:lnTo>
                    <a:pt x="4527408" y="52340"/>
                  </a:lnTo>
                  <a:lnTo>
                    <a:pt x="4517713" y="52340"/>
                  </a:lnTo>
                  <a:lnTo>
                    <a:pt x="4508019" y="52340"/>
                  </a:lnTo>
                  <a:lnTo>
                    <a:pt x="4498324" y="52340"/>
                  </a:lnTo>
                  <a:lnTo>
                    <a:pt x="4488629" y="52340"/>
                  </a:lnTo>
                  <a:lnTo>
                    <a:pt x="4478935" y="52340"/>
                  </a:lnTo>
                  <a:lnTo>
                    <a:pt x="4469240" y="52340"/>
                  </a:lnTo>
                  <a:lnTo>
                    <a:pt x="4459545" y="52340"/>
                  </a:lnTo>
                  <a:lnTo>
                    <a:pt x="4449851" y="52340"/>
                  </a:lnTo>
                  <a:lnTo>
                    <a:pt x="4440156" y="52340"/>
                  </a:lnTo>
                  <a:lnTo>
                    <a:pt x="4430461" y="52340"/>
                  </a:lnTo>
                  <a:lnTo>
                    <a:pt x="4420767" y="52340"/>
                  </a:lnTo>
                  <a:lnTo>
                    <a:pt x="4411072" y="52340"/>
                  </a:lnTo>
                  <a:lnTo>
                    <a:pt x="4401377" y="52340"/>
                  </a:lnTo>
                  <a:lnTo>
                    <a:pt x="4391683" y="52340"/>
                  </a:lnTo>
                  <a:lnTo>
                    <a:pt x="4381988" y="52340"/>
                  </a:lnTo>
                  <a:lnTo>
                    <a:pt x="4372293" y="52340"/>
                  </a:lnTo>
                  <a:lnTo>
                    <a:pt x="4362599" y="52340"/>
                  </a:lnTo>
                  <a:lnTo>
                    <a:pt x="4352904" y="52340"/>
                  </a:lnTo>
                  <a:lnTo>
                    <a:pt x="4343209" y="52340"/>
                  </a:lnTo>
                  <a:lnTo>
                    <a:pt x="4333515" y="52340"/>
                  </a:lnTo>
                  <a:lnTo>
                    <a:pt x="4323820" y="52340"/>
                  </a:lnTo>
                  <a:lnTo>
                    <a:pt x="4314125" y="52340"/>
                  </a:lnTo>
                  <a:lnTo>
                    <a:pt x="4304431" y="52340"/>
                  </a:lnTo>
                  <a:lnTo>
                    <a:pt x="4294736" y="52340"/>
                  </a:lnTo>
                  <a:lnTo>
                    <a:pt x="4285041" y="52340"/>
                  </a:lnTo>
                  <a:lnTo>
                    <a:pt x="4275347" y="52340"/>
                  </a:lnTo>
                  <a:lnTo>
                    <a:pt x="4265652" y="52340"/>
                  </a:lnTo>
                  <a:lnTo>
                    <a:pt x="4255957" y="52340"/>
                  </a:lnTo>
                  <a:lnTo>
                    <a:pt x="4246263" y="52340"/>
                  </a:lnTo>
                  <a:lnTo>
                    <a:pt x="4236568" y="52340"/>
                  </a:lnTo>
                  <a:lnTo>
                    <a:pt x="4226873" y="52340"/>
                  </a:lnTo>
                  <a:lnTo>
                    <a:pt x="4217179" y="52340"/>
                  </a:lnTo>
                  <a:lnTo>
                    <a:pt x="4207484" y="52340"/>
                  </a:lnTo>
                  <a:lnTo>
                    <a:pt x="4197789" y="52340"/>
                  </a:lnTo>
                  <a:lnTo>
                    <a:pt x="4188095" y="52340"/>
                  </a:lnTo>
                  <a:lnTo>
                    <a:pt x="4178400" y="52340"/>
                  </a:lnTo>
                  <a:lnTo>
                    <a:pt x="4168705" y="52340"/>
                  </a:lnTo>
                  <a:lnTo>
                    <a:pt x="4159011" y="52340"/>
                  </a:lnTo>
                  <a:lnTo>
                    <a:pt x="4149316" y="52340"/>
                  </a:lnTo>
                  <a:lnTo>
                    <a:pt x="4139621" y="52340"/>
                  </a:lnTo>
                  <a:lnTo>
                    <a:pt x="4129927" y="52340"/>
                  </a:lnTo>
                  <a:lnTo>
                    <a:pt x="4120232" y="52340"/>
                  </a:lnTo>
                  <a:lnTo>
                    <a:pt x="4110537" y="52340"/>
                  </a:lnTo>
                  <a:lnTo>
                    <a:pt x="4100843" y="52340"/>
                  </a:lnTo>
                  <a:lnTo>
                    <a:pt x="4091148" y="52340"/>
                  </a:lnTo>
                  <a:lnTo>
                    <a:pt x="4081453" y="52340"/>
                  </a:lnTo>
                  <a:lnTo>
                    <a:pt x="4071759" y="52340"/>
                  </a:lnTo>
                  <a:lnTo>
                    <a:pt x="4062064" y="52340"/>
                  </a:lnTo>
                  <a:lnTo>
                    <a:pt x="4052369" y="52340"/>
                  </a:lnTo>
                  <a:lnTo>
                    <a:pt x="4042675" y="52340"/>
                  </a:lnTo>
                  <a:lnTo>
                    <a:pt x="4032980" y="52340"/>
                  </a:lnTo>
                  <a:lnTo>
                    <a:pt x="4023285" y="52340"/>
                  </a:lnTo>
                  <a:lnTo>
                    <a:pt x="4013591" y="52340"/>
                  </a:lnTo>
                  <a:lnTo>
                    <a:pt x="4003896" y="52340"/>
                  </a:lnTo>
                  <a:lnTo>
                    <a:pt x="3994201" y="52340"/>
                  </a:lnTo>
                  <a:lnTo>
                    <a:pt x="3984507" y="52340"/>
                  </a:lnTo>
                  <a:lnTo>
                    <a:pt x="3974812" y="52340"/>
                  </a:lnTo>
                  <a:lnTo>
                    <a:pt x="3965117" y="52340"/>
                  </a:lnTo>
                  <a:lnTo>
                    <a:pt x="3955423" y="52340"/>
                  </a:lnTo>
                  <a:lnTo>
                    <a:pt x="3945728" y="52340"/>
                  </a:lnTo>
                  <a:lnTo>
                    <a:pt x="3936033" y="52340"/>
                  </a:lnTo>
                  <a:lnTo>
                    <a:pt x="3926339" y="52340"/>
                  </a:lnTo>
                  <a:lnTo>
                    <a:pt x="3916644" y="52340"/>
                  </a:lnTo>
                  <a:lnTo>
                    <a:pt x="3906949" y="52340"/>
                  </a:lnTo>
                  <a:lnTo>
                    <a:pt x="3897255" y="52340"/>
                  </a:lnTo>
                  <a:lnTo>
                    <a:pt x="3887560" y="52340"/>
                  </a:lnTo>
                  <a:lnTo>
                    <a:pt x="3877865" y="52340"/>
                  </a:lnTo>
                  <a:lnTo>
                    <a:pt x="3868171" y="52340"/>
                  </a:lnTo>
                  <a:lnTo>
                    <a:pt x="3858476" y="52340"/>
                  </a:lnTo>
                  <a:lnTo>
                    <a:pt x="3848781" y="52340"/>
                  </a:lnTo>
                  <a:lnTo>
                    <a:pt x="3839087" y="52340"/>
                  </a:lnTo>
                  <a:lnTo>
                    <a:pt x="3829392" y="52340"/>
                  </a:lnTo>
                  <a:lnTo>
                    <a:pt x="3819697" y="52340"/>
                  </a:lnTo>
                  <a:lnTo>
                    <a:pt x="3810003" y="52340"/>
                  </a:lnTo>
                  <a:lnTo>
                    <a:pt x="3800308" y="52340"/>
                  </a:lnTo>
                  <a:lnTo>
                    <a:pt x="3790613" y="52340"/>
                  </a:lnTo>
                  <a:lnTo>
                    <a:pt x="3780919" y="52340"/>
                  </a:lnTo>
                  <a:lnTo>
                    <a:pt x="3771224" y="52340"/>
                  </a:lnTo>
                  <a:lnTo>
                    <a:pt x="3761529" y="52340"/>
                  </a:lnTo>
                  <a:lnTo>
                    <a:pt x="3751835" y="52340"/>
                  </a:lnTo>
                  <a:lnTo>
                    <a:pt x="3742140" y="52340"/>
                  </a:lnTo>
                  <a:lnTo>
                    <a:pt x="3732445" y="52340"/>
                  </a:lnTo>
                  <a:lnTo>
                    <a:pt x="3722751" y="52340"/>
                  </a:lnTo>
                  <a:lnTo>
                    <a:pt x="3713056" y="52340"/>
                  </a:lnTo>
                  <a:lnTo>
                    <a:pt x="3703361" y="52340"/>
                  </a:lnTo>
                  <a:lnTo>
                    <a:pt x="3693667" y="52340"/>
                  </a:lnTo>
                  <a:lnTo>
                    <a:pt x="3683972" y="52340"/>
                  </a:lnTo>
                  <a:lnTo>
                    <a:pt x="3674277" y="52340"/>
                  </a:lnTo>
                  <a:lnTo>
                    <a:pt x="3664583" y="52340"/>
                  </a:lnTo>
                  <a:lnTo>
                    <a:pt x="3654888" y="52340"/>
                  </a:lnTo>
                  <a:lnTo>
                    <a:pt x="3645193" y="52340"/>
                  </a:lnTo>
                  <a:lnTo>
                    <a:pt x="3635499" y="52340"/>
                  </a:lnTo>
                  <a:lnTo>
                    <a:pt x="3625804" y="52340"/>
                  </a:lnTo>
                  <a:lnTo>
                    <a:pt x="3616109" y="52340"/>
                  </a:lnTo>
                  <a:lnTo>
                    <a:pt x="3606415" y="52340"/>
                  </a:lnTo>
                  <a:lnTo>
                    <a:pt x="3596720" y="52340"/>
                  </a:lnTo>
                  <a:lnTo>
                    <a:pt x="3587025" y="52340"/>
                  </a:lnTo>
                  <a:lnTo>
                    <a:pt x="3577331" y="52340"/>
                  </a:lnTo>
                  <a:lnTo>
                    <a:pt x="3567636" y="52340"/>
                  </a:lnTo>
                  <a:lnTo>
                    <a:pt x="3557941" y="52340"/>
                  </a:lnTo>
                  <a:lnTo>
                    <a:pt x="3548247" y="52340"/>
                  </a:lnTo>
                  <a:lnTo>
                    <a:pt x="3538552" y="52340"/>
                  </a:lnTo>
                  <a:lnTo>
                    <a:pt x="3528858" y="52340"/>
                  </a:lnTo>
                  <a:lnTo>
                    <a:pt x="3519163" y="52340"/>
                  </a:lnTo>
                  <a:lnTo>
                    <a:pt x="3509468" y="52340"/>
                  </a:lnTo>
                  <a:lnTo>
                    <a:pt x="3499774" y="52340"/>
                  </a:lnTo>
                  <a:lnTo>
                    <a:pt x="3490079" y="52340"/>
                  </a:lnTo>
                  <a:lnTo>
                    <a:pt x="3480384" y="52340"/>
                  </a:lnTo>
                  <a:lnTo>
                    <a:pt x="3470690" y="52340"/>
                  </a:lnTo>
                  <a:lnTo>
                    <a:pt x="3460995" y="52340"/>
                  </a:lnTo>
                  <a:lnTo>
                    <a:pt x="3451300" y="52340"/>
                  </a:lnTo>
                  <a:lnTo>
                    <a:pt x="3441606" y="52340"/>
                  </a:lnTo>
                  <a:lnTo>
                    <a:pt x="3431911" y="52340"/>
                  </a:lnTo>
                  <a:lnTo>
                    <a:pt x="3422216" y="52340"/>
                  </a:lnTo>
                  <a:lnTo>
                    <a:pt x="3412522" y="52340"/>
                  </a:lnTo>
                  <a:lnTo>
                    <a:pt x="3402827" y="52340"/>
                  </a:lnTo>
                  <a:lnTo>
                    <a:pt x="3393132" y="52340"/>
                  </a:lnTo>
                  <a:lnTo>
                    <a:pt x="3383438" y="52340"/>
                  </a:lnTo>
                  <a:lnTo>
                    <a:pt x="3373743" y="52340"/>
                  </a:lnTo>
                  <a:lnTo>
                    <a:pt x="3364048" y="52340"/>
                  </a:lnTo>
                  <a:lnTo>
                    <a:pt x="3354354" y="52340"/>
                  </a:lnTo>
                  <a:lnTo>
                    <a:pt x="3344659" y="52340"/>
                  </a:lnTo>
                  <a:lnTo>
                    <a:pt x="3334964" y="52340"/>
                  </a:lnTo>
                  <a:lnTo>
                    <a:pt x="3325270" y="52340"/>
                  </a:lnTo>
                  <a:lnTo>
                    <a:pt x="3315575" y="52340"/>
                  </a:lnTo>
                  <a:lnTo>
                    <a:pt x="3305880" y="52340"/>
                  </a:lnTo>
                  <a:lnTo>
                    <a:pt x="3296186" y="52340"/>
                  </a:lnTo>
                  <a:lnTo>
                    <a:pt x="3286491" y="52340"/>
                  </a:lnTo>
                  <a:lnTo>
                    <a:pt x="3276796" y="52340"/>
                  </a:lnTo>
                  <a:lnTo>
                    <a:pt x="3267102" y="52340"/>
                  </a:lnTo>
                  <a:lnTo>
                    <a:pt x="3257407" y="52340"/>
                  </a:lnTo>
                  <a:lnTo>
                    <a:pt x="3247712" y="52340"/>
                  </a:lnTo>
                  <a:lnTo>
                    <a:pt x="3238018" y="52340"/>
                  </a:lnTo>
                  <a:lnTo>
                    <a:pt x="3228323" y="52340"/>
                  </a:lnTo>
                  <a:lnTo>
                    <a:pt x="3218628" y="52340"/>
                  </a:lnTo>
                  <a:lnTo>
                    <a:pt x="3208934" y="52340"/>
                  </a:lnTo>
                  <a:lnTo>
                    <a:pt x="3199239" y="52340"/>
                  </a:lnTo>
                  <a:lnTo>
                    <a:pt x="3189544" y="52340"/>
                  </a:lnTo>
                  <a:lnTo>
                    <a:pt x="3179850" y="52340"/>
                  </a:lnTo>
                  <a:lnTo>
                    <a:pt x="3170155" y="52340"/>
                  </a:lnTo>
                  <a:lnTo>
                    <a:pt x="3160460" y="52340"/>
                  </a:lnTo>
                  <a:lnTo>
                    <a:pt x="3150766" y="52340"/>
                  </a:lnTo>
                  <a:lnTo>
                    <a:pt x="3141071" y="52340"/>
                  </a:lnTo>
                  <a:lnTo>
                    <a:pt x="3131376" y="52340"/>
                  </a:lnTo>
                  <a:lnTo>
                    <a:pt x="3121682" y="52340"/>
                  </a:lnTo>
                  <a:lnTo>
                    <a:pt x="3111987" y="52340"/>
                  </a:lnTo>
                  <a:lnTo>
                    <a:pt x="3102292" y="52340"/>
                  </a:lnTo>
                  <a:lnTo>
                    <a:pt x="3092598" y="52340"/>
                  </a:lnTo>
                  <a:lnTo>
                    <a:pt x="3082903" y="52340"/>
                  </a:lnTo>
                  <a:lnTo>
                    <a:pt x="3073208" y="52340"/>
                  </a:lnTo>
                  <a:lnTo>
                    <a:pt x="3063514" y="52340"/>
                  </a:lnTo>
                  <a:lnTo>
                    <a:pt x="3053819" y="52340"/>
                  </a:lnTo>
                  <a:lnTo>
                    <a:pt x="3044124" y="52340"/>
                  </a:lnTo>
                  <a:lnTo>
                    <a:pt x="3034430" y="52340"/>
                  </a:lnTo>
                  <a:lnTo>
                    <a:pt x="3024735" y="52340"/>
                  </a:lnTo>
                  <a:lnTo>
                    <a:pt x="3015040" y="52340"/>
                  </a:lnTo>
                  <a:lnTo>
                    <a:pt x="3005346" y="52340"/>
                  </a:lnTo>
                  <a:lnTo>
                    <a:pt x="2995651" y="52340"/>
                  </a:lnTo>
                  <a:lnTo>
                    <a:pt x="2985956" y="52340"/>
                  </a:lnTo>
                  <a:lnTo>
                    <a:pt x="2976262" y="52340"/>
                  </a:lnTo>
                  <a:lnTo>
                    <a:pt x="2966567" y="52340"/>
                  </a:lnTo>
                  <a:lnTo>
                    <a:pt x="2956872" y="52340"/>
                  </a:lnTo>
                  <a:lnTo>
                    <a:pt x="2947178" y="52340"/>
                  </a:lnTo>
                  <a:lnTo>
                    <a:pt x="2937483" y="52340"/>
                  </a:lnTo>
                  <a:lnTo>
                    <a:pt x="2927788" y="52340"/>
                  </a:lnTo>
                  <a:lnTo>
                    <a:pt x="2918094" y="52340"/>
                  </a:lnTo>
                  <a:lnTo>
                    <a:pt x="2908399" y="52340"/>
                  </a:lnTo>
                  <a:lnTo>
                    <a:pt x="2898704" y="52340"/>
                  </a:lnTo>
                  <a:lnTo>
                    <a:pt x="2889010" y="52340"/>
                  </a:lnTo>
                  <a:lnTo>
                    <a:pt x="2879315" y="52340"/>
                  </a:lnTo>
                  <a:lnTo>
                    <a:pt x="2869620" y="52340"/>
                  </a:lnTo>
                  <a:lnTo>
                    <a:pt x="2859926" y="52340"/>
                  </a:lnTo>
                  <a:lnTo>
                    <a:pt x="2850231" y="52340"/>
                  </a:lnTo>
                  <a:lnTo>
                    <a:pt x="2840536" y="52340"/>
                  </a:lnTo>
                  <a:lnTo>
                    <a:pt x="2830842" y="52340"/>
                  </a:lnTo>
                  <a:lnTo>
                    <a:pt x="2821147" y="52340"/>
                  </a:lnTo>
                  <a:lnTo>
                    <a:pt x="2811452" y="52340"/>
                  </a:lnTo>
                  <a:lnTo>
                    <a:pt x="2801758" y="52340"/>
                  </a:lnTo>
                  <a:lnTo>
                    <a:pt x="2792063" y="52340"/>
                  </a:lnTo>
                  <a:lnTo>
                    <a:pt x="2782368" y="52340"/>
                  </a:lnTo>
                  <a:lnTo>
                    <a:pt x="2772674" y="52340"/>
                  </a:lnTo>
                  <a:lnTo>
                    <a:pt x="2762979" y="52340"/>
                  </a:lnTo>
                  <a:lnTo>
                    <a:pt x="2753284" y="52340"/>
                  </a:lnTo>
                  <a:lnTo>
                    <a:pt x="2743590" y="52340"/>
                  </a:lnTo>
                  <a:lnTo>
                    <a:pt x="2733895" y="52340"/>
                  </a:lnTo>
                  <a:lnTo>
                    <a:pt x="2724200" y="52340"/>
                  </a:lnTo>
                  <a:lnTo>
                    <a:pt x="2714506" y="52340"/>
                  </a:lnTo>
                  <a:lnTo>
                    <a:pt x="2704811" y="52340"/>
                  </a:lnTo>
                  <a:lnTo>
                    <a:pt x="2695116" y="52340"/>
                  </a:lnTo>
                  <a:lnTo>
                    <a:pt x="2685422" y="52340"/>
                  </a:lnTo>
                  <a:lnTo>
                    <a:pt x="2675727" y="52340"/>
                  </a:lnTo>
                  <a:lnTo>
                    <a:pt x="2666032" y="52340"/>
                  </a:lnTo>
                  <a:lnTo>
                    <a:pt x="2656338" y="52340"/>
                  </a:lnTo>
                  <a:lnTo>
                    <a:pt x="2646643" y="52340"/>
                  </a:lnTo>
                  <a:lnTo>
                    <a:pt x="2636948" y="52340"/>
                  </a:lnTo>
                  <a:lnTo>
                    <a:pt x="2627254" y="52340"/>
                  </a:lnTo>
                  <a:lnTo>
                    <a:pt x="2617559" y="52340"/>
                  </a:lnTo>
                  <a:lnTo>
                    <a:pt x="2607864" y="52340"/>
                  </a:lnTo>
                  <a:lnTo>
                    <a:pt x="2598170" y="52340"/>
                  </a:lnTo>
                  <a:lnTo>
                    <a:pt x="2588475" y="52340"/>
                  </a:lnTo>
                  <a:lnTo>
                    <a:pt x="2578780" y="52340"/>
                  </a:lnTo>
                  <a:lnTo>
                    <a:pt x="2569086" y="52340"/>
                  </a:lnTo>
                  <a:lnTo>
                    <a:pt x="2559391" y="52340"/>
                  </a:lnTo>
                  <a:lnTo>
                    <a:pt x="2549696" y="52340"/>
                  </a:lnTo>
                  <a:lnTo>
                    <a:pt x="2540002" y="52340"/>
                  </a:lnTo>
                  <a:lnTo>
                    <a:pt x="2530307" y="52340"/>
                  </a:lnTo>
                  <a:lnTo>
                    <a:pt x="2520612" y="52340"/>
                  </a:lnTo>
                  <a:lnTo>
                    <a:pt x="2510918" y="52340"/>
                  </a:lnTo>
                  <a:lnTo>
                    <a:pt x="2501223" y="52340"/>
                  </a:lnTo>
                  <a:lnTo>
                    <a:pt x="2491528" y="52340"/>
                  </a:lnTo>
                  <a:lnTo>
                    <a:pt x="2481834" y="52340"/>
                  </a:lnTo>
                  <a:lnTo>
                    <a:pt x="2472139" y="52340"/>
                  </a:lnTo>
                  <a:lnTo>
                    <a:pt x="2462444" y="52340"/>
                  </a:lnTo>
                  <a:lnTo>
                    <a:pt x="2452750" y="52340"/>
                  </a:lnTo>
                  <a:lnTo>
                    <a:pt x="2443055" y="52340"/>
                  </a:lnTo>
                  <a:lnTo>
                    <a:pt x="2433360" y="52340"/>
                  </a:lnTo>
                  <a:lnTo>
                    <a:pt x="2423666" y="52340"/>
                  </a:lnTo>
                  <a:lnTo>
                    <a:pt x="2413971" y="52340"/>
                  </a:lnTo>
                  <a:lnTo>
                    <a:pt x="2404276" y="52340"/>
                  </a:lnTo>
                  <a:lnTo>
                    <a:pt x="2394582" y="52340"/>
                  </a:lnTo>
                  <a:lnTo>
                    <a:pt x="2384887" y="52340"/>
                  </a:lnTo>
                  <a:lnTo>
                    <a:pt x="2375192" y="52340"/>
                  </a:lnTo>
                  <a:lnTo>
                    <a:pt x="2365498" y="52340"/>
                  </a:lnTo>
                  <a:lnTo>
                    <a:pt x="2355803" y="52340"/>
                  </a:lnTo>
                  <a:lnTo>
                    <a:pt x="2346108" y="52340"/>
                  </a:lnTo>
                  <a:lnTo>
                    <a:pt x="2336414" y="52340"/>
                  </a:lnTo>
                  <a:lnTo>
                    <a:pt x="2326719" y="52340"/>
                  </a:lnTo>
                  <a:lnTo>
                    <a:pt x="2317024" y="52340"/>
                  </a:lnTo>
                  <a:lnTo>
                    <a:pt x="2307330" y="52340"/>
                  </a:lnTo>
                  <a:lnTo>
                    <a:pt x="2297635" y="52340"/>
                  </a:lnTo>
                  <a:lnTo>
                    <a:pt x="2287940" y="52340"/>
                  </a:lnTo>
                  <a:lnTo>
                    <a:pt x="2278246" y="52340"/>
                  </a:lnTo>
                  <a:lnTo>
                    <a:pt x="2268551" y="52340"/>
                  </a:lnTo>
                  <a:lnTo>
                    <a:pt x="2258856" y="52340"/>
                  </a:lnTo>
                  <a:lnTo>
                    <a:pt x="2249162" y="52340"/>
                  </a:lnTo>
                  <a:lnTo>
                    <a:pt x="2239467" y="52340"/>
                  </a:lnTo>
                  <a:lnTo>
                    <a:pt x="2229772" y="52340"/>
                  </a:lnTo>
                  <a:lnTo>
                    <a:pt x="2220078" y="52340"/>
                  </a:lnTo>
                  <a:lnTo>
                    <a:pt x="2210383" y="52340"/>
                  </a:lnTo>
                  <a:lnTo>
                    <a:pt x="2200688" y="52340"/>
                  </a:lnTo>
                  <a:lnTo>
                    <a:pt x="2190994" y="52340"/>
                  </a:lnTo>
                  <a:lnTo>
                    <a:pt x="2181299" y="52340"/>
                  </a:lnTo>
                  <a:lnTo>
                    <a:pt x="2171604" y="52340"/>
                  </a:lnTo>
                  <a:lnTo>
                    <a:pt x="2161910" y="52340"/>
                  </a:lnTo>
                  <a:lnTo>
                    <a:pt x="2152215" y="52340"/>
                  </a:lnTo>
                  <a:lnTo>
                    <a:pt x="2142520" y="52340"/>
                  </a:lnTo>
                  <a:lnTo>
                    <a:pt x="2132826" y="52340"/>
                  </a:lnTo>
                  <a:lnTo>
                    <a:pt x="2123131" y="52340"/>
                  </a:lnTo>
                  <a:lnTo>
                    <a:pt x="2113436" y="52340"/>
                  </a:lnTo>
                  <a:lnTo>
                    <a:pt x="2103742" y="52340"/>
                  </a:lnTo>
                  <a:lnTo>
                    <a:pt x="2094047" y="52340"/>
                  </a:lnTo>
                  <a:lnTo>
                    <a:pt x="2084352" y="52340"/>
                  </a:lnTo>
                  <a:lnTo>
                    <a:pt x="2074658" y="52340"/>
                  </a:lnTo>
                  <a:lnTo>
                    <a:pt x="2064963" y="52340"/>
                  </a:lnTo>
                  <a:lnTo>
                    <a:pt x="2055268" y="52340"/>
                  </a:lnTo>
                  <a:lnTo>
                    <a:pt x="2045574" y="52340"/>
                  </a:lnTo>
                  <a:lnTo>
                    <a:pt x="2035879" y="52340"/>
                  </a:lnTo>
                  <a:lnTo>
                    <a:pt x="2026184" y="52340"/>
                  </a:lnTo>
                  <a:lnTo>
                    <a:pt x="2016490" y="52340"/>
                  </a:lnTo>
                  <a:lnTo>
                    <a:pt x="2006795" y="52340"/>
                  </a:lnTo>
                  <a:lnTo>
                    <a:pt x="1997100" y="52340"/>
                  </a:lnTo>
                  <a:lnTo>
                    <a:pt x="1987406" y="52340"/>
                  </a:lnTo>
                  <a:lnTo>
                    <a:pt x="1977711" y="52340"/>
                  </a:lnTo>
                  <a:lnTo>
                    <a:pt x="1968016" y="52340"/>
                  </a:lnTo>
                  <a:lnTo>
                    <a:pt x="1958322" y="52340"/>
                  </a:lnTo>
                  <a:lnTo>
                    <a:pt x="1948627" y="52340"/>
                  </a:lnTo>
                  <a:lnTo>
                    <a:pt x="1938932" y="52340"/>
                  </a:lnTo>
                  <a:lnTo>
                    <a:pt x="1929238" y="52340"/>
                  </a:lnTo>
                  <a:lnTo>
                    <a:pt x="1919543" y="52340"/>
                  </a:lnTo>
                  <a:lnTo>
                    <a:pt x="1909848" y="52340"/>
                  </a:lnTo>
                  <a:lnTo>
                    <a:pt x="1900154" y="52340"/>
                  </a:lnTo>
                  <a:lnTo>
                    <a:pt x="1890459" y="52340"/>
                  </a:lnTo>
                  <a:lnTo>
                    <a:pt x="1880764" y="52340"/>
                  </a:lnTo>
                  <a:lnTo>
                    <a:pt x="1871070" y="52340"/>
                  </a:lnTo>
                  <a:lnTo>
                    <a:pt x="1861375" y="52340"/>
                  </a:lnTo>
                  <a:lnTo>
                    <a:pt x="1851680" y="52340"/>
                  </a:lnTo>
                  <a:lnTo>
                    <a:pt x="1841986" y="52340"/>
                  </a:lnTo>
                  <a:lnTo>
                    <a:pt x="1832291" y="52340"/>
                  </a:lnTo>
                  <a:lnTo>
                    <a:pt x="1822596" y="52340"/>
                  </a:lnTo>
                  <a:lnTo>
                    <a:pt x="1812902" y="52340"/>
                  </a:lnTo>
                  <a:lnTo>
                    <a:pt x="1803207" y="52340"/>
                  </a:lnTo>
                  <a:lnTo>
                    <a:pt x="1793512" y="52340"/>
                  </a:lnTo>
                  <a:lnTo>
                    <a:pt x="1783818" y="52340"/>
                  </a:lnTo>
                  <a:lnTo>
                    <a:pt x="1774123" y="52340"/>
                  </a:lnTo>
                  <a:lnTo>
                    <a:pt x="1764429" y="52340"/>
                  </a:lnTo>
                  <a:lnTo>
                    <a:pt x="1754734" y="52340"/>
                  </a:lnTo>
                  <a:lnTo>
                    <a:pt x="1745039" y="52340"/>
                  </a:lnTo>
                  <a:lnTo>
                    <a:pt x="1735345" y="52340"/>
                  </a:lnTo>
                  <a:lnTo>
                    <a:pt x="1725650" y="52340"/>
                  </a:lnTo>
                  <a:lnTo>
                    <a:pt x="1715955" y="52340"/>
                  </a:lnTo>
                  <a:lnTo>
                    <a:pt x="1706261" y="52340"/>
                  </a:lnTo>
                  <a:lnTo>
                    <a:pt x="1696566" y="52340"/>
                  </a:lnTo>
                  <a:lnTo>
                    <a:pt x="1686871" y="52340"/>
                  </a:lnTo>
                  <a:lnTo>
                    <a:pt x="1677177" y="52340"/>
                  </a:lnTo>
                  <a:lnTo>
                    <a:pt x="1667482" y="52340"/>
                  </a:lnTo>
                  <a:lnTo>
                    <a:pt x="1657787" y="52340"/>
                  </a:lnTo>
                  <a:lnTo>
                    <a:pt x="1648093" y="52340"/>
                  </a:lnTo>
                  <a:lnTo>
                    <a:pt x="1638398" y="52340"/>
                  </a:lnTo>
                  <a:lnTo>
                    <a:pt x="1628703" y="52340"/>
                  </a:lnTo>
                  <a:lnTo>
                    <a:pt x="1619009" y="52340"/>
                  </a:lnTo>
                  <a:lnTo>
                    <a:pt x="1609314" y="52340"/>
                  </a:lnTo>
                  <a:lnTo>
                    <a:pt x="1599619" y="52340"/>
                  </a:lnTo>
                  <a:lnTo>
                    <a:pt x="1589925" y="52340"/>
                  </a:lnTo>
                  <a:lnTo>
                    <a:pt x="1580230" y="52340"/>
                  </a:lnTo>
                  <a:lnTo>
                    <a:pt x="1570535" y="52340"/>
                  </a:lnTo>
                  <a:lnTo>
                    <a:pt x="1560841" y="52340"/>
                  </a:lnTo>
                  <a:lnTo>
                    <a:pt x="1551146" y="52340"/>
                  </a:lnTo>
                  <a:lnTo>
                    <a:pt x="1541451" y="52340"/>
                  </a:lnTo>
                  <a:lnTo>
                    <a:pt x="1531757" y="52340"/>
                  </a:lnTo>
                  <a:lnTo>
                    <a:pt x="1522062" y="52340"/>
                  </a:lnTo>
                  <a:lnTo>
                    <a:pt x="1512367" y="52340"/>
                  </a:lnTo>
                  <a:lnTo>
                    <a:pt x="1502673" y="52340"/>
                  </a:lnTo>
                  <a:lnTo>
                    <a:pt x="1492978" y="52340"/>
                  </a:lnTo>
                  <a:lnTo>
                    <a:pt x="1483283" y="52340"/>
                  </a:lnTo>
                  <a:lnTo>
                    <a:pt x="1473589" y="52340"/>
                  </a:lnTo>
                  <a:lnTo>
                    <a:pt x="1463894" y="52340"/>
                  </a:lnTo>
                  <a:lnTo>
                    <a:pt x="1454199" y="52340"/>
                  </a:lnTo>
                  <a:lnTo>
                    <a:pt x="1444505" y="52340"/>
                  </a:lnTo>
                  <a:lnTo>
                    <a:pt x="1434810" y="52340"/>
                  </a:lnTo>
                  <a:lnTo>
                    <a:pt x="1425115" y="52340"/>
                  </a:lnTo>
                  <a:lnTo>
                    <a:pt x="1415421" y="52340"/>
                  </a:lnTo>
                  <a:lnTo>
                    <a:pt x="1405726" y="52340"/>
                  </a:lnTo>
                  <a:lnTo>
                    <a:pt x="1396031" y="52340"/>
                  </a:lnTo>
                  <a:lnTo>
                    <a:pt x="1386337" y="52340"/>
                  </a:lnTo>
                  <a:lnTo>
                    <a:pt x="1376642" y="52340"/>
                  </a:lnTo>
                  <a:lnTo>
                    <a:pt x="1366947" y="52340"/>
                  </a:lnTo>
                  <a:lnTo>
                    <a:pt x="1357253" y="52340"/>
                  </a:lnTo>
                  <a:lnTo>
                    <a:pt x="1347558" y="52340"/>
                  </a:lnTo>
                  <a:lnTo>
                    <a:pt x="1337863" y="52340"/>
                  </a:lnTo>
                  <a:lnTo>
                    <a:pt x="1328169" y="52340"/>
                  </a:lnTo>
                  <a:lnTo>
                    <a:pt x="1318474" y="52340"/>
                  </a:lnTo>
                  <a:lnTo>
                    <a:pt x="1308779" y="52340"/>
                  </a:lnTo>
                  <a:lnTo>
                    <a:pt x="1299085" y="52340"/>
                  </a:lnTo>
                  <a:lnTo>
                    <a:pt x="1289390" y="52340"/>
                  </a:lnTo>
                  <a:lnTo>
                    <a:pt x="1279695" y="52340"/>
                  </a:lnTo>
                  <a:lnTo>
                    <a:pt x="1270001" y="52340"/>
                  </a:lnTo>
                  <a:lnTo>
                    <a:pt x="1260306" y="52340"/>
                  </a:lnTo>
                  <a:lnTo>
                    <a:pt x="1250611" y="52340"/>
                  </a:lnTo>
                  <a:lnTo>
                    <a:pt x="1240917" y="52340"/>
                  </a:lnTo>
                  <a:lnTo>
                    <a:pt x="1231222" y="52340"/>
                  </a:lnTo>
                  <a:lnTo>
                    <a:pt x="1221527" y="52340"/>
                  </a:lnTo>
                  <a:lnTo>
                    <a:pt x="1211833" y="52340"/>
                  </a:lnTo>
                  <a:lnTo>
                    <a:pt x="1202138" y="52340"/>
                  </a:lnTo>
                  <a:lnTo>
                    <a:pt x="1192443" y="52340"/>
                  </a:lnTo>
                  <a:lnTo>
                    <a:pt x="1182749" y="52340"/>
                  </a:lnTo>
                  <a:lnTo>
                    <a:pt x="1173054" y="52340"/>
                  </a:lnTo>
                  <a:lnTo>
                    <a:pt x="1163359" y="52340"/>
                  </a:lnTo>
                  <a:lnTo>
                    <a:pt x="1153665" y="52340"/>
                  </a:lnTo>
                  <a:lnTo>
                    <a:pt x="1143970" y="52340"/>
                  </a:lnTo>
                  <a:lnTo>
                    <a:pt x="1134275" y="52340"/>
                  </a:lnTo>
                  <a:lnTo>
                    <a:pt x="1124581" y="52340"/>
                  </a:lnTo>
                  <a:lnTo>
                    <a:pt x="1114886" y="52340"/>
                  </a:lnTo>
                  <a:lnTo>
                    <a:pt x="1105191" y="52340"/>
                  </a:lnTo>
                  <a:lnTo>
                    <a:pt x="1095497" y="52340"/>
                  </a:lnTo>
                  <a:lnTo>
                    <a:pt x="1085802" y="52340"/>
                  </a:lnTo>
                  <a:lnTo>
                    <a:pt x="1076107" y="52340"/>
                  </a:lnTo>
                  <a:lnTo>
                    <a:pt x="1066413" y="52340"/>
                  </a:lnTo>
                  <a:lnTo>
                    <a:pt x="1056718" y="52340"/>
                  </a:lnTo>
                  <a:lnTo>
                    <a:pt x="1047023" y="52340"/>
                  </a:lnTo>
                  <a:lnTo>
                    <a:pt x="1037329" y="52340"/>
                  </a:lnTo>
                  <a:lnTo>
                    <a:pt x="1027634" y="52340"/>
                  </a:lnTo>
                  <a:lnTo>
                    <a:pt x="1017939" y="52340"/>
                  </a:lnTo>
                  <a:lnTo>
                    <a:pt x="1008245" y="52340"/>
                  </a:lnTo>
                  <a:lnTo>
                    <a:pt x="998550" y="52340"/>
                  </a:lnTo>
                  <a:lnTo>
                    <a:pt x="988855" y="52340"/>
                  </a:lnTo>
                  <a:lnTo>
                    <a:pt x="979161" y="52340"/>
                  </a:lnTo>
                  <a:lnTo>
                    <a:pt x="969466" y="52340"/>
                  </a:lnTo>
                  <a:lnTo>
                    <a:pt x="959771" y="52340"/>
                  </a:lnTo>
                  <a:lnTo>
                    <a:pt x="950077" y="52340"/>
                  </a:lnTo>
                  <a:lnTo>
                    <a:pt x="940382" y="52340"/>
                  </a:lnTo>
                  <a:lnTo>
                    <a:pt x="930687" y="52340"/>
                  </a:lnTo>
                  <a:lnTo>
                    <a:pt x="920993" y="52340"/>
                  </a:lnTo>
                  <a:lnTo>
                    <a:pt x="911298" y="52340"/>
                  </a:lnTo>
                  <a:lnTo>
                    <a:pt x="901603" y="52340"/>
                  </a:lnTo>
                  <a:lnTo>
                    <a:pt x="891909" y="52340"/>
                  </a:lnTo>
                  <a:lnTo>
                    <a:pt x="882214" y="52340"/>
                  </a:lnTo>
                  <a:lnTo>
                    <a:pt x="872519" y="52340"/>
                  </a:lnTo>
                  <a:lnTo>
                    <a:pt x="862825" y="52340"/>
                  </a:lnTo>
                  <a:lnTo>
                    <a:pt x="853130" y="52340"/>
                  </a:lnTo>
                  <a:lnTo>
                    <a:pt x="843435" y="52340"/>
                  </a:lnTo>
                  <a:lnTo>
                    <a:pt x="833741" y="52340"/>
                  </a:lnTo>
                  <a:lnTo>
                    <a:pt x="824046" y="52340"/>
                  </a:lnTo>
                  <a:lnTo>
                    <a:pt x="814351" y="52340"/>
                  </a:lnTo>
                  <a:lnTo>
                    <a:pt x="804657" y="52340"/>
                  </a:lnTo>
                  <a:lnTo>
                    <a:pt x="794962" y="52340"/>
                  </a:lnTo>
                  <a:lnTo>
                    <a:pt x="785267" y="52340"/>
                  </a:lnTo>
                  <a:lnTo>
                    <a:pt x="775573" y="52340"/>
                  </a:lnTo>
                  <a:lnTo>
                    <a:pt x="765878" y="52340"/>
                  </a:lnTo>
                  <a:lnTo>
                    <a:pt x="756183" y="52340"/>
                  </a:lnTo>
                  <a:lnTo>
                    <a:pt x="746489" y="52340"/>
                  </a:lnTo>
                  <a:lnTo>
                    <a:pt x="736794" y="52340"/>
                  </a:lnTo>
                  <a:lnTo>
                    <a:pt x="727099" y="52340"/>
                  </a:lnTo>
                  <a:lnTo>
                    <a:pt x="717405" y="52340"/>
                  </a:lnTo>
                  <a:lnTo>
                    <a:pt x="707710" y="52340"/>
                  </a:lnTo>
                  <a:lnTo>
                    <a:pt x="698015" y="52340"/>
                  </a:lnTo>
                  <a:lnTo>
                    <a:pt x="688321" y="52340"/>
                  </a:lnTo>
                  <a:lnTo>
                    <a:pt x="678626" y="52340"/>
                  </a:lnTo>
                  <a:lnTo>
                    <a:pt x="668931" y="52340"/>
                  </a:lnTo>
                  <a:lnTo>
                    <a:pt x="659237" y="52340"/>
                  </a:lnTo>
                  <a:lnTo>
                    <a:pt x="649542" y="52340"/>
                  </a:lnTo>
                  <a:lnTo>
                    <a:pt x="639847" y="52340"/>
                  </a:lnTo>
                  <a:lnTo>
                    <a:pt x="630153" y="52340"/>
                  </a:lnTo>
                  <a:lnTo>
                    <a:pt x="620458" y="52340"/>
                  </a:lnTo>
                  <a:lnTo>
                    <a:pt x="610763" y="52340"/>
                  </a:lnTo>
                  <a:lnTo>
                    <a:pt x="601069" y="52340"/>
                  </a:lnTo>
                  <a:lnTo>
                    <a:pt x="591374" y="52340"/>
                  </a:lnTo>
                  <a:lnTo>
                    <a:pt x="581679" y="52340"/>
                  </a:lnTo>
                  <a:lnTo>
                    <a:pt x="571985" y="52340"/>
                  </a:lnTo>
                  <a:lnTo>
                    <a:pt x="562290" y="52340"/>
                  </a:lnTo>
                  <a:lnTo>
                    <a:pt x="552595" y="52340"/>
                  </a:lnTo>
                  <a:lnTo>
                    <a:pt x="542901" y="52340"/>
                  </a:lnTo>
                  <a:lnTo>
                    <a:pt x="533206" y="52340"/>
                  </a:lnTo>
                  <a:lnTo>
                    <a:pt x="523511" y="52340"/>
                  </a:lnTo>
                  <a:lnTo>
                    <a:pt x="513817" y="52340"/>
                  </a:lnTo>
                  <a:lnTo>
                    <a:pt x="504122" y="52340"/>
                  </a:lnTo>
                  <a:lnTo>
                    <a:pt x="494427" y="52340"/>
                  </a:lnTo>
                  <a:lnTo>
                    <a:pt x="484733" y="52340"/>
                  </a:lnTo>
                  <a:lnTo>
                    <a:pt x="475038" y="52340"/>
                  </a:lnTo>
                  <a:lnTo>
                    <a:pt x="465343" y="52340"/>
                  </a:lnTo>
                  <a:lnTo>
                    <a:pt x="455649" y="52340"/>
                  </a:lnTo>
                  <a:lnTo>
                    <a:pt x="445954" y="52340"/>
                  </a:lnTo>
                  <a:lnTo>
                    <a:pt x="436259" y="52340"/>
                  </a:lnTo>
                  <a:lnTo>
                    <a:pt x="426565" y="52340"/>
                  </a:lnTo>
                  <a:lnTo>
                    <a:pt x="416870" y="52340"/>
                  </a:lnTo>
                  <a:lnTo>
                    <a:pt x="407175" y="52340"/>
                  </a:lnTo>
                  <a:lnTo>
                    <a:pt x="397481" y="52340"/>
                  </a:lnTo>
                  <a:lnTo>
                    <a:pt x="387786" y="52340"/>
                  </a:lnTo>
                  <a:lnTo>
                    <a:pt x="378091" y="52340"/>
                  </a:lnTo>
                  <a:lnTo>
                    <a:pt x="368397" y="52340"/>
                  </a:lnTo>
                  <a:lnTo>
                    <a:pt x="358702" y="52340"/>
                  </a:lnTo>
                  <a:lnTo>
                    <a:pt x="349007" y="52340"/>
                  </a:lnTo>
                  <a:lnTo>
                    <a:pt x="339313" y="52340"/>
                  </a:lnTo>
                  <a:lnTo>
                    <a:pt x="329618" y="52340"/>
                  </a:lnTo>
                  <a:lnTo>
                    <a:pt x="319923" y="52340"/>
                  </a:lnTo>
                  <a:lnTo>
                    <a:pt x="310229" y="52340"/>
                  </a:lnTo>
                  <a:lnTo>
                    <a:pt x="300534" y="52340"/>
                  </a:lnTo>
                  <a:lnTo>
                    <a:pt x="290839" y="52340"/>
                  </a:lnTo>
                  <a:lnTo>
                    <a:pt x="281145" y="52340"/>
                  </a:lnTo>
                  <a:lnTo>
                    <a:pt x="271450" y="52340"/>
                  </a:lnTo>
                  <a:lnTo>
                    <a:pt x="261755" y="52340"/>
                  </a:lnTo>
                  <a:lnTo>
                    <a:pt x="252061" y="52340"/>
                  </a:lnTo>
                  <a:lnTo>
                    <a:pt x="242366" y="52340"/>
                  </a:lnTo>
                  <a:lnTo>
                    <a:pt x="232671" y="52340"/>
                  </a:lnTo>
                  <a:lnTo>
                    <a:pt x="222977" y="52340"/>
                  </a:lnTo>
                  <a:lnTo>
                    <a:pt x="213282" y="52340"/>
                  </a:lnTo>
                  <a:lnTo>
                    <a:pt x="203587" y="52340"/>
                  </a:lnTo>
                  <a:lnTo>
                    <a:pt x="193893" y="52340"/>
                  </a:lnTo>
                  <a:lnTo>
                    <a:pt x="184198" y="52340"/>
                  </a:lnTo>
                  <a:lnTo>
                    <a:pt x="174503" y="52340"/>
                  </a:lnTo>
                  <a:lnTo>
                    <a:pt x="164809" y="52340"/>
                  </a:lnTo>
                  <a:lnTo>
                    <a:pt x="155114" y="52340"/>
                  </a:lnTo>
                  <a:lnTo>
                    <a:pt x="145419" y="52340"/>
                  </a:lnTo>
                  <a:lnTo>
                    <a:pt x="135725" y="52340"/>
                  </a:lnTo>
                  <a:lnTo>
                    <a:pt x="126030" y="52340"/>
                  </a:lnTo>
                  <a:lnTo>
                    <a:pt x="116335" y="52340"/>
                  </a:lnTo>
                  <a:lnTo>
                    <a:pt x="106641" y="52340"/>
                  </a:lnTo>
                  <a:lnTo>
                    <a:pt x="96946" y="52340"/>
                  </a:lnTo>
                  <a:lnTo>
                    <a:pt x="87251" y="52340"/>
                  </a:lnTo>
                  <a:lnTo>
                    <a:pt x="77557" y="52340"/>
                  </a:lnTo>
                  <a:lnTo>
                    <a:pt x="67862" y="52340"/>
                  </a:lnTo>
                  <a:lnTo>
                    <a:pt x="58167" y="52340"/>
                  </a:lnTo>
                  <a:lnTo>
                    <a:pt x="48473" y="52340"/>
                  </a:lnTo>
                  <a:lnTo>
                    <a:pt x="38778" y="52340"/>
                  </a:lnTo>
                  <a:lnTo>
                    <a:pt x="29083" y="52340"/>
                  </a:lnTo>
                  <a:lnTo>
                    <a:pt x="19389" y="52340"/>
                  </a:lnTo>
                  <a:lnTo>
                    <a:pt x="9694" y="52340"/>
                  </a:lnTo>
                  <a:lnTo>
                    <a:pt x="0" y="52340"/>
                  </a:lnTo>
                  <a:close/>
                </a:path>
              </a:pathLst>
            </a:custGeom>
            <a:solidFill>
              <a:srgbClr val="3A6F8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5536821" y="2318799"/>
              <a:ext cx="3791836" cy="71683"/>
            </a:xfrm>
            <a:custGeom>
              <a:avLst/>
              <a:pathLst>
                <a:path w="3791836" h="71683">
                  <a:moveTo>
                    <a:pt x="0" y="68922"/>
                  </a:moveTo>
                  <a:lnTo>
                    <a:pt x="7583" y="68798"/>
                  </a:lnTo>
                  <a:lnTo>
                    <a:pt x="15167" y="68667"/>
                  </a:lnTo>
                  <a:lnTo>
                    <a:pt x="22751" y="68529"/>
                  </a:lnTo>
                  <a:lnTo>
                    <a:pt x="30334" y="68384"/>
                  </a:lnTo>
                  <a:lnTo>
                    <a:pt x="37918" y="68232"/>
                  </a:lnTo>
                  <a:lnTo>
                    <a:pt x="45502" y="68075"/>
                  </a:lnTo>
                  <a:lnTo>
                    <a:pt x="53085" y="67911"/>
                  </a:lnTo>
                  <a:lnTo>
                    <a:pt x="60669" y="67741"/>
                  </a:lnTo>
                  <a:lnTo>
                    <a:pt x="68253" y="67564"/>
                  </a:lnTo>
                  <a:lnTo>
                    <a:pt x="75836" y="67381"/>
                  </a:lnTo>
                  <a:lnTo>
                    <a:pt x="83420" y="67192"/>
                  </a:lnTo>
                  <a:lnTo>
                    <a:pt x="91004" y="66997"/>
                  </a:lnTo>
                  <a:lnTo>
                    <a:pt x="98587" y="66797"/>
                  </a:lnTo>
                  <a:lnTo>
                    <a:pt x="106171" y="66590"/>
                  </a:lnTo>
                  <a:lnTo>
                    <a:pt x="113755" y="66379"/>
                  </a:lnTo>
                  <a:lnTo>
                    <a:pt x="121338" y="66162"/>
                  </a:lnTo>
                  <a:lnTo>
                    <a:pt x="128922" y="65940"/>
                  </a:lnTo>
                  <a:lnTo>
                    <a:pt x="136506" y="65713"/>
                  </a:lnTo>
                  <a:lnTo>
                    <a:pt x="144089" y="65480"/>
                  </a:lnTo>
                  <a:lnTo>
                    <a:pt x="151673" y="65242"/>
                  </a:lnTo>
                  <a:lnTo>
                    <a:pt x="159257" y="65000"/>
                  </a:lnTo>
                  <a:lnTo>
                    <a:pt x="166840" y="64753"/>
                  </a:lnTo>
                  <a:lnTo>
                    <a:pt x="174424" y="64501"/>
                  </a:lnTo>
                  <a:lnTo>
                    <a:pt x="182008" y="64246"/>
                  </a:lnTo>
                  <a:lnTo>
                    <a:pt x="189591" y="63986"/>
                  </a:lnTo>
                  <a:lnTo>
                    <a:pt x="197175" y="63723"/>
                  </a:lnTo>
                  <a:lnTo>
                    <a:pt x="204759" y="63455"/>
                  </a:lnTo>
                  <a:lnTo>
                    <a:pt x="212342" y="63184"/>
                  </a:lnTo>
                  <a:lnTo>
                    <a:pt x="219926" y="62910"/>
                  </a:lnTo>
                  <a:lnTo>
                    <a:pt x="227510" y="62632"/>
                  </a:lnTo>
                  <a:lnTo>
                    <a:pt x="235093" y="62352"/>
                  </a:lnTo>
                  <a:lnTo>
                    <a:pt x="242677" y="62070"/>
                  </a:lnTo>
                  <a:lnTo>
                    <a:pt x="250261" y="61785"/>
                  </a:lnTo>
                  <a:lnTo>
                    <a:pt x="257844" y="61498"/>
                  </a:lnTo>
                  <a:lnTo>
                    <a:pt x="265428" y="61209"/>
                  </a:lnTo>
                  <a:lnTo>
                    <a:pt x="273012" y="60918"/>
                  </a:lnTo>
                  <a:lnTo>
                    <a:pt x="280595" y="60626"/>
                  </a:lnTo>
                  <a:lnTo>
                    <a:pt x="288179" y="60332"/>
                  </a:lnTo>
                  <a:lnTo>
                    <a:pt x="295763" y="60037"/>
                  </a:lnTo>
                  <a:lnTo>
                    <a:pt x="303346" y="59741"/>
                  </a:lnTo>
                  <a:lnTo>
                    <a:pt x="310930" y="59444"/>
                  </a:lnTo>
                  <a:lnTo>
                    <a:pt x="318514" y="59147"/>
                  </a:lnTo>
                  <a:lnTo>
                    <a:pt x="326097" y="58848"/>
                  </a:lnTo>
                  <a:lnTo>
                    <a:pt x="333681" y="58548"/>
                  </a:lnTo>
                  <a:lnTo>
                    <a:pt x="341265" y="58248"/>
                  </a:lnTo>
                  <a:lnTo>
                    <a:pt x="348848" y="57946"/>
                  </a:lnTo>
                  <a:lnTo>
                    <a:pt x="356432" y="57644"/>
                  </a:lnTo>
                  <a:lnTo>
                    <a:pt x="364016" y="57340"/>
                  </a:lnTo>
                  <a:lnTo>
                    <a:pt x="371599" y="57035"/>
                  </a:lnTo>
                  <a:lnTo>
                    <a:pt x="379183" y="56728"/>
                  </a:lnTo>
                  <a:lnTo>
                    <a:pt x="386767" y="56420"/>
                  </a:lnTo>
                  <a:lnTo>
                    <a:pt x="394351" y="56109"/>
                  </a:lnTo>
                  <a:lnTo>
                    <a:pt x="401934" y="55796"/>
                  </a:lnTo>
                  <a:lnTo>
                    <a:pt x="409518" y="55480"/>
                  </a:lnTo>
                  <a:lnTo>
                    <a:pt x="417102" y="55161"/>
                  </a:lnTo>
                  <a:lnTo>
                    <a:pt x="424685" y="54840"/>
                  </a:lnTo>
                  <a:lnTo>
                    <a:pt x="432269" y="54514"/>
                  </a:lnTo>
                  <a:lnTo>
                    <a:pt x="439853" y="54184"/>
                  </a:lnTo>
                  <a:lnTo>
                    <a:pt x="447436" y="53850"/>
                  </a:lnTo>
                  <a:lnTo>
                    <a:pt x="455020" y="53512"/>
                  </a:lnTo>
                  <a:lnTo>
                    <a:pt x="462604" y="53167"/>
                  </a:lnTo>
                  <a:lnTo>
                    <a:pt x="470187" y="52817"/>
                  </a:lnTo>
                  <a:lnTo>
                    <a:pt x="477771" y="52461"/>
                  </a:lnTo>
                  <a:lnTo>
                    <a:pt x="485355" y="52100"/>
                  </a:lnTo>
                  <a:lnTo>
                    <a:pt x="492938" y="51732"/>
                  </a:lnTo>
                  <a:lnTo>
                    <a:pt x="500522" y="51357"/>
                  </a:lnTo>
                  <a:lnTo>
                    <a:pt x="508106" y="50976"/>
                  </a:lnTo>
                  <a:lnTo>
                    <a:pt x="515689" y="50587"/>
                  </a:lnTo>
                  <a:lnTo>
                    <a:pt x="523273" y="50191"/>
                  </a:lnTo>
                  <a:lnTo>
                    <a:pt x="530857" y="49788"/>
                  </a:lnTo>
                  <a:lnTo>
                    <a:pt x="538440" y="49377"/>
                  </a:lnTo>
                  <a:lnTo>
                    <a:pt x="546024" y="48959"/>
                  </a:lnTo>
                  <a:lnTo>
                    <a:pt x="553608" y="48534"/>
                  </a:lnTo>
                  <a:lnTo>
                    <a:pt x="561191" y="48102"/>
                  </a:lnTo>
                  <a:lnTo>
                    <a:pt x="568775" y="47663"/>
                  </a:lnTo>
                  <a:lnTo>
                    <a:pt x="576359" y="47217"/>
                  </a:lnTo>
                  <a:lnTo>
                    <a:pt x="583942" y="46764"/>
                  </a:lnTo>
                  <a:lnTo>
                    <a:pt x="591526" y="46305"/>
                  </a:lnTo>
                  <a:lnTo>
                    <a:pt x="599110" y="45839"/>
                  </a:lnTo>
                  <a:lnTo>
                    <a:pt x="606693" y="45367"/>
                  </a:lnTo>
                  <a:lnTo>
                    <a:pt x="614277" y="44890"/>
                  </a:lnTo>
                  <a:lnTo>
                    <a:pt x="621861" y="44408"/>
                  </a:lnTo>
                  <a:lnTo>
                    <a:pt x="629444" y="43920"/>
                  </a:lnTo>
                  <a:lnTo>
                    <a:pt x="637028" y="43428"/>
                  </a:lnTo>
                  <a:lnTo>
                    <a:pt x="644612" y="42932"/>
                  </a:lnTo>
                  <a:lnTo>
                    <a:pt x="652195" y="42431"/>
                  </a:lnTo>
                  <a:lnTo>
                    <a:pt x="659779" y="41927"/>
                  </a:lnTo>
                  <a:lnTo>
                    <a:pt x="667363" y="41419"/>
                  </a:lnTo>
                  <a:lnTo>
                    <a:pt x="674946" y="40908"/>
                  </a:lnTo>
                  <a:lnTo>
                    <a:pt x="682530" y="40394"/>
                  </a:lnTo>
                  <a:lnTo>
                    <a:pt x="690114" y="39878"/>
                  </a:lnTo>
                  <a:lnTo>
                    <a:pt x="697697" y="39359"/>
                  </a:lnTo>
                  <a:lnTo>
                    <a:pt x="705281" y="38838"/>
                  </a:lnTo>
                  <a:lnTo>
                    <a:pt x="712865" y="38314"/>
                  </a:lnTo>
                  <a:lnTo>
                    <a:pt x="720448" y="37788"/>
                  </a:lnTo>
                  <a:lnTo>
                    <a:pt x="728032" y="37260"/>
                  </a:lnTo>
                  <a:lnTo>
                    <a:pt x="735616" y="36729"/>
                  </a:lnTo>
                  <a:lnTo>
                    <a:pt x="743199" y="36197"/>
                  </a:lnTo>
                  <a:lnTo>
                    <a:pt x="750783" y="35662"/>
                  </a:lnTo>
                  <a:lnTo>
                    <a:pt x="758367" y="35124"/>
                  </a:lnTo>
                  <a:lnTo>
                    <a:pt x="765951" y="34585"/>
                  </a:lnTo>
                  <a:lnTo>
                    <a:pt x="773534" y="34042"/>
                  </a:lnTo>
                  <a:lnTo>
                    <a:pt x="781118" y="33496"/>
                  </a:lnTo>
                  <a:lnTo>
                    <a:pt x="788702" y="32947"/>
                  </a:lnTo>
                  <a:lnTo>
                    <a:pt x="796285" y="32395"/>
                  </a:lnTo>
                  <a:lnTo>
                    <a:pt x="803869" y="31839"/>
                  </a:lnTo>
                  <a:lnTo>
                    <a:pt x="811453" y="31279"/>
                  </a:lnTo>
                  <a:lnTo>
                    <a:pt x="819036" y="30715"/>
                  </a:lnTo>
                  <a:lnTo>
                    <a:pt x="826620" y="30147"/>
                  </a:lnTo>
                  <a:lnTo>
                    <a:pt x="834204" y="29575"/>
                  </a:lnTo>
                  <a:lnTo>
                    <a:pt x="841787" y="28997"/>
                  </a:lnTo>
                  <a:lnTo>
                    <a:pt x="849371" y="28413"/>
                  </a:lnTo>
                  <a:lnTo>
                    <a:pt x="856955" y="27824"/>
                  </a:lnTo>
                  <a:lnTo>
                    <a:pt x="864538" y="27230"/>
                  </a:lnTo>
                  <a:lnTo>
                    <a:pt x="872122" y="26631"/>
                  </a:lnTo>
                  <a:lnTo>
                    <a:pt x="879706" y="26025"/>
                  </a:lnTo>
                  <a:lnTo>
                    <a:pt x="887289" y="25413"/>
                  </a:lnTo>
                  <a:lnTo>
                    <a:pt x="894873" y="24796"/>
                  </a:lnTo>
                  <a:lnTo>
                    <a:pt x="902457" y="24173"/>
                  </a:lnTo>
                  <a:lnTo>
                    <a:pt x="910040" y="23543"/>
                  </a:lnTo>
                  <a:lnTo>
                    <a:pt x="917624" y="22908"/>
                  </a:lnTo>
                  <a:lnTo>
                    <a:pt x="925208" y="22267"/>
                  </a:lnTo>
                  <a:lnTo>
                    <a:pt x="932791" y="21620"/>
                  </a:lnTo>
                  <a:lnTo>
                    <a:pt x="940375" y="20969"/>
                  </a:lnTo>
                  <a:lnTo>
                    <a:pt x="947959" y="20313"/>
                  </a:lnTo>
                  <a:lnTo>
                    <a:pt x="955542" y="19653"/>
                  </a:lnTo>
                  <a:lnTo>
                    <a:pt x="963126" y="18989"/>
                  </a:lnTo>
                  <a:lnTo>
                    <a:pt x="970710" y="18322"/>
                  </a:lnTo>
                  <a:lnTo>
                    <a:pt x="978293" y="17653"/>
                  </a:lnTo>
                  <a:lnTo>
                    <a:pt x="985877" y="16982"/>
                  </a:lnTo>
                  <a:lnTo>
                    <a:pt x="993461" y="16310"/>
                  </a:lnTo>
                  <a:lnTo>
                    <a:pt x="1001044" y="15638"/>
                  </a:lnTo>
                  <a:lnTo>
                    <a:pt x="1008628" y="14968"/>
                  </a:lnTo>
                  <a:lnTo>
                    <a:pt x="1016212" y="14300"/>
                  </a:lnTo>
                  <a:lnTo>
                    <a:pt x="1023795" y="13634"/>
                  </a:lnTo>
                  <a:lnTo>
                    <a:pt x="1031379" y="12973"/>
                  </a:lnTo>
                  <a:lnTo>
                    <a:pt x="1038963" y="12319"/>
                  </a:lnTo>
                  <a:lnTo>
                    <a:pt x="1046546" y="11672"/>
                  </a:lnTo>
                  <a:lnTo>
                    <a:pt x="1054130" y="11033"/>
                  </a:lnTo>
                  <a:lnTo>
                    <a:pt x="1061714" y="10403"/>
                  </a:lnTo>
                  <a:lnTo>
                    <a:pt x="1069297" y="9784"/>
                  </a:lnTo>
                  <a:lnTo>
                    <a:pt x="1076881" y="9178"/>
                  </a:lnTo>
                  <a:lnTo>
                    <a:pt x="1084465" y="8585"/>
                  </a:lnTo>
                  <a:lnTo>
                    <a:pt x="1092048" y="8006"/>
                  </a:lnTo>
                  <a:lnTo>
                    <a:pt x="1099632" y="7443"/>
                  </a:lnTo>
                  <a:lnTo>
                    <a:pt x="1107216" y="6899"/>
                  </a:lnTo>
                  <a:lnTo>
                    <a:pt x="1114799" y="6374"/>
                  </a:lnTo>
                  <a:lnTo>
                    <a:pt x="1122383" y="5868"/>
                  </a:lnTo>
                  <a:lnTo>
                    <a:pt x="1129967" y="5382"/>
                  </a:lnTo>
                  <a:lnTo>
                    <a:pt x="1137550" y="4915"/>
                  </a:lnTo>
                  <a:lnTo>
                    <a:pt x="1145134" y="4471"/>
                  </a:lnTo>
                  <a:lnTo>
                    <a:pt x="1152718" y="4049"/>
                  </a:lnTo>
                  <a:lnTo>
                    <a:pt x="1160302" y="3649"/>
                  </a:lnTo>
                  <a:lnTo>
                    <a:pt x="1167885" y="3274"/>
                  </a:lnTo>
                  <a:lnTo>
                    <a:pt x="1175469" y="2922"/>
                  </a:lnTo>
                  <a:lnTo>
                    <a:pt x="1183053" y="2595"/>
                  </a:lnTo>
                  <a:lnTo>
                    <a:pt x="1190636" y="2290"/>
                  </a:lnTo>
                  <a:lnTo>
                    <a:pt x="1198220" y="2006"/>
                  </a:lnTo>
                  <a:lnTo>
                    <a:pt x="1205804" y="1745"/>
                  </a:lnTo>
                  <a:lnTo>
                    <a:pt x="1213387" y="1506"/>
                  </a:lnTo>
                  <a:lnTo>
                    <a:pt x="1220971" y="1289"/>
                  </a:lnTo>
                  <a:lnTo>
                    <a:pt x="1228555" y="1093"/>
                  </a:lnTo>
                  <a:lnTo>
                    <a:pt x="1236138" y="917"/>
                  </a:lnTo>
                  <a:lnTo>
                    <a:pt x="1243722" y="760"/>
                  </a:lnTo>
                  <a:lnTo>
                    <a:pt x="1251306" y="623"/>
                  </a:lnTo>
                  <a:lnTo>
                    <a:pt x="1258889" y="501"/>
                  </a:lnTo>
                  <a:lnTo>
                    <a:pt x="1266473" y="395"/>
                  </a:lnTo>
                  <a:lnTo>
                    <a:pt x="1274057" y="303"/>
                  </a:lnTo>
                  <a:lnTo>
                    <a:pt x="1281640" y="226"/>
                  </a:lnTo>
                  <a:lnTo>
                    <a:pt x="1289224" y="162"/>
                  </a:lnTo>
                  <a:lnTo>
                    <a:pt x="1296808" y="111"/>
                  </a:lnTo>
                  <a:lnTo>
                    <a:pt x="1304391" y="70"/>
                  </a:lnTo>
                  <a:lnTo>
                    <a:pt x="1311975" y="40"/>
                  </a:lnTo>
                  <a:lnTo>
                    <a:pt x="1319559" y="18"/>
                  </a:lnTo>
                  <a:lnTo>
                    <a:pt x="1327142" y="5"/>
                  </a:lnTo>
                  <a:lnTo>
                    <a:pt x="1334726" y="0"/>
                  </a:lnTo>
                  <a:lnTo>
                    <a:pt x="1342310" y="1"/>
                  </a:lnTo>
                  <a:lnTo>
                    <a:pt x="1349893" y="9"/>
                  </a:lnTo>
                  <a:lnTo>
                    <a:pt x="1357477" y="24"/>
                  </a:lnTo>
                  <a:lnTo>
                    <a:pt x="1365061" y="44"/>
                  </a:lnTo>
                  <a:lnTo>
                    <a:pt x="1372644" y="71"/>
                  </a:lnTo>
                  <a:lnTo>
                    <a:pt x="1380228" y="103"/>
                  </a:lnTo>
                  <a:lnTo>
                    <a:pt x="1387812" y="141"/>
                  </a:lnTo>
                  <a:lnTo>
                    <a:pt x="1395395" y="184"/>
                  </a:lnTo>
                  <a:lnTo>
                    <a:pt x="1402979" y="233"/>
                  </a:lnTo>
                  <a:lnTo>
                    <a:pt x="1410563" y="287"/>
                  </a:lnTo>
                  <a:lnTo>
                    <a:pt x="1418146" y="349"/>
                  </a:lnTo>
                  <a:lnTo>
                    <a:pt x="1425730" y="417"/>
                  </a:lnTo>
                  <a:lnTo>
                    <a:pt x="1433314" y="493"/>
                  </a:lnTo>
                  <a:lnTo>
                    <a:pt x="1440897" y="575"/>
                  </a:lnTo>
                  <a:lnTo>
                    <a:pt x="1448481" y="666"/>
                  </a:lnTo>
                  <a:lnTo>
                    <a:pt x="1456065" y="765"/>
                  </a:lnTo>
                  <a:lnTo>
                    <a:pt x="1463648" y="873"/>
                  </a:lnTo>
                  <a:lnTo>
                    <a:pt x="1471232" y="989"/>
                  </a:lnTo>
                  <a:lnTo>
                    <a:pt x="1478816" y="1115"/>
                  </a:lnTo>
                  <a:lnTo>
                    <a:pt x="1486399" y="1252"/>
                  </a:lnTo>
                  <a:lnTo>
                    <a:pt x="1493983" y="1400"/>
                  </a:lnTo>
                  <a:lnTo>
                    <a:pt x="1501567" y="1558"/>
                  </a:lnTo>
                  <a:lnTo>
                    <a:pt x="1509150" y="1727"/>
                  </a:lnTo>
                  <a:lnTo>
                    <a:pt x="1516734" y="1907"/>
                  </a:lnTo>
                  <a:lnTo>
                    <a:pt x="1524318" y="2100"/>
                  </a:lnTo>
                  <a:lnTo>
                    <a:pt x="1531902" y="2304"/>
                  </a:lnTo>
                  <a:lnTo>
                    <a:pt x="1539485" y="2520"/>
                  </a:lnTo>
                  <a:lnTo>
                    <a:pt x="1547069" y="2748"/>
                  </a:lnTo>
                  <a:lnTo>
                    <a:pt x="1554653" y="2992"/>
                  </a:lnTo>
                  <a:lnTo>
                    <a:pt x="1562236" y="3248"/>
                  </a:lnTo>
                  <a:lnTo>
                    <a:pt x="1569820" y="3517"/>
                  </a:lnTo>
                  <a:lnTo>
                    <a:pt x="1577404" y="3799"/>
                  </a:lnTo>
                  <a:lnTo>
                    <a:pt x="1584987" y="4096"/>
                  </a:lnTo>
                  <a:lnTo>
                    <a:pt x="1592571" y="4406"/>
                  </a:lnTo>
                  <a:lnTo>
                    <a:pt x="1600155" y="4731"/>
                  </a:lnTo>
                  <a:lnTo>
                    <a:pt x="1607738" y="5068"/>
                  </a:lnTo>
                  <a:lnTo>
                    <a:pt x="1615322" y="5422"/>
                  </a:lnTo>
                  <a:lnTo>
                    <a:pt x="1622906" y="5792"/>
                  </a:lnTo>
                  <a:lnTo>
                    <a:pt x="1630489" y="6178"/>
                  </a:lnTo>
                  <a:lnTo>
                    <a:pt x="1638073" y="6578"/>
                  </a:lnTo>
                  <a:lnTo>
                    <a:pt x="1645657" y="6993"/>
                  </a:lnTo>
                  <a:lnTo>
                    <a:pt x="1653240" y="7425"/>
                  </a:lnTo>
                  <a:lnTo>
                    <a:pt x="1660824" y="7873"/>
                  </a:lnTo>
                  <a:lnTo>
                    <a:pt x="1668408" y="8337"/>
                  </a:lnTo>
                  <a:lnTo>
                    <a:pt x="1675991" y="8816"/>
                  </a:lnTo>
                  <a:lnTo>
                    <a:pt x="1683575" y="9314"/>
                  </a:lnTo>
                  <a:lnTo>
                    <a:pt x="1691159" y="9830"/>
                  </a:lnTo>
                  <a:lnTo>
                    <a:pt x="1698742" y="10361"/>
                  </a:lnTo>
                  <a:lnTo>
                    <a:pt x="1706326" y="10907"/>
                  </a:lnTo>
                  <a:lnTo>
                    <a:pt x="1713910" y="11469"/>
                  </a:lnTo>
                  <a:lnTo>
                    <a:pt x="1721493" y="12047"/>
                  </a:lnTo>
                  <a:lnTo>
                    <a:pt x="1729077" y="12640"/>
                  </a:lnTo>
                  <a:lnTo>
                    <a:pt x="1736661" y="13247"/>
                  </a:lnTo>
                  <a:lnTo>
                    <a:pt x="1744244" y="13867"/>
                  </a:lnTo>
                  <a:lnTo>
                    <a:pt x="1751828" y="14502"/>
                  </a:lnTo>
                  <a:lnTo>
                    <a:pt x="1759412" y="15150"/>
                  </a:lnTo>
                  <a:lnTo>
                    <a:pt x="1766995" y="15807"/>
                  </a:lnTo>
                  <a:lnTo>
                    <a:pt x="1774579" y="16474"/>
                  </a:lnTo>
                  <a:lnTo>
                    <a:pt x="1782163" y="17150"/>
                  </a:lnTo>
                  <a:lnTo>
                    <a:pt x="1789746" y="17833"/>
                  </a:lnTo>
                  <a:lnTo>
                    <a:pt x="1797330" y="18522"/>
                  </a:lnTo>
                  <a:lnTo>
                    <a:pt x="1804914" y="19215"/>
                  </a:lnTo>
                  <a:lnTo>
                    <a:pt x="1812497" y="19912"/>
                  </a:lnTo>
                  <a:lnTo>
                    <a:pt x="1820081" y="20610"/>
                  </a:lnTo>
                  <a:lnTo>
                    <a:pt x="1827665" y="21308"/>
                  </a:lnTo>
                  <a:lnTo>
                    <a:pt x="1835248" y="22004"/>
                  </a:lnTo>
                  <a:lnTo>
                    <a:pt x="1842832" y="22697"/>
                  </a:lnTo>
                  <a:lnTo>
                    <a:pt x="1850416" y="23386"/>
                  </a:lnTo>
                  <a:lnTo>
                    <a:pt x="1857999" y="24068"/>
                  </a:lnTo>
                  <a:lnTo>
                    <a:pt x="1865583" y="24744"/>
                  </a:lnTo>
                  <a:lnTo>
                    <a:pt x="1873167" y="25410"/>
                  </a:lnTo>
                  <a:lnTo>
                    <a:pt x="1880750" y="26067"/>
                  </a:lnTo>
                  <a:lnTo>
                    <a:pt x="1888334" y="26712"/>
                  </a:lnTo>
                  <a:lnTo>
                    <a:pt x="1895918" y="27346"/>
                  </a:lnTo>
                  <a:lnTo>
                    <a:pt x="1903501" y="27967"/>
                  </a:lnTo>
                  <a:lnTo>
                    <a:pt x="1911085" y="28576"/>
                  </a:lnTo>
                  <a:lnTo>
                    <a:pt x="1918669" y="29172"/>
                  </a:lnTo>
                  <a:lnTo>
                    <a:pt x="1926253" y="29753"/>
                  </a:lnTo>
                  <a:lnTo>
                    <a:pt x="1933836" y="30320"/>
                  </a:lnTo>
                  <a:lnTo>
                    <a:pt x="1941420" y="30871"/>
                  </a:lnTo>
                  <a:lnTo>
                    <a:pt x="1949004" y="31408"/>
                  </a:lnTo>
                  <a:lnTo>
                    <a:pt x="1956587" y="31931"/>
                  </a:lnTo>
                  <a:lnTo>
                    <a:pt x="1964171" y="32439"/>
                  </a:lnTo>
                  <a:lnTo>
                    <a:pt x="1971755" y="32935"/>
                  </a:lnTo>
                  <a:lnTo>
                    <a:pt x="1979338" y="33418"/>
                  </a:lnTo>
                  <a:lnTo>
                    <a:pt x="1986922" y="33889"/>
                  </a:lnTo>
                  <a:lnTo>
                    <a:pt x="1994506" y="34348"/>
                  </a:lnTo>
                  <a:lnTo>
                    <a:pt x="2002089" y="34795"/>
                  </a:lnTo>
                  <a:lnTo>
                    <a:pt x="2009673" y="35231"/>
                  </a:lnTo>
                  <a:lnTo>
                    <a:pt x="2017257" y="35659"/>
                  </a:lnTo>
                  <a:lnTo>
                    <a:pt x="2024840" y="36078"/>
                  </a:lnTo>
                  <a:lnTo>
                    <a:pt x="2032424" y="36489"/>
                  </a:lnTo>
                  <a:lnTo>
                    <a:pt x="2040008" y="36893"/>
                  </a:lnTo>
                  <a:lnTo>
                    <a:pt x="2047591" y="37292"/>
                  </a:lnTo>
                  <a:lnTo>
                    <a:pt x="2055175" y="37685"/>
                  </a:lnTo>
                  <a:lnTo>
                    <a:pt x="2062759" y="38074"/>
                  </a:lnTo>
                  <a:lnTo>
                    <a:pt x="2070342" y="38458"/>
                  </a:lnTo>
                  <a:lnTo>
                    <a:pt x="2077926" y="38840"/>
                  </a:lnTo>
                  <a:lnTo>
                    <a:pt x="2085510" y="39220"/>
                  </a:lnTo>
                  <a:lnTo>
                    <a:pt x="2093093" y="39598"/>
                  </a:lnTo>
                  <a:lnTo>
                    <a:pt x="2100677" y="39975"/>
                  </a:lnTo>
                  <a:lnTo>
                    <a:pt x="2108261" y="40351"/>
                  </a:lnTo>
                  <a:lnTo>
                    <a:pt x="2115844" y="40727"/>
                  </a:lnTo>
                  <a:lnTo>
                    <a:pt x="2123428" y="41103"/>
                  </a:lnTo>
                  <a:lnTo>
                    <a:pt x="2131012" y="41479"/>
                  </a:lnTo>
                  <a:lnTo>
                    <a:pt x="2138595" y="41856"/>
                  </a:lnTo>
                  <a:lnTo>
                    <a:pt x="2146179" y="42233"/>
                  </a:lnTo>
                  <a:lnTo>
                    <a:pt x="2153763" y="42610"/>
                  </a:lnTo>
                  <a:lnTo>
                    <a:pt x="2161346" y="42989"/>
                  </a:lnTo>
                  <a:lnTo>
                    <a:pt x="2168930" y="43367"/>
                  </a:lnTo>
                  <a:lnTo>
                    <a:pt x="2176514" y="43746"/>
                  </a:lnTo>
                  <a:lnTo>
                    <a:pt x="2184097" y="44125"/>
                  </a:lnTo>
                  <a:lnTo>
                    <a:pt x="2191681" y="44505"/>
                  </a:lnTo>
                  <a:lnTo>
                    <a:pt x="2199265" y="44883"/>
                  </a:lnTo>
                  <a:lnTo>
                    <a:pt x="2206848" y="45261"/>
                  </a:lnTo>
                  <a:lnTo>
                    <a:pt x="2214432" y="45638"/>
                  </a:lnTo>
                  <a:lnTo>
                    <a:pt x="2222016" y="46013"/>
                  </a:lnTo>
                  <a:lnTo>
                    <a:pt x="2229599" y="46386"/>
                  </a:lnTo>
                  <a:lnTo>
                    <a:pt x="2237183" y="46757"/>
                  </a:lnTo>
                  <a:lnTo>
                    <a:pt x="2244767" y="47126"/>
                  </a:lnTo>
                  <a:lnTo>
                    <a:pt x="2252350" y="47491"/>
                  </a:lnTo>
                  <a:lnTo>
                    <a:pt x="2259934" y="47852"/>
                  </a:lnTo>
                  <a:lnTo>
                    <a:pt x="2267518" y="48208"/>
                  </a:lnTo>
                  <a:lnTo>
                    <a:pt x="2275101" y="48560"/>
                  </a:lnTo>
                  <a:lnTo>
                    <a:pt x="2282685" y="48907"/>
                  </a:lnTo>
                  <a:lnTo>
                    <a:pt x="2290269" y="49249"/>
                  </a:lnTo>
                  <a:lnTo>
                    <a:pt x="2297853" y="49584"/>
                  </a:lnTo>
                  <a:lnTo>
                    <a:pt x="2305436" y="49913"/>
                  </a:lnTo>
                  <a:lnTo>
                    <a:pt x="2313020" y="50236"/>
                  </a:lnTo>
                  <a:lnTo>
                    <a:pt x="2320604" y="50552"/>
                  </a:lnTo>
                  <a:lnTo>
                    <a:pt x="2328187" y="50859"/>
                  </a:lnTo>
                  <a:lnTo>
                    <a:pt x="2335771" y="51158"/>
                  </a:lnTo>
                  <a:lnTo>
                    <a:pt x="2343355" y="51450"/>
                  </a:lnTo>
                  <a:lnTo>
                    <a:pt x="2350938" y="51734"/>
                  </a:lnTo>
                  <a:lnTo>
                    <a:pt x="2358522" y="52011"/>
                  </a:lnTo>
                  <a:lnTo>
                    <a:pt x="2366106" y="52279"/>
                  </a:lnTo>
                  <a:lnTo>
                    <a:pt x="2373689" y="52539"/>
                  </a:lnTo>
                  <a:lnTo>
                    <a:pt x="2381273" y="52791"/>
                  </a:lnTo>
                  <a:lnTo>
                    <a:pt x="2388857" y="53035"/>
                  </a:lnTo>
                  <a:lnTo>
                    <a:pt x="2396440" y="53270"/>
                  </a:lnTo>
                  <a:lnTo>
                    <a:pt x="2404024" y="53498"/>
                  </a:lnTo>
                  <a:lnTo>
                    <a:pt x="2411608" y="53719"/>
                  </a:lnTo>
                  <a:lnTo>
                    <a:pt x="2419191" y="53933"/>
                  </a:lnTo>
                  <a:lnTo>
                    <a:pt x="2426775" y="54141"/>
                  </a:lnTo>
                  <a:lnTo>
                    <a:pt x="2434359" y="54343"/>
                  </a:lnTo>
                  <a:lnTo>
                    <a:pt x="2441942" y="54538"/>
                  </a:lnTo>
                  <a:lnTo>
                    <a:pt x="2449526" y="54729"/>
                  </a:lnTo>
                  <a:lnTo>
                    <a:pt x="2457110" y="54915"/>
                  </a:lnTo>
                  <a:lnTo>
                    <a:pt x="2464693" y="55097"/>
                  </a:lnTo>
                  <a:lnTo>
                    <a:pt x="2472277" y="55275"/>
                  </a:lnTo>
                  <a:lnTo>
                    <a:pt x="2479861" y="55451"/>
                  </a:lnTo>
                  <a:lnTo>
                    <a:pt x="2487444" y="55625"/>
                  </a:lnTo>
                  <a:lnTo>
                    <a:pt x="2495028" y="55797"/>
                  </a:lnTo>
                  <a:lnTo>
                    <a:pt x="2502612" y="55968"/>
                  </a:lnTo>
                  <a:lnTo>
                    <a:pt x="2510195" y="56139"/>
                  </a:lnTo>
                  <a:lnTo>
                    <a:pt x="2517779" y="56310"/>
                  </a:lnTo>
                  <a:lnTo>
                    <a:pt x="2525363" y="56482"/>
                  </a:lnTo>
                  <a:lnTo>
                    <a:pt x="2532946" y="56655"/>
                  </a:lnTo>
                  <a:lnTo>
                    <a:pt x="2540530" y="56830"/>
                  </a:lnTo>
                  <a:lnTo>
                    <a:pt x="2548114" y="57007"/>
                  </a:lnTo>
                  <a:lnTo>
                    <a:pt x="2555697" y="57187"/>
                  </a:lnTo>
                  <a:lnTo>
                    <a:pt x="2563281" y="57369"/>
                  </a:lnTo>
                  <a:lnTo>
                    <a:pt x="2570865" y="57555"/>
                  </a:lnTo>
                  <a:lnTo>
                    <a:pt x="2578448" y="57744"/>
                  </a:lnTo>
                  <a:lnTo>
                    <a:pt x="2586032" y="57937"/>
                  </a:lnTo>
                  <a:lnTo>
                    <a:pt x="2593616" y="58133"/>
                  </a:lnTo>
                  <a:lnTo>
                    <a:pt x="2601199" y="58333"/>
                  </a:lnTo>
                  <a:lnTo>
                    <a:pt x="2608783" y="58536"/>
                  </a:lnTo>
                  <a:lnTo>
                    <a:pt x="2616367" y="58742"/>
                  </a:lnTo>
                  <a:lnTo>
                    <a:pt x="2623950" y="58951"/>
                  </a:lnTo>
                  <a:lnTo>
                    <a:pt x="2631534" y="59163"/>
                  </a:lnTo>
                  <a:lnTo>
                    <a:pt x="2639118" y="59377"/>
                  </a:lnTo>
                  <a:lnTo>
                    <a:pt x="2646701" y="59592"/>
                  </a:lnTo>
                  <a:lnTo>
                    <a:pt x="2654285" y="59809"/>
                  </a:lnTo>
                  <a:lnTo>
                    <a:pt x="2661869" y="60027"/>
                  </a:lnTo>
                  <a:lnTo>
                    <a:pt x="2669452" y="60245"/>
                  </a:lnTo>
                  <a:lnTo>
                    <a:pt x="2677036" y="60463"/>
                  </a:lnTo>
                  <a:lnTo>
                    <a:pt x="2684620" y="60679"/>
                  </a:lnTo>
                  <a:lnTo>
                    <a:pt x="2692204" y="60894"/>
                  </a:lnTo>
                  <a:lnTo>
                    <a:pt x="2699787" y="61107"/>
                  </a:lnTo>
                  <a:lnTo>
                    <a:pt x="2707371" y="61317"/>
                  </a:lnTo>
                  <a:lnTo>
                    <a:pt x="2714955" y="61522"/>
                  </a:lnTo>
                  <a:lnTo>
                    <a:pt x="2722538" y="61724"/>
                  </a:lnTo>
                  <a:lnTo>
                    <a:pt x="2730122" y="61921"/>
                  </a:lnTo>
                  <a:lnTo>
                    <a:pt x="2737706" y="62113"/>
                  </a:lnTo>
                  <a:lnTo>
                    <a:pt x="2745289" y="62299"/>
                  </a:lnTo>
                  <a:lnTo>
                    <a:pt x="2752873" y="62479"/>
                  </a:lnTo>
                  <a:lnTo>
                    <a:pt x="2760457" y="62653"/>
                  </a:lnTo>
                  <a:lnTo>
                    <a:pt x="2768040" y="62820"/>
                  </a:lnTo>
                  <a:lnTo>
                    <a:pt x="2775624" y="62979"/>
                  </a:lnTo>
                  <a:lnTo>
                    <a:pt x="2783208" y="63131"/>
                  </a:lnTo>
                  <a:lnTo>
                    <a:pt x="2790791" y="63276"/>
                  </a:lnTo>
                  <a:lnTo>
                    <a:pt x="2798375" y="63414"/>
                  </a:lnTo>
                  <a:lnTo>
                    <a:pt x="2805959" y="63545"/>
                  </a:lnTo>
                  <a:lnTo>
                    <a:pt x="2813542" y="63669"/>
                  </a:lnTo>
                  <a:lnTo>
                    <a:pt x="2821126" y="63786"/>
                  </a:lnTo>
                  <a:lnTo>
                    <a:pt x="2828710" y="63897"/>
                  </a:lnTo>
                  <a:lnTo>
                    <a:pt x="2836293" y="64002"/>
                  </a:lnTo>
                  <a:lnTo>
                    <a:pt x="2843877" y="64100"/>
                  </a:lnTo>
                  <a:lnTo>
                    <a:pt x="2851461" y="64194"/>
                  </a:lnTo>
                  <a:lnTo>
                    <a:pt x="2859044" y="64283"/>
                  </a:lnTo>
                  <a:lnTo>
                    <a:pt x="2866628" y="64369"/>
                  </a:lnTo>
                  <a:lnTo>
                    <a:pt x="2874212" y="64451"/>
                  </a:lnTo>
                  <a:lnTo>
                    <a:pt x="2881795" y="64530"/>
                  </a:lnTo>
                  <a:lnTo>
                    <a:pt x="2889379" y="64607"/>
                  </a:lnTo>
                  <a:lnTo>
                    <a:pt x="2896963" y="64683"/>
                  </a:lnTo>
                  <a:lnTo>
                    <a:pt x="2904546" y="64758"/>
                  </a:lnTo>
                  <a:lnTo>
                    <a:pt x="2912130" y="64833"/>
                  </a:lnTo>
                  <a:lnTo>
                    <a:pt x="2919714" y="64908"/>
                  </a:lnTo>
                  <a:lnTo>
                    <a:pt x="2927297" y="64985"/>
                  </a:lnTo>
                  <a:lnTo>
                    <a:pt x="2934881" y="65063"/>
                  </a:lnTo>
                  <a:lnTo>
                    <a:pt x="2942465" y="65143"/>
                  </a:lnTo>
                  <a:lnTo>
                    <a:pt x="2950048" y="65226"/>
                  </a:lnTo>
                  <a:lnTo>
                    <a:pt x="2957632" y="65311"/>
                  </a:lnTo>
                  <a:lnTo>
                    <a:pt x="2965216" y="65400"/>
                  </a:lnTo>
                  <a:lnTo>
                    <a:pt x="2972799" y="65493"/>
                  </a:lnTo>
                  <a:lnTo>
                    <a:pt x="2980383" y="65590"/>
                  </a:lnTo>
                  <a:lnTo>
                    <a:pt x="2987967" y="65691"/>
                  </a:lnTo>
                  <a:lnTo>
                    <a:pt x="2995550" y="65795"/>
                  </a:lnTo>
                  <a:lnTo>
                    <a:pt x="3003134" y="65904"/>
                  </a:lnTo>
                  <a:lnTo>
                    <a:pt x="3010718" y="66016"/>
                  </a:lnTo>
                  <a:lnTo>
                    <a:pt x="3018301" y="66132"/>
                  </a:lnTo>
                  <a:lnTo>
                    <a:pt x="3025885" y="66252"/>
                  </a:lnTo>
                  <a:lnTo>
                    <a:pt x="3033469" y="66375"/>
                  </a:lnTo>
                  <a:lnTo>
                    <a:pt x="3041052" y="66502"/>
                  </a:lnTo>
                  <a:lnTo>
                    <a:pt x="3048636" y="66631"/>
                  </a:lnTo>
                  <a:lnTo>
                    <a:pt x="3056220" y="66763"/>
                  </a:lnTo>
                  <a:lnTo>
                    <a:pt x="3063804" y="66896"/>
                  </a:lnTo>
                  <a:lnTo>
                    <a:pt x="3071387" y="67031"/>
                  </a:lnTo>
                  <a:lnTo>
                    <a:pt x="3078971" y="67167"/>
                  </a:lnTo>
                  <a:lnTo>
                    <a:pt x="3086555" y="67304"/>
                  </a:lnTo>
                  <a:lnTo>
                    <a:pt x="3094138" y="67441"/>
                  </a:lnTo>
                  <a:lnTo>
                    <a:pt x="3101722" y="67578"/>
                  </a:lnTo>
                  <a:lnTo>
                    <a:pt x="3109306" y="67713"/>
                  </a:lnTo>
                  <a:lnTo>
                    <a:pt x="3116889" y="67848"/>
                  </a:lnTo>
                  <a:lnTo>
                    <a:pt x="3124473" y="67981"/>
                  </a:lnTo>
                  <a:lnTo>
                    <a:pt x="3132057" y="68111"/>
                  </a:lnTo>
                  <a:lnTo>
                    <a:pt x="3139640" y="68240"/>
                  </a:lnTo>
                  <a:lnTo>
                    <a:pt x="3147224" y="68365"/>
                  </a:lnTo>
                  <a:lnTo>
                    <a:pt x="3154808" y="68487"/>
                  </a:lnTo>
                  <a:lnTo>
                    <a:pt x="3162391" y="68606"/>
                  </a:lnTo>
                  <a:lnTo>
                    <a:pt x="3169975" y="68721"/>
                  </a:lnTo>
                  <a:lnTo>
                    <a:pt x="3177559" y="68832"/>
                  </a:lnTo>
                  <a:lnTo>
                    <a:pt x="3185142" y="68938"/>
                  </a:lnTo>
                  <a:lnTo>
                    <a:pt x="3192726" y="69041"/>
                  </a:lnTo>
                  <a:lnTo>
                    <a:pt x="3200310" y="69139"/>
                  </a:lnTo>
                  <a:lnTo>
                    <a:pt x="3207893" y="69234"/>
                  </a:lnTo>
                  <a:lnTo>
                    <a:pt x="3215477" y="69323"/>
                  </a:lnTo>
                  <a:lnTo>
                    <a:pt x="3223061" y="69408"/>
                  </a:lnTo>
                  <a:lnTo>
                    <a:pt x="3230644" y="69488"/>
                  </a:lnTo>
                  <a:lnTo>
                    <a:pt x="3238228" y="69565"/>
                  </a:lnTo>
                  <a:lnTo>
                    <a:pt x="3245812" y="69636"/>
                  </a:lnTo>
                  <a:lnTo>
                    <a:pt x="3253395" y="69704"/>
                  </a:lnTo>
                  <a:lnTo>
                    <a:pt x="3260979" y="69768"/>
                  </a:lnTo>
                  <a:lnTo>
                    <a:pt x="3268563" y="69828"/>
                  </a:lnTo>
                  <a:lnTo>
                    <a:pt x="3276146" y="69885"/>
                  </a:lnTo>
                  <a:lnTo>
                    <a:pt x="3283730" y="69938"/>
                  </a:lnTo>
                  <a:lnTo>
                    <a:pt x="3291314" y="69987"/>
                  </a:lnTo>
                  <a:lnTo>
                    <a:pt x="3298897" y="70033"/>
                  </a:lnTo>
                  <a:lnTo>
                    <a:pt x="3306481" y="70077"/>
                  </a:lnTo>
                  <a:lnTo>
                    <a:pt x="3314065" y="70117"/>
                  </a:lnTo>
                  <a:lnTo>
                    <a:pt x="3321648" y="70156"/>
                  </a:lnTo>
                  <a:lnTo>
                    <a:pt x="3329232" y="70191"/>
                  </a:lnTo>
                  <a:lnTo>
                    <a:pt x="3336816" y="70225"/>
                  </a:lnTo>
                  <a:lnTo>
                    <a:pt x="3344399" y="70257"/>
                  </a:lnTo>
                  <a:lnTo>
                    <a:pt x="3351983" y="70286"/>
                  </a:lnTo>
                  <a:lnTo>
                    <a:pt x="3359567" y="70314"/>
                  </a:lnTo>
                  <a:lnTo>
                    <a:pt x="3367150" y="70341"/>
                  </a:lnTo>
                  <a:lnTo>
                    <a:pt x="3374734" y="70365"/>
                  </a:lnTo>
                  <a:lnTo>
                    <a:pt x="3382318" y="70389"/>
                  </a:lnTo>
                  <a:lnTo>
                    <a:pt x="3389901" y="70411"/>
                  </a:lnTo>
                  <a:lnTo>
                    <a:pt x="3397485" y="70432"/>
                  </a:lnTo>
                  <a:lnTo>
                    <a:pt x="3405069" y="70452"/>
                  </a:lnTo>
                  <a:lnTo>
                    <a:pt x="3412652" y="70471"/>
                  </a:lnTo>
                  <a:lnTo>
                    <a:pt x="3420236" y="70489"/>
                  </a:lnTo>
                  <a:lnTo>
                    <a:pt x="3427820" y="70506"/>
                  </a:lnTo>
                  <a:lnTo>
                    <a:pt x="3435403" y="70522"/>
                  </a:lnTo>
                  <a:lnTo>
                    <a:pt x="3442987" y="70538"/>
                  </a:lnTo>
                  <a:lnTo>
                    <a:pt x="3450571" y="70552"/>
                  </a:lnTo>
                  <a:lnTo>
                    <a:pt x="3458155" y="70566"/>
                  </a:lnTo>
                  <a:lnTo>
                    <a:pt x="3465738" y="70579"/>
                  </a:lnTo>
                  <a:lnTo>
                    <a:pt x="3473322" y="70591"/>
                  </a:lnTo>
                  <a:lnTo>
                    <a:pt x="3480906" y="70603"/>
                  </a:lnTo>
                  <a:lnTo>
                    <a:pt x="3488489" y="70613"/>
                  </a:lnTo>
                  <a:lnTo>
                    <a:pt x="3496073" y="70623"/>
                  </a:lnTo>
                  <a:lnTo>
                    <a:pt x="3503657" y="70633"/>
                  </a:lnTo>
                  <a:lnTo>
                    <a:pt x="3511240" y="70641"/>
                  </a:lnTo>
                  <a:lnTo>
                    <a:pt x="3518824" y="70650"/>
                  </a:lnTo>
                  <a:lnTo>
                    <a:pt x="3526408" y="70657"/>
                  </a:lnTo>
                  <a:lnTo>
                    <a:pt x="3533991" y="70664"/>
                  </a:lnTo>
                  <a:lnTo>
                    <a:pt x="3541575" y="70671"/>
                  </a:lnTo>
                  <a:lnTo>
                    <a:pt x="3549159" y="70677"/>
                  </a:lnTo>
                  <a:lnTo>
                    <a:pt x="3556742" y="70683"/>
                  </a:lnTo>
                  <a:lnTo>
                    <a:pt x="3564326" y="70688"/>
                  </a:lnTo>
                  <a:lnTo>
                    <a:pt x="3571910" y="70693"/>
                  </a:lnTo>
                  <a:lnTo>
                    <a:pt x="3579493" y="70698"/>
                  </a:lnTo>
                  <a:lnTo>
                    <a:pt x="3587077" y="70703"/>
                  </a:lnTo>
                  <a:lnTo>
                    <a:pt x="3594661" y="70707"/>
                  </a:lnTo>
                  <a:lnTo>
                    <a:pt x="3602244" y="70712"/>
                  </a:lnTo>
                  <a:lnTo>
                    <a:pt x="3609828" y="70717"/>
                  </a:lnTo>
                  <a:lnTo>
                    <a:pt x="3617412" y="70721"/>
                  </a:lnTo>
                  <a:lnTo>
                    <a:pt x="3624995" y="70727"/>
                  </a:lnTo>
                  <a:lnTo>
                    <a:pt x="3632579" y="70732"/>
                  </a:lnTo>
                  <a:lnTo>
                    <a:pt x="3640163" y="70738"/>
                  </a:lnTo>
                  <a:lnTo>
                    <a:pt x="3647746" y="70744"/>
                  </a:lnTo>
                  <a:lnTo>
                    <a:pt x="3655330" y="70751"/>
                  </a:lnTo>
                  <a:lnTo>
                    <a:pt x="3662914" y="70758"/>
                  </a:lnTo>
                  <a:lnTo>
                    <a:pt x="3670497" y="70766"/>
                  </a:lnTo>
                  <a:lnTo>
                    <a:pt x="3678081" y="70774"/>
                  </a:lnTo>
                  <a:lnTo>
                    <a:pt x="3685665" y="70784"/>
                  </a:lnTo>
                  <a:lnTo>
                    <a:pt x="3693248" y="70794"/>
                  </a:lnTo>
                  <a:lnTo>
                    <a:pt x="3700832" y="70805"/>
                  </a:lnTo>
                  <a:lnTo>
                    <a:pt x="3708416" y="70817"/>
                  </a:lnTo>
                  <a:lnTo>
                    <a:pt x="3715999" y="70829"/>
                  </a:lnTo>
                  <a:lnTo>
                    <a:pt x="3723583" y="70843"/>
                  </a:lnTo>
                  <a:lnTo>
                    <a:pt x="3731167" y="70857"/>
                  </a:lnTo>
                  <a:lnTo>
                    <a:pt x="3738750" y="70873"/>
                  </a:lnTo>
                  <a:lnTo>
                    <a:pt x="3746334" y="70889"/>
                  </a:lnTo>
                  <a:lnTo>
                    <a:pt x="3753918" y="70906"/>
                  </a:lnTo>
                  <a:lnTo>
                    <a:pt x="3761501" y="70924"/>
                  </a:lnTo>
                  <a:lnTo>
                    <a:pt x="3769085" y="70943"/>
                  </a:lnTo>
                  <a:lnTo>
                    <a:pt x="3776669" y="70962"/>
                  </a:lnTo>
                  <a:lnTo>
                    <a:pt x="3784252" y="70982"/>
                  </a:lnTo>
                  <a:lnTo>
                    <a:pt x="3791836" y="71003"/>
                  </a:lnTo>
                  <a:lnTo>
                    <a:pt x="3791836" y="71683"/>
                  </a:lnTo>
                  <a:lnTo>
                    <a:pt x="3784252" y="71683"/>
                  </a:lnTo>
                  <a:lnTo>
                    <a:pt x="3776669" y="71683"/>
                  </a:lnTo>
                  <a:lnTo>
                    <a:pt x="3769085" y="71683"/>
                  </a:lnTo>
                  <a:lnTo>
                    <a:pt x="3761501" y="71683"/>
                  </a:lnTo>
                  <a:lnTo>
                    <a:pt x="3753918" y="71683"/>
                  </a:lnTo>
                  <a:lnTo>
                    <a:pt x="3746334" y="71683"/>
                  </a:lnTo>
                  <a:lnTo>
                    <a:pt x="3738750" y="71683"/>
                  </a:lnTo>
                  <a:lnTo>
                    <a:pt x="3731167" y="71683"/>
                  </a:lnTo>
                  <a:lnTo>
                    <a:pt x="3723583" y="71683"/>
                  </a:lnTo>
                  <a:lnTo>
                    <a:pt x="3715999" y="71683"/>
                  </a:lnTo>
                  <a:lnTo>
                    <a:pt x="3708416" y="71683"/>
                  </a:lnTo>
                  <a:lnTo>
                    <a:pt x="3700832" y="71683"/>
                  </a:lnTo>
                  <a:lnTo>
                    <a:pt x="3693248" y="71683"/>
                  </a:lnTo>
                  <a:lnTo>
                    <a:pt x="3685665" y="71683"/>
                  </a:lnTo>
                  <a:lnTo>
                    <a:pt x="3678081" y="71683"/>
                  </a:lnTo>
                  <a:lnTo>
                    <a:pt x="3670497" y="71683"/>
                  </a:lnTo>
                  <a:lnTo>
                    <a:pt x="3662914" y="71683"/>
                  </a:lnTo>
                  <a:lnTo>
                    <a:pt x="3655330" y="71683"/>
                  </a:lnTo>
                  <a:lnTo>
                    <a:pt x="3647746" y="71683"/>
                  </a:lnTo>
                  <a:lnTo>
                    <a:pt x="3640163" y="71683"/>
                  </a:lnTo>
                  <a:lnTo>
                    <a:pt x="3632579" y="71683"/>
                  </a:lnTo>
                  <a:lnTo>
                    <a:pt x="3624995" y="71683"/>
                  </a:lnTo>
                  <a:lnTo>
                    <a:pt x="3617412" y="71683"/>
                  </a:lnTo>
                  <a:lnTo>
                    <a:pt x="3609828" y="71683"/>
                  </a:lnTo>
                  <a:lnTo>
                    <a:pt x="3602244" y="71683"/>
                  </a:lnTo>
                  <a:lnTo>
                    <a:pt x="3594661" y="71683"/>
                  </a:lnTo>
                  <a:lnTo>
                    <a:pt x="3587077" y="71683"/>
                  </a:lnTo>
                  <a:lnTo>
                    <a:pt x="3579493" y="71683"/>
                  </a:lnTo>
                  <a:lnTo>
                    <a:pt x="3571910" y="71683"/>
                  </a:lnTo>
                  <a:lnTo>
                    <a:pt x="3564326" y="71683"/>
                  </a:lnTo>
                  <a:lnTo>
                    <a:pt x="3556742" y="71683"/>
                  </a:lnTo>
                  <a:lnTo>
                    <a:pt x="3549159" y="71683"/>
                  </a:lnTo>
                  <a:lnTo>
                    <a:pt x="3541575" y="71683"/>
                  </a:lnTo>
                  <a:lnTo>
                    <a:pt x="3533991" y="71683"/>
                  </a:lnTo>
                  <a:lnTo>
                    <a:pt x="3526408" y="71683"/>
                  </a:lnTo>
                  <a:lnTo>
                    <a:pt x="3518824" y="71683"/>
                  </a:lnTo>
                  <a:lnTo>
                    <a:pt x="3511240" y="71683"/>
                  </a:lnTo>
                  <a:lnTo>
                    <a:pt x="3503657" y="71683"/>
                  </a:lnTo>
                  <a:lnTo>
                    <a:pt x="3496073" y="71683"/>
                  </a:lnTo>
                  <a:lnTo>
                    <a:pt x="3488489" y="71683"/>
                  </a:lnTo>
                  <a:lnTo>
                    <a:pt x="3480906" y="71683"/>
                  </a:lnTo>
                  <a:lnTo>
                    <a:pt x="3473322" y="71683"/>
                  </a:lnTo>
                  <a:lnTo>
                    <a:pt x="3465738" y="71683"/>
                  </a:lnTo>
                  <a:lnTo>
                    <a:pt x="3458155" y="71683"/>
                  </a:lnTo>
                  <a:lnTo>
                    <a:pt x="3450571" y="71683"/>
                  </a:lnTo>
                  <a:lnTo>
                    <a:pt x="3442987" y="71683"/>
                  </a:lnTo>
                  <a:lnTo>
                    <a:pt x="3435403" y="71683"/>
                  </a:lnTo>
                  <a:lnTo>
                    <a:pt x="3427820" y="71683"/>
                  </a:lnTo>
                  <a:lnTo>
                    <a:pt x="3420236" y="71683"/>
                  </a:lnTo>
                  <a:lnTo>
                    <a:pt x="3412652" y="71683"/>
                  </a:lnTo>
                  <a:lnTo>
                    <a:pt x="3405069" y="71683"/>
                  </a:lnTo>
                  <a:lnTo>
                    <a:pt x="3397485" y="71683"/>
                  </a:lnTo>
                  <a:lnTo>
                    <a:pt x="3389901" y="71683"/>
                  </a:lnTo>
                  <a:lnTo>
                    <a:pt x="3382318" y="71683"/>
                  </a:lnTo>
                  <a:lnTo>
                    <a:pt x="3374734" y="71683"/>
                  </a:lnTo>
                  <a:lnTo>
                    <a:pt x="3367150" y="71683"/>
                  </a:lnTo>
                  <a:lnTo>
                    <a:pt x="3359567" y="71683"/>
                  </a:lnTo>
                  <a:lnTo>
                    <a:pt x="3351983" y="71683"/>
                  </a:lnTo>
                  <a:lnTo>
                    <a:pt x="3344399" y="71683"/>
                  </a:lnTo>
                  <a:lnTo>
                    <a:pt x="3336816" y="71683"/>
                  </a:lnTo>
                  <a:lnTo>
                    <a:pt x="3329232" y="71683"/>
                  </a:lnTo>
                  <a:lnTo>
                    <a:pt x="3321648" y="71683"/>
                  </a:lnTo>
                  <a:lnTo>
                    <a:pt x="3314065" y="71683"/>
                  </a:lnTo>
                  <a:lnTo>
                    <a:pt x="3306481" y="71683"/>
                  </a:lnTo>
                  <a:lnTo>
                    <a:pt x="3298897" y="71683"/>
                  </a:lnTo>
                  <a:lnTo>
                    <a:pt x="3291314" y="71683"/>
                  </a:lnTo>
                  <a:lnTo>
                    <a:pt x="3283730" y="71683"/>
                  </a:lnTo>
                  <a:lnTo>
                    <a:pt x="3276146" y="71683"/>
                  </a:lnTo>
                  <a:lnTo>
                    <a:pt x="3268563" y="71683"/>
                  </a:lnTo>
                  <a:lnTo>
                    <a:pt x="3260979" y="71683"/>
                  </a:lnTo>
                  <a:lnTo>
                    <a:pt x="3253395" y="71683"/>
                  </a:lnTo>
                  <a:lnTo>
                    <a:pt x="3245812" y="71683"/>
                  </a:lnTo>
                  <a:lnTo>
                    <a:pt x="3238228" y="71683"/>
                  </a:lnTo>
                  <a:lnTo>
                    <a:pt x="3230644" y="71683"/>
                  </a:lnTo>
                  <a:lnTo>
                    <a:pt x="3223061" y="71683"/>
                  </a:lnTo>
                  <a:lnTo>
                    <a:pt x="3215477" y="71683"/>
                  </a:lnTo>
                  <a:lnTo>
                    <a:pt x="3207893" y="71683"/>
                  </a:lnTo>
                  <a:lnTo>
                    <a:pt x="3200310" y="71683"/>
                  </a:lnTo>
                  <a:lnTo>
                    <a:pt x="3192726" y="71683"/>
                  </a:lnTo>
                  <a:lnTo>
                    <a:pt x="3185142" y="71683"/>
                  </a:lnTo>
                  <a:lnTo>
                    <a:pt x="3177559" y="71683"/>
                  </a:lnTo>
                  <a:lnTo>
                    <a:pt x="3169975" y="71683"/>
                  </a:lnTo>
                  <a:lnTo>
                    <a:pt x="3162391" y="71683"/>
                  </a:lnTo>
                  <a:lnTo>
                    <a:pt x="3154808" y="71683"/>
                  </a:lnTo>
                  <a:lnTo>
                    <a:pt x="3147224" y="71683"/>
                  </a:lnTo>
                  <a:lnTo>
                    <a:pt x="3139640" y="71683"/>
                  </a:lnTo>
                  <a:lnTo>
                    <a:pt x="3132057" y="71683"/>
                  </a:lnTo>
                  <a:lnTo>
                    <a:pt x="3124473" y="71683"/>
                  </a:lnTo>
                  <a:lnTo>
                    <a:pt x="3116889" y="71683"/>
                  </a:lnTo>
                  <a:lnTo>
                    <a:pt x="3109306" y="71683"/>
                  </a:lnTo>
                  <a:lnTo>
                    <a:pt x="3101722" y="71683"/>
                  </a:lnTo>
                  <a:lnTo>
                    <a:pt x="3094138" y="71683"/>
                  </a:lnTo>
                  <a:lnTo>
                    <a:pt x="3086555" y="71683"/>
                  </a:lnTo>
                  <a:lnTo>
                    <a:pt x="3078971" y="71683"/>
                  </a:lnTo>
                  <a:lnTo>
                    <a:pt x="3071387" y="71683"/>
                  </a:lnTo>
                  <a:lnTo>
                    <a:pt x="3063804" y="71683"/>
                  </a:lnTo>
                  <a:lnTo>
                    <a:pt x="3056220" y="71683"/>
                  </a:lnTo>
                  <a:lnTo>
                    <a:pt x="3048636" y="71683"/>
                  </a:lnTo>
                  <a:lnTo>
                    <a:pt x="3041052" y="71683"/>
                  </a:lnTo>
                  <a:lnTo>
                    <a:pt x="3033469" y="71683"/>
                  </a:lnTo>
                  <a:lnTo>
                    <a:pt x="3025885" y="71683"/>
                  </a:lnTo>
                  <a:lnTo>
                    <a:pt x="3018301" y="71683"/>
                  </a:lnTo>
                  <a:lnTo>
                    <a:pt x="3010718" y="71683"/>
                  </a:lnTo>
                  <a:lnTo>
                    <a:pt x="3003134" y="71683"/>
                  </a:lnTo>
                  <a:lnTo>
                    <a:pt x="2995550" y="71683"/>
                  </a:lnTo>
                  <a:lnTo>
                    <a:pt x="2987967" y="71683"/>
                  </a:lnTo>
                  <a:lnTo>
                    <a:pt x="2980383" y="71683"/>
                  </a:lnTo>
                  <a:lnTo>
                    <a:pt x="2972799" y="71683"/>
                  </a:lnTo>
                  <a:lnTo>
                    <a:pt x="2965216" y="71683"/>
                  </a:lnTo>
                  <a:lnTo>
                    <a:pt x="2957632" y="71683"/>
                  </a:lnTo>
                  <a:lnTo>
                    <a:pt x="2950048" y="71683"/>
                  </a:lnTo>
                  <a:lnTo>
                    <a:pt x="2942465" y="71683"/>
                  </a:lnTo>
                  <a:lnTo>
                    <a:pt x="2934881" y="71683"/>
                  </a:lnTo>
                  <a:lnTo>
                    <a:pt x="2927297" y="71683"/>
                  </a:lnTo>
                  <a:lnTo>
                    <a:pt x="2919714" y="71683"/>
                  </a:lnTo>
                  <a:lnTo>
                    <a:pt x="2912130" y="71683"/>
                  </a:lnTo>
                  <a:lnTo>
                    <a:pt x="2904546" y="71683"/>
                  </a:lnTo>
                  <a:lnTo>
                    <a:pt x="2896963" y="71683"/>
                  </a:lnTo>
                  <a:lnTo>
                    <a:pt x="2889379" y="71683"/>
                  </a:lnTo>
                  <a:lnTo>
                    <a:pt x="2881795" y="71683"/>
                  </a:lnTo>
                  <a:lnTo>
                    <a:pt x="2874212" y="71683"/>
                  </a:lnTo>
                  <a:lnTo>
                    <a:pt x="2866628" y="71683"/>
                  </a:lnTo>
                  <a:lnTo>
                    <a:pt x="2859044" y="71683"/>
                  </a:lnTo>
                  <a:lnTo>
                    <a:pt x="2851461" y="71683"/>
                  </a:lnTo>
                  <a:lnTo>
                    <a:pt x="2843877" y="71683"/>
                  </a:lnTo>
                  <a:lnTo>
                    <a:pt x="2836293" y="71683"/>
                  </a:lnTo>
                  <a:lnTo>
                    <a:pt x="2828710" y="71683"/>
                  </a:lnTo>
                  <a:lnTo>
                    <a:pt x="2821126" y="71683"/>
                  </a:lnTo>
                  <a:lnTo>
                    <a:pt x="2813542" y="71683"/>
                  </a:lnTo>
                  <a:lnTo>
                    <a:pt x="2805959" y="71683"/>
                  </a:lnTo>
                  <a:lnTo>
                    <a:pt x="2798375" y="71683"/>
                  </a:lnTo>
                  <a:lnTo>
                    <a:pt x="2790791" y="71683"/>
                  </a:lnTo>
                  <a:lnTo>
                    <a:pt x="2783208" y="71683"/>
                  </a:lnTo>
                  <a:lnTo>
                    <a:pt x="2775624" y="71683"/>
                  </a:lnTo>
                  <a:lnTo>
                    <a:pt x="2768040" y="71683"/>
                  </a:lnTo>
                  <a:lnTo>
                    <a:pt x="2760457" y="71683"/>
                  </a:lnTo>
                  <a:lnTo>
                    <a:pt x="2752873" y="71683"/>
                  </a:lnTo>
                  <a:lnTo>
                    <a:pt x="2745289" y="71683"/>
                  </a:lnTo>
                  <a:lnTo>
                    <a:pt x="2737706" y="71683"/>
                  </a:lnTo>
                  <a:lnTo>
                    <a:pt x="2730122" y="71683"/>
                  </a:lnTo>
                  <a:lnTo>
                    <a:pt x="2722538" y="71683"/>
                  </a:lnTo>
                  <a:lnTo>
                    <a:pt x="2714955" y="71683"/>
                  </a:lnTo>
                  <a:lnTo>
                    <a:pt x="2707371" y="71683"/>
                  </a:lnTo>
                  <a:lnTo>
                    <a:pt x="2699787" y="71683"/>
                  </a:lnTo>
                  <a:lnTo>
                    <a:pt x="2692204" y="71683"/>
                  </a:lnTo>
                  <a:lnTo>
                    <a:pt x="2684620" y="71683"/>
                  </a:lnTo>
                  <a:lnTo>
                    <a:pt x="2677036" y="71683"/>
                  </a:lnTo>
                  <a:lnTo>
                    <a:pt x="2669452" y="71683"/>
                  </a:lnTo>
                  <a:lnTo>
                    <a:pt x="2661869" y="71683"/>
                  </a:lnTo>
                  <a:lnTo>
                    <a:pt x="2654285" y="71683"/>
                  </a:lnTo>
                  <a:lnTo>
                    <a:pt x="2646701" y="71683"/>
                  </a:lnTo>
                  <a:lnTo>
                    <a:pt x="2639118" y="71683"/>
                  </a:lnTo>
                  <a:lnTo>
                    <a:pt x="2631534" y="71683"/>
                  </a:lnTo>
                  <a:lnTo>
                    <a:pt x="2623950" y="71683"/>
                  </a:lnTo>
                  <a:lnTo>
                    <a:pt x="2616367" y="71683"/>
                  </a:lnTo>
                  <a:lnTo>
                    <a:pt x="2608783" y="71683"/>
                  </a:lnTo>
                  <a:lnTo>
                    <a:pt x="2601199" y="71683"/>
                  </a:lnTo>
                  <a:lnTo>
                    <a:pt x="2593616" y="71683"/>
                  </a:lnTo>
                  <a:lnTo>
                    <a:pt x="2586032" y="71683"/>
                  </a:lnTo>
                  <a:lnTo>
                    <a:pt x="2578448" y="71683"/>
                  </a:lnTo>
                  <a:lnTo>
                    <a:pt x="2570865" y="71683"/>
                  </a:lnTo>
                  <a:lnTo>
                    <a:pt x="2563281" y="71683"/>
                  </a:lnTo>
                  <a:lnTo>
                    <a:pt x="2555697" y="71683"/>
                  </a:lnTo>
                  <a:lnTo>
                    <a:pt x="2548114" y="71683"/>
                  </a:lnTo>
                  <a:lnTo>
                    <a:pt x="2540530" y="71683"/>
                  </a:lnTo>
                  <a:lnTo>
                    <a:pt x="2532946" y="71683"/>
                  </a:lnTo>
                  <a:lnTo>
                    <a:pt x="2525363" y="71683"/>
                  </a:lnTo>
                  <a:lnTo>
                    <a:pt x="2517779" y="71683"/>
                  </a:lnTo>
                  <a:lnTo>
                    <a:pt x="2510195" y="71683"/>
                  </a:lnTo>
                  <a:lnTo>
                    <a:pt x="2502612" y="71683"/>
                  </a:lnTo>
                  <a:lnTo>
                    <a:pt x="2495028" y="71683"/>
                  </a:lnTo>
                  <a:lnTo>
                    <a:pt x="2487444" y="71683"/>
                  </a:lnTo>
                  <a:lnTo>
                    <a:pt x="2479861" y="71683"/>
                  </a:lnTo>
                  <a:lnTo>
                    <a:pt x="2472277" y="71683"/>
                  </a:lnTo>
                  <a:lnTo>
                    <a:pt x="2464693" y="71683"/>
                  </a:lnTo>
                  <a:lnTo>
                    <a:pt x="2457110" y="71683"/>
                  </a:lnTo>
                  <a:lnTo>
                    <a:pt x="2449526" y="71683"/>
                  </a:lnTo>
                  <a:lnTo>
                    <a:pt x="2441942" y="71683"/>
                  </a:lnTo>
                  <a:lnTo>
                    <a:pt x="2434359" y="71683"/>
                  </a:lnTo>
                  <a:lnTo>
                    <a:pt x="2426775" y="71683"/>
                  </a:lnTo>
                  <a:lnTo>
                    <a:pt x="2419191" y="71683"/>
                  </a:lnTo>
                  <a:lnTo>
                    <a:pt x="2411608" y="71683"/>
                  </a:lnTo>
                  <a:lnTo>
                    <a:pt x="2404024" y="71683"/>
                  </a:lnTo>
                  <a:lnTo>
                    <a:pt x="2396440" y="71683"/>
                  </a:lnTo>
                  <a:lnTo>
                    <a:pt x="2388857" y="71683"/>
                  </a:lnTo>
                  <a:lnTo>
                    <a:pt x="2381273" y="71683"/>
                  </a:lnTo>
                  <a:lnTo>
                    <a:pt x="2373689" y="71683"/>
                  </a:lnTo>
                  <a:lnTo>
                    <a:pt x="2366106" y="71683"/>
                  </a:lnTo>
                  <a:lnTo>
                    <a:pt x="2358522" y="71683"/>
                  </a:lnTo>
                  <a:lnTo>
                    <a:pt x="2350938" y="71683"/>
                  </a:lnTo>
                  <a:lnTo>
                    <a:pt x="2343355" y="71683"/>
                  </a:lnTo>
                  <a:lnTo>
                    <a:pt x="2335771" y="71683"/>
                  </a:lnTo>
                  <a:lnTo>
                    <a:pt x="2328187" y="71683"/>
                  </a:lnTo>
                  <a:lnTo>
                    <a:pt x="2320604" y="71683"/>
                  </a:lnTo>
                  <a:lnTo>
                    <a:pt x="2313020" y="71683"/>
                  </a:lnTo>
                  <a:lnTo>
                    <a:pt x="2305436" y="71683"/>
                  </a:lnTo>
                  <a:lnTo>
                    <a:pt x="2297853" y="71683"/>
                  </a:lnTo>
                  <a:lnTo>
                    <a:pt x="2290269" y="71683"/>
                  </a:lnTo>
                  <a:lnTo>
                    <a:pt x="2282685" y="71683"/>
                  </a:lnTo>
                  <a:lnTo>
                    <a:pt x="2275101" y="71683"/>
                  </a:lnTo>
                  <a:lnTo>
                    <a:pt x="2267518" y="71683"/>
                  </a:lnTo>
                  <a:lnTo>
                    <a:pt x="2259934" y="71683"/>
                  </a:lnTo>
                  <a:lnTo>
                    <a:pt x="2252350" y="71683"/>
                  </a:lnTo>
                  <a:lnTo>
                    <a:pt x="2244767" y="71683"/>
                  </a:lnTo>
                  <a:lnTo>
                    <a:pt x="2237183" y="71683"/>
                  </a:lnTo>
                  <a:lnTo>
                    <a:pt x="2229599" y="71683"/>
                  </a:lnTo>
                  <a:lnTo>
                    <a:pt x="2222016" y="71683"/>
                  </a:lnTo>
                  <a:lnTo>
                    <a:pt x="2214432" y="71683"/>
                  </a:lnTo>
                  <a:lnTo>
                    <a:pt x="2206848" y="71683"/>
                  </a:lnTo>
                  <a:lnTo>
                    <a:pt x="2199265" y="71683"/>
                  </a:lnTo>
                  <a:lnTo>
                    <a:pt x="2191681" y="71683"/>
                  </a:lnTo>
                  <a:lnTo>
                    <a:pt x="2184097" y="71683"/>
                  </a:lnTo>
                  <a:lnTo>
                    <a:pt x="2176514" y="71683"/>
                  </a:lnTo>
                  <a:lnTo>
                    <a:pt x="2168930" y="71683"/>
                  </a:lnTo>
                  <a:lnTo>
                    <a:pt x="2161346" y="71683"/>
                  </a:lnTo>
                  <a:lnTo>
                    <a:pt x="2153763" y="71683"/>
                  </a:lnTo>
                  <a:lnTo>
                    <a:pt x="2146179" y="71683"/>
                  </a:lnTo>
                  <a:lnTo>
                    <a:pt x="2138595" y="71683"/>
                  </a:lnTo>
                  <a:lnTo>
                    <a:pt x="2131012" y="71683"/>
                  </a:lnTo>
                  <a:lnTo>
                    <a:pt x="2123428" y="71683"/>
                  </a:lnTo>
                  <a:lnTo>
                    <a:pt x="2115844" y="71683"/>
                  </a:lnTo>
                  <a:lnTo>
                    <a:pt x="2108261" y="71683"/>
                  </a:lnTo>
                  <a:lnTo>
                    <a:pt x="2100677" y="71683"/>
                  </a:lnTo>
                  <a:lnTo>
                    <a:pt x="2093093" y="71683"/>
                  </a:lnTo>
                  <a:lnTo>
                    <a:pt x="2085510" y="71683"/>
                  </a:lnTo>
                  <a:lnTo>
                    <a:pt x="2077926" y="71683"/>
                  </a:lnTo>
                  <a:lnTo>
                    <a:pt x="2070342" y="71683"/>
                  </a:lnTo>
                  <a:lnTo>
                    <a:pt x="2062759" y="71683"/>
                  </a:lnTo>
                  <a:lnTo>
                    <a:pt x="2055175" y="71683"/>
                  </a:lnTo>
                  <a:lnTo>
                    <a:pt x="2047591" y="71683"/>
                  </a:lnTo>
                  <a:lnTo>
                    <a:pt x="2040008" y="71683"/>
                  </a:lnTo>
                  <a:lnTo>
                    <a:pt x="2032424" y="71683"/>
                  </a:lnTo>
                  <a:lnTo>
                    <a:pt x="2024840" y="71683"/>
                  </a:lnTo>
                  <a:lnTo>
                    <a:pt x="2017257" y="71683"/>
                  </a:lnTo>
                  <a:lnTo>
                    <a:pt x="2009673" y="71683"/>
                  </a:lnTo>
                  <a:lnTo>
                    <a:pt x="2002089" y="71683"/>
                  </a:lnTo>
                  <a:lnTo>
                    <a:pt x="1994506" y="71683"/>
                  </a:lnTo>
                  <a:lnTo>
                    <a:pt x="1986922" y="71683"/>
                  </a:lnTo>
                  <a:lnTo>
                    <a:pt x="1979338" y="71683"/>
                  </a:lnTo>
                  <a:lnTo>
                    <a:pt x="1971755" y="71683"/>
                  </a:lnTo>
                  <a:lnTo>
                    <a:pt x="1964171" y="71683"/>
                  </a:lnTo>
                  <a:lnTo>
                    <a:pt x="1956587" y="71683"/>
                  </a:lnTo>
                  <a:lnTo>
                    <a:pt x="1949004" y="71683"/>
                  </a:lnTo>
                  <a:lnTo>
                    <a:pt x="1941420" y="71683"/>
                  </a:lnTo>
                  <a:lnTo>
                    <a:pt x="1933836" y="71683"/>
                  </a:lnTo>
                  <a:lnTo>
                    <a:pt x="1926253" y="71683"/>
                  </a:lnTo>
                  <a:lnTo>
                    <a:pt x="1918669" y="71683"/>
                  </a:lnTo>
                  <a:lnTo>
                    <a:pt x="1911085" y="71683"/>
                  </a:lnTo>
                  <a:lnTo>
                    <a:pt x="1903501" y="71683"/>
                  </a:lnTo>
                  <a:lnTo>
                    <a:pt x="1895918" y="71683"/>
                  </a:lnTo>
                  <a:lnTo>
                    <a:pt x="1888334" y="71683"/>
                  </a:lnTo>
                  <a:lnTo>
                    <a:pt x="1880750" y="71683"/>
                  </a:lnTo>
                  <a:lnTo>
                    <a:pt x="1873167" y="71683"/>
                  </a:lnTo>
                  <a:lnTo>
                    <a:pt x="1865583" y="71683"/>
                  </a:lnTo>
                  <a:lnTo>
                    <a:pt x="1857999" y="71683"/>
                  </a:lnTo>
                  <a:lnTo>
                    <a:pt x="1850416" y="71683"/>
                  </a:lnTo>
                  <a:lnTo>
                    <a:pt x="1842832" y="71683"/>
                  </a:lnTo>
                  <a:lnTo>
                    <a:pt x="1835248" y="71683"/>
                  </a:lnTo>
                  <a:lnTo>
                    <a:pt x="1827665" y="71683"/>
                  </a:lnTo>
                  <a:lnTo>
                    <a:pt x="1820081" y="71683"/>
                  </a:lnTo>
                  <a:lnTo>
                    <a:pt x="1812497" y="71683"/>
                  </a:lnTo>
                  <a:lnTo>
                    <a:pt x="1804914" y="71683"/>
                  </a:lnTo>
                  <a:lnTo>
                    <a:pt x="1797330" y="71683"/>
                  </a:lnTo>
                  <a:lnTo>
                    <a:pt x="1789746" y="71683"/>
                  </a:lnTo>
                  <a:lnTo>
                    <a:pt x="1782163" y="71683"/>
                  </a:lnTo>
                  <a:lnTo>
                    <a:pt x="1774579" y="71683"/>
                  </a:lnTo>
                  <a:lnTo>
                    <a:pt x="1766995" y="71683"/>
                  </a:lnTo>
                  <a:lnTo>
                    <a:pt x="1759412" y="71683"/>
                  </a:lnTo>
                  <a:lnTo>
                    <a:pt x="1751828" y="71683"/>
                  </a:lnTo>
                  <a:lnTo>
                    <a:pt x="1744244" y="71683"/>
                  </a:lnTo>
                  <a:lnTo>
                    <a:pt x="1736661" y="71683"/>
                  </a:lnTo>
                  <a:lnTo>
                    <a:pt x="1729077" y="71683"/>
                  </a:lnTo>
                  <a:lnTo>
                    <a:pt x="1721493" y="71683"/>
                  </a:lnTo>
                  <a:lnTo>
                    <a:pt x="1713910" y="71683"/>
                  </a:lnTo>
                  <a:lnTo>
                    <a:pt x="1706326" y="71683"/>
                  </a:lnTo>
                  <a:lnTo>
                    <a:pt x="1698742" y="71683"/>
                  </a:lnTo>
                  <a:lnTo>
                    <a:pt x="1691159" y="71683"/>
                  </a:lnTo>
                  <a:lnTo>
                    <a:pt x="1683575" y="71683"/>
                  </a:lnTo>
                  <a:lnTo>
                    <a:pt x="1675991" y="71683"/>
                  </a:lnTo>
                  <a:lnTo>
                    <a:pt x="1668408" y="71683"/>
                  </a:lnTo>
                  <a:lnTo>
                    <a:pt x="1660824" y="71683"/>
                  </a:lnTo>
                  <a:lnTo>
                    <a:pt x="1653240" y="71683"/>
                  </a:lnTo>
                  <a:lnTo>
                    <a:pt x="1645657" y="71683"/>
                  </a:lnTo>
                  <a:lnTo>
                    <a:pt x="1638073" y="71683"/>
                  </a:lnTo>
                  <a:lnTo>
                    <a:pt x="1630489" y="71683"/>
                  </a:lnTo>
                  <a:lnTo>
                    <a:pt x="1622906" y="71683"/>
                  </a:lnTo>
                  <a:lnTo>
                    <a:pt x="1615322" y="71683"/>
                  </a:lnTo>
                  <a:lnTo>
                    <a:pt x="1607738" y="71683"/>
                  </a:lnTo>
                  <a:lnTo>
                    <a:pt x="1600155" y="71683"/>
                  </a:lnTo>
                  <a:lnTo>
                    <a:pt x="1592571" y="71683"/>
                  </a:lnTo>
                  <a:lnTo>
                    <a:pt x="1584987" y="71683"/>
                  </a:lnTo>
                  <a:lnTo>
                    <a:pt x="1577404" y="71683"/>
                  </a:lnTo>
                  <a:lnTo>
                    <a:pt x="1569820" y="71683"/>
                  </a:lnTo>
                  <a:lnTo>
                    <a:pt x="1562236" y="71683"/>
                  </a:lnTo>
                  <a:lnTo>
                    <a:pt x="1554653" y="71683"/>
                  </a:lnTo>
                  <a:lnTo>
                    <a:pt x="1547069" y="71683"/>
                  </a:lnTo>
                  <a:lnTo>
                    <a:pt x="1539485" y="71683"/>
                  </a:lnTo>
                  <a:lnTo>
                    <a:pt x="1531902" y="71683"/>
                  </a:lnTo>
                  <a:lnTo>
                    <a:pt x="1524318" y="71683"/>
                  </a:lnTo>
                  <a:lnTo>
                    <a:pt x="1516734" y="71683"/>
                  </a:lnTo>
                  <a:lnTo>
                    <a:pt x="1509150" y="71683"/>
                  </a:lnTo>
                  <a:lnTo>
                    <a:pt x="1501567" y="71683"/>
                  </a:lnTo>
                  <a:lnTo>
                    <a:pt x="1493983" y="71683"/>
                  </a:lnTo>
                  <a:lnTo>
                    <a:pt x="1486399" y="71683"/>
                  </a:lnTo>
                  <a:lnTo>
                    <a:pt x="1478816" y="71683"/>
                  </a:lnTo>
                  <a:lnTo>
                    <a:pt x="1471232" y="71683"/>
                  </a:lnTo>
                  <a:lnTo>
                    <a:pt x="1463648" y="71683"/>
                  </a:lnTo>
                  <a:lnTo>
                    <a:pt x="1456065" y="71683"/>
                  </a:lnTo>
                  <a:lnTo>
                    <a:pt x="1448481" y="71683"/>
                  </a:lnTo>
                  <a:lnTo>
                    <a:pt x="1440897" y="71683"/>
                  </a:lnTo>
                  <a:lnTo>
                    <a:pt x="1433314" y="71683"/>
                  </a:lnTo>
                  <a:lnTo>
                    <a:pt x="1425730" y="71683"/>
                  </a:lnTo>
                  <a:lnTo>
                    <a:pt x="1418146" y="71683"/>
                  </a:lnTo>
                  <a:lnTo>
                    <a:pt x="1410563" y="71683"/>
                  </a:lnTo>
                  <a:lnTo>
                    <a:pt x="1402979" y="71683"/>
                  </a:lnTo>
                  <a:lnTo>
                    <a:pt x="1395395" y="71683"/>
                  </a:lnTo>
                  <a:lnTo>
                    <a:pt x="1387812" y="71683"/>
                  </a:lnTo>
                  <a:lnTo>
                    <a:pt x="1380228" y="71683"/>
                  </a:lnTo>
                  <a:lnTo>
                    <a:pt x="1372644" y="71683"/>
                  </a:lnTo>
                  <a:lnTo>
                    <a:pt x="1365061" y="71683"/>
                  </a:lnTo>
                  <a:lnTo>
                    <a:pt x="1357477" y="71683"/>
                  </a:lnTo>
                  <a:lnTo>
                    <a:pt x="1349893" y="71683"/>
                  </a:lnTo>
                  <a:lnTo>
                    <a:pt x="1342310" y="71683"/>
                  </a:lnTo>
                  <a:lnTo>
                    <a:pt x="1334726" y="71683"/>
                  </a:lnTo>
                  <a:lnTo>
                    <a:pt x="1327142" y="71683"/>
                  </a:lnTo>
                  <a:lnTo>
                    <a:pt x="1319559" y="71683"/>
                  </a:lnTo>
                  <a:lnTo>
                    <a:pt x="1311975" y="71683"/>
                  </a:lnTo>
                  <a:lnTo>
                    <a:pt x="1304391" y="71683"/>
                  </a:lnTo>
                  <a:lnTo>
                    <a:pt x="1296808" y="71683"/>
                  </a:lnTo>
                  <a:lnTo>
                    <a:pt x="1289224" y="71683"/>
                  </a:lnTo>
                  <a:lnTo>
                    <a:pt x="1281640" y="71683"/>
                  </a:lnTo>
                  <a:lnTo>
                    <a:pt x="1274057" y="71683"/>
                  </a:lnTo>
                  <a:lnTo>
                    <a:pt x="1266473" y="71683"/>
                  </a:lnTo>
                  <a:lnTo>
                    <a:pt x="1258889" y="71683"/>
                  </a:lnTo>
                  <a:lnTo>
                    <a:pt x="1251306" y="71683"/>
                  </a:lnTo>
                  <a:lnTo>
                    <a:pt x="1243722" y="71683"/>
                  </a:lnTo>
                  <a:lnTo>
                    <a:pt x="1236138" y="71683"/>
                  </a:lnTo>
                  <a:lnTo>
                    <a:pt x="1228555" y="71683"/>
                  </a:lnTo>
                  <a:lnTo>
                    <a:pt x="1220971" y="71683"/>
                  </a:lnTo>
                  <a:lnTo>
                    <a:pt x="1213387" y="71683"/>
                  </a:lnTo>
                  <a:lnTo>
                    <a:pt x="1205804" y="71683"/>
                  </a:lnTo>
                  <a:lnTo>
                    <a:pt x="1198220" y="71683"/>
                  </a:lnTo>
                  <a:lnTo>
                    <a:pt x="1190636" y="71683"/>
                  </a:lnTo>
                  <a:lnTo>
                    <a:pt x="1183053" y="71683"/>
                  </a:lnTo>
                  <a:lnTo>
                    <a:pt x="1175469" y="71683"/>
                  </a:lnTo>
                  <a:lnTo>
                    <a:pt x="1167885" y="71683"/>
                  </a:lnTo>
                  <a:lnTo>
                    <a:pt x="1160302" y="71683"/>
                  </a:lnTo>
                  <a:lnTo>
                    <a:pt x="1152718" y="71683"/>
                  </a:lnTo>
                  <a:lnTo>
                    <a:pt x="1145134" y="71683"/>
                  </a:lnTo>
                  <a:lnTo>
                    <a:pt x="1137550" y="71683"/>
                  </a:lnTo>
                  <a:lnTo>
                    <a:pt x="1129967" y="71683"/>
                  </a:lnTo>
                  <a:lnTo>
                    <a:pt x="1122383" y="71683"/>
                  </a:lnTo>
                  <a:lnTo>
                    <a:pt x="1114799" y="71683"/>
                  </a:lnTo>
                  <a:lnTo>
                    <a:pt x="1107216" y="71683"/>
                  </a:lnTo>
                  <a:lnTo>
                    <a:pt x="1099632" y="71683"/>
                  </a:lnTo>
                  <a:lnTo>
                    <a:pt x="1092048" y="71683"/>
                  </a:lnTo>
                  <a:lnTo>
                    <a:pt x="1084465" y="71683"/>
                  </a:lnTo>
                  <a:lnTo>
                    <a:pt x="1076881" y="71683"/>
                  </a:lnTo>
                  <a:lnTo>
                    <a:pt x="1069297" y="71683"/>
                  </a:lnTo>
                  <a:lnTo>
                    <a:pt x="1061714" y="71683"/>
                  </a:lnTo>
                  <a:lnTo>
                    <a:pt x="1054130" y="71683"/>
                  </a:lnTo>
                  <a:lnTo>
                    <a:pt x="1046546" y="71683"/>
                  </a:lnTo>
                  <a:lnTo>
                    <a:pt x="1038963" y="71683"/>
                  </a:lnTo>
                  <a:lnTo>
                    <a:pt x="1031379" y="71683"/>
                  </a:lnTo>
                  <a:lnTo>
                    <a:pt x="1023795" y="71683"/>
                  </a:lnTo>
                  <a:lnTo>
                    <a:pt x="1016212" y="71683"/>
                  </a:lnTo>
                  <a:lnTo>
                    <a:pt x="1008628" y="71683"/>
                  </a:lnTo>
                  <a:lnTo>
                    <a:pt x="1001044" y="71683"/>
                  </a:lnTo>
                  <a:lnTo>
                    <a:pt x="993461" y="71683"/>
                  </a:lnTo>
                  <a:lnTo>
                    <a:pt x="985877" y="71683"/>
                  </a:lnTo>
                  <a:lnTo>
                    <a:pt x="978293" y="71683"/>
                  </a:lnTo>
                  <a:lnTo>
                    <a:pt x="970710" y="71683"/>
                  </a:lnTo>
                  <a:lnTo>
                    <a:pt x="963126" y="71683"/>
                  </a:lnTo>
                  <a:lnTo>
                    <a:pt x="955542" y="71683"/>
                  </a:lnTo>
                  <a:lnTo>
                    <a:pt x="947959" y="71683"/>
                  </a:lnTo>
                  <a:lnTo>
                    <a:pt x="940375" y="71683"/>
                  </a:lnTo>
                  <a:lnTo>
                    <a:pt x="932791" y="71683"/>
                  </a:lnTo>
                  <a:lnTo>
                    <a:pt x="925208" y="71683"/>
                  </a:lnTo>
                  <a:lnTo>
                    <a:pt x="917624" y="71683"/>
                  </a:lnTo>
                  <a:lnTo>
                    <a:pt x="910040" y="71683"/>
                  </a:lnTo>
                  <a:lnTo>
                    <a:pt x="902457" y="71683"/>
                  </a:lnTo>
                  <a:lnTo>
                    <a:pt x="894873" y="71683"/>
                  </a:lnTo>
                  <a:lnTo>
                    <a:pt x="887289" y="71683"/>
                  </a:lnTo>
                  <a:lnTo>
                    <a:pt x="879706" y="71683"/>
                  </a:lnTo>
                  <a:lnTo>
                    <a:pt x="872122" y="71683"/>
                  </a:lnTo>
                  <a:lnTo>
                    <a:pt x="864538" y="71683"/>
                  </a:lnTo>
                  <a:lnTo>
                    <a:pt x="856955" y="71683"/>
                  </a:lnTo>
                  <a:lnTo>
                    <a:pt x="849371" y="71683"/>
                  </a:lnTo>
                  <a:lnTo>
                    <a:pt x="841787" y="71683"/>
                  </a:lnTo>
                  <a:lnTo>
                    <a:pt x="834204" y="71683"/>
                  </a:lnTo>
                  <a:lnTo>
                    <a:pt x="826620" y="71683"/>
                  </a:lnTo>
                  <a:lnTo>
                    <a:pt x="819036" y="71683"/>
                  </a:lnTo>
                  <a:lnTo>
                    <a:pt x="811453" y="71683"/>
                  </a:lnTo>
                  <a:lnTo>
                    <a:pt x="803869" y="71683"/>
                  </a:lnTo>
                  <a:lnTo>
                    <a:pt x="796285" y="71683"/>
                  </a:lnTo>
                  <a:lnTo>
                    <a:pt x="788702" y="71683"/>
                  </a:lnTo>
                  <a:lnTo>
                    <a:pt x="781118" y="71683"/>
                  </a:lnTo>
                  <a:lnTo>
                    <a:pt x="773534" y="71683"/>
                  </a:lnTo>
                  <a:lnTo>
                    <a:pt x="765951" y="71683"/>
                  </a:lnTo>
                  <a:lnTo>
                    <a:pt x="758367" y="71683"/>
                  </a:lnTo>
                  <a:lnTo>
                    <a:pt x="750783" y="71683"/>
                  </a:lnTo>
                  <a:lnTo>
                    <a:pt x="743199" y="71683"/>
                  </a:lnTo>
                  <a:lnTo>
                    <a:pt x="735616" y="71683"/>
                  </a:lnTo>
                  <a:lnTo>
                    <a:pt x="728032" y="71683"/>
                  </a:lnTo>
                  <a:lnTo>
                    <a:pt x="720448" y="71683"/>
                  </a:lnTo>
                  <a:lnTo>
                    <a:pt x="712865" y="71683"/>
                  </a:lnTo>
                  <a:lnTo>
                    <a:pt x="705281" y="71683"/>
                  </a:lnTo>
                  <a:lnTo>
                    <a:pt x="697697" y="71683"/>
                  </a:lnTo>
                  <a:lnTo>
                    <a:pt x="690114" y="71683"/>
                  </a:lnTo>
                  <a:lnTo>
                    <a:pt x="682530" y="71683"/>
                  </a:lnTo>
                  <a:lnTo>
                    <a:pt x="674946" y="71683"/>
                  </a:lnTo>
                  <a:lnTo>
                    <a:pt x="667363" y="71683"/>
                  </a:lnTo>
                  <a:lnTo>
                    <a:pt x="659779" y="71683"/>
                  </a:lnTo>
                  <a:lnTo>
                    <a:pt x="652195" y="71683"/>
                  </a:lnTo>
                  <a:lnTo>
                    <a:pt x="644612" y="71683"/>
                  </a:lnTo>
                  <a:lnTo>
                    <a:pt x="637028" y="71683"/>
                  </a:lnTo>
                  <a:lnTo>
                    <a:pt x="629444" y="71683"/>
                  </a:lnTo>
                  <a:lnTo>
                    <a:pt x="621861" y="71683"/>
                  </a:lnTo>
                  <a:lnTo>
                    <a:pt x="614277" y="71683"/>
                  </a:lnTo>
                  <a:lnTo>
                    <a:pt x="606693" y="71683"/>
                  </a:lnTo>
                  <a:lnTo>
                    <a:pt x="599110" y="71683"/>
                  </a:lnTo>
                  <a:lnTo>
                    <a:pt x="591526" y="71683"/>
                  </a:lnTo>
                  <a:lnTo>
                    <a:pt x="583942" y="71683"/>
                  </a:lnTo>
                  <a:lnTo>
                    <a:pt x="576359" y="71683"/>
                  </a:lnTo>
                  <a:lnTo>
                    <a:pt x="568775" y="71683"/>
                  </a:lnTo>
                  <a:lnTo>
                    <a:pt x="561191" y="71683"/>
                  </a:lnTo>
                  <a:lnTo>
                    <a:pt x="553608" y="71683"/>
                  </a:lnTo>
                  <a:lnTo>
                    <a:pt x="546024" y="71683"/>
                  </a:lnTo>
                  <a:lnTo>
                    <a:pt x="538440" y="71683"/>
                  </a:lnTo>
                  <a:lnTo>
                    <a:pt x="530857" y="71683"/>
                  </a:lnTo>
                  <a:lnTo>
                    <a:pt x="523273" y="71683"/>
                  </a:lnTo>
                  <a:lnTo>
                    <a:pt x="515689" y="71683"/>
                  </a:lnTo>
                  <a:lnTo>
                    <a:pt x="508106" y="71683"/>
                  </a:lnTo>
                  <a:lnTo>
                    <a:pt x="500522" y="71683"/>
                  </a:lnTo>
                  <a:lnTo>
                    <a:pt x="492938" y="71683"/>
                  </a:lnTo>
                  <a:lnTo>
                    <a:pt x="485355" y="71683"/>
                  </a:lnTo>
                  <a:lnTo>
                    <a:pt x="477771" y="71683"/>
                  </a:lnTo>
                  <a:lnTo>
                    <a:pt x="470187" y="71683"/>
                  </a:lnTo>
                  <a:lnTo>
                    <a:pt x="462604" y="71683"/>
                  </a:lnTo>
                  <a:lnTo>
                    <a:pt x="455020" y="71683"/>
                  </a:lnTo>
                  <a:lnTo>
                    <a:pt x="447436" y="71683"/>
                  </a:lnTo>
                  <a:lnTo>
                    <a:pt x="439853" y="71683"/>
                  </a:lnTo>
                  <a:lnTo>
                    <a:pt x="432269" y="71683"/>
                  </a:lnTo>
                  <a:lnTo>
                    <a:pt x="424685" y="71683"/>
                  </a:lnTo>
                  <a:lnTo>
                    <a:pt x="417102" y="71683"/>
                  </a:lnTo>
                  <a:lnTo>
                    <a:pt x="409518" y="71683"/>
                  </a:lnTo>
                  <a:lnTo>
                    <a:pt x="401934" y="71683"/>
                  </a:lnTo>
                  <a:lnTo>
                    <a:pt x="394351" y="71683"/>
                  </a:lnTo>
                  <a:lnTo>
                    <a:pt x="386767" y="71683"/>
                  </a:lnTo>
                  <a:lnTo>
                    <a:pt x="379183" y="71683"/>
                  </a:lnTo>
                  <a:lnTo>
                    <a:pt x="371599" y="71683"/>
                  </a:lnTo>
                  <a:lnTo>
                    <a:pt x="364016" y="71683"/>
                  </a:lnTo>
                  <a:lnTo>
                    <a:pt x="356432" y="71683"/>
                  </a:lnTo>
                  <a:lnTo>
                    <a:pt x="348848" y="71683"/>
                  </a:lnTo>
                  <a:lnTo>
                    <a:pt x="341265" y="71683"/>
                  </a:lnTo>
                  <a:lnTo>
                    <a:pt x="333681" y="71683"/>
                  </a:lnTo>
                  <a:lnTo>
                    <a:pt x="326097" y="71683"/>
                  </a:lnTo>
                  <a:lnTo>
                    <a:pt x="318514" y="71683"/>
                  </a:lnTo>
                  <a:lnTo>
                    <a:pt x="310930" y="71683"/>
                  </a:lnTo>
                  <a:lnTo>
                    <a:pt x="303346" y="71683"/>
                  </a:lnTo>
                  <a:lnTo>
                    <a:pt x="295763" y="71683"/>
                  </a:lnTo>
                  <a:lnTo>
                    <a:pt x="288179" y="71683"/>
                  </a:lnTo>
                  <a:lnTo>
                    <a:pt x="280595" y="71683"/>
                  </a:lnTo>
                  <a:lnTo>
                    <a:pt x="273012" y="71683"/>
                  </a:lnTo>
                  <a:lnTo>
                    <a:pt x="265428" y="71683"/>
                  </a:lnTo>
                  <a:lnTo>
                    <a:pt x="257844" y="71683"/>
                  </a:lnTo>
                  <a:lnTo>
                    <a:pt x="250261" y="71683"/>
                  </a:lnTo>
                  <a:lnTo>
                    <a:pt x="242677" y="71683"/>
                  </a:lnTo>
                  <a:lnTo>
                    <a:pt x="235093" y="71683"/>
                  </a:lnTo>
                  <a:lnTo>
                    <a:pt x="227510" y="71683"/>
                  </a:lnTo>
                  <a:lnTo>
                    <a:pt x="219926" y="71683"/>
                  </a:lnTo>
                  <a:lnTo>
                    <a:pt x="212342" y="71683"/>
                  </a:lnTo>
                  <a:lnTo>
                    <a:pt x="204759" y="71683"/>
                  </a:lnTo>
                  <a:lnTo>
                    <a:pt x="197175" y="71683"/>
                  </a:lnTo>
                  <a:lnTo>
                    <a:pt x="189591" y="71683"/>
                  </a:lnTo>
                  <a:lnTo>
                    <a:pt x="182008" y="71683"/>
                  </a:lnTo>
                  <a:lnTo>
                    <a:pt x="174424" y="71683"/>
                  </a:lnTo>
                  <a:lnTo>
                    <a:pt x="166840" y="71683"/>
                  </a:lnTo>
                  <a:lnTo>
                    <a:pt x="159257" y="71683"/>
                  </a:lnTo>
                  <a:lnTo>
                    <a:pt x="151673" y="71683"/>
                  </a:lnTo>
                  <a:lnTo>
                    <a:pt x="144089" y="71683"/>
                  </a:lnTo>
                  <a:lnTo>
                    <a:pt x="136506" y="71683"/>
                  </a:lnTo>
                  <a:lnTo>
                    <a:pt x="128922" y="71683"/>
                  </a:lnTo>
                  <a:lnTo>
                    <a:pt x="121338" y="71683"/>
                  </a:lnTo>
                  <a:lnTo>
                    <a:pt x="113755" y="71683"/>
                  </a:lnTo>
                  <a:lnTo>
                    <a:pt x="106171" y="71683"/>
                  </a:lnTo>
                  <a:lnTo>
                    <a:pt x="98587" y="71683"/>
                  </a:lnTo>
                  <a:lnTo>
                    <a:pt x="91004" y="71683"/>
                  </a:lnTo>
                  <a:lnTo>
                    <a:pt x="83420" y="71683"/>
                  </a:lnTo>
                  <a:lnTo>
                    <a:pt x="75836" y="71683"/>
                  </a:lnTo>
                  <a:lnTo>
                    <a:pt x="68253" y="71683"/>
                  </a:lnTo>
                  <a:lnTo>
                    <a:pt x="60669" y="71683"/>
                  </a:lnTo>
                  <a:lnTo>
                    <a:pt x="53085" y="71683"/>
                  </a:lnTo>
                  <a:lnTo>
                    <a:pt x="45502" y="71683"/>
                  </a:lnTo>
                  <a:lnTo>
                    <a:pt x="37918" y="71683"/>
                  </a:lnTo>
                  <a:lnTo>
                    <a:pt x="30334" y="71683"/>
                  </a:lnTo>
                  <a:lnTo>
                    <a:pt x="22751" y="71683"/>
                  </a:lnTo>
                  <a:lnTo>
                    <a:pt x="15167" y="71683"/>
                  </a:lnTo>
                  <a:lnTo>
                    <a:pt x="7583" y="71683"/>
                  </a:lnTo>
                  <a:lnTo>
                    <a:pt x="0" y="71683"/>
                  </a:lnTo>
                  <a:close/>
                </a:path>
              </a:pathLst>
            </a:custGeom>
            <a:solidFill>
              <a:srgbClr val="D8A23A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511292" y="2631547"/>
              <a:ext cx="5989402" cy="73323"/>
            </a:xfrm>
            <a:custGeom>
              <a:avLst/>
              <a:pathLst>
                <a:path w="5989402" h="73323">
                  <a:moveTo>
                    <a:pt x="0" y="73184"/>
                  </a:moveTo>
                  <a:lnTo>
                    <a:pt x="11978" y="73180"/>
                  </a:lnTo>
                  <a:lnTo>
                    <a:pt x="23957" y="73177"/>
                  </a:lnTo>
                  <a:lnTo>
                    <a:pt x="35936" y="73174"/>
                  </a:lnTo>
                  <a:lnTo>
                    <a:pt x="47915" y="73172"/>
                  </a:lnTo>
                  <a:lnTo>
                    <a:pt x="59894" y="73169"/>
                  </a:lnTo>
                  <a:lnTo>
                    <a:pt x="71872" y="73165"/>
                  </a:lnTo>
                  <a:lnTo>
                    <a:pt x="83851" y="73161"/>
                  </a:lnTo>
                  <a:lnTo>
                    <a:pt x="95830" y="73155"/>
                  </a:lnTo>
                  <a:lnTo>
                    <a:pt x="107809" y="73147"/>
                  </a:lnTo>
                  <a:lnTo>
                    <a:pt x="119788" y="73138"/>
                  </a:lnTo>
                  <a:lnTo>
                    <a:pt x="131766" y="73128"/>
                  </a:lnTo>
                  <a:lnTo>
                    <a:pt x="143745" y="73117"/>
                  </a:lnTo>
                  <a:lnTo>
                    <a:pt x="155724" y="73105"/>
                  </a:lnTo>
                  <a:lnTo>
                    <a:pt x="167703" y="73093"/>
                  </a:lnTo>
                  <a:lnTo>
                    <a:pt x="179682" y="73082"/>
                  </a:lnTo>
                  <a:lnTo>
                    <a:pt x="191660" y="73072"/>
                  </a:lnTo>
                  <a:lnTo>
                    <a:pt x="203639" y="73064"/>
                  </a:lnTo>
                  <a:lnTo>
                    <a:pt x="215618" y="73057"/>
                  </a:lnTo>
                  <a:lnTo>
                    <a:pt x="227597" y="73052"/>
                  </a:lnTo>
                  <a:lnTo>
                    <a:pt x="239576" y="73049"/>
                  </a:lnTo>
                  <a:lnTo>
                    <a:pt x="251554" y="73048"/>
                  </a:lnTo>
                  <a:lnTo>
                    <a:pt x="263533" y="73049"/>
                  </a:lnTo>
                  <a:lnTo>
                    <a:pt x="275512" y="73051"/>
                  </a:lnTo>
                  <a:lnTo>
                    <a:pt x="287491" y="73053"/>
                  </a:lnTo>
                  <a:lnTo>
                    <a:pt x="299470" y="73056"/>
                  </a:lnTo>
                  <a:lnTo>
                    <a:pt x="311448" y="73057"/>
                  </a:lnTo>
                  <a:lnTo>
                    <a:pt x="323427" y="73058"/>
                  </a:lnTo>
                  <a:lnTo>
                    <a:pt x="335406" y="73057"/>
                  </a:lnTo>
                  <a:lnTo>
                    <a:pt x="347385" y="73053"/>
                  </a:lnTo>
                  <a:lnTo>
                    <a:pt x="359364" y="73047"/>
                  </a:lnTo>
                  <a:lnTo>
                    <a:pt x="371342" y="73038"/>
                  </a:lnTo>
                  <a:lnTo>
                    <a:pt x="383321" y="73025"/>
                  </a:lnTo>
                  <a:lnTo>
                    <a:pt x="395300" y="73010"/>
                  </a:lnTo>
                  <a:lnTo>
                    <a:pt x="407279" y="72992"/>
                  </a:lnTo>
                  <a:lnTo>
                    <a:pt x="419258" y="72971"/>
                  </a:lnTo>
                  <a:lnTo>
                    <a:pt x="431237" y="72947"/>
                  </a:lnTo>
                  <a:lnTo>
                    <a:pt x="443215" y="72921"/>
                  </a:lnTo>
                  <a:lnTo>
                    <a:pt x="455194" y="72893"/>
                  </a:lnTo>
                  <a:lnTo>
                    <a:pt x="467173" y="72864"/>
                  </a:lnTo>
                  <a:lnTo>
                    <a:pt x="479152" y="72833"/>
                  </a:lnTo>
                  <a:lnTo>
                    <a:pt x="491131" y="72802"/>
                  </a:lnTo>
                  <a:lnTo>
                    <a:pt x="503109" y="72770"/>
                  </a:lnTo>
                  <a:lnTo>
                    <a:pt x="515088" y="72739"/>
                  </a:lnTo>
                  <a:lnTo>
                    <a:pt x="527067" y="72710"/>
                  </a:lnTo>
                  <a:lnTo>
                    <a:pt x="539046" y="72681"/>
                  </a:lnTo>
                  <a:lnTo>
                    <a:pt x="551025" y="72654"/>
                  </a:lnTo>
                  <a:lnTo>
                    <a:pt x="563003" y="72628"/>
                  </a:lnTo>
                  <a:lnTo>
                    <a:pt x="574982" y="72604"/>
                  </a:lnTo>
                  <a:lnTo>
                    <a:pt x="586961" y="72582"/>
                  </a:lnTo>
                  <a:lnTo>
                    <a:pt x="598940" y="72562"/>
                  </a:lnTo>
                  <a:lnTo>
                    <a:pt x="610919" y="72542"/>
                  </a:lnTo>
                  <a:lnTo>
                    <a:pt x="622897" y="72523"/>
                  </a:lnTo>
                  <a:lnTo>
                    <a:pt x="634876" y="72505"/>
                  </a:lnTo>
                  <a:lnTo>
                    <a:pt x="646855" y="72486"/>
                  </a:lnTo>
                  <a:lnTo>
                    <a:pt x="658834" y="72467"/>
                  </a:lnTo>
                  <a:lnTo>
                    <a:pt x="670813" y="72447"/>
                  </a:lnTo>
                  <a:lnTo>
                    <a:pt x="682791" y="72426"/>
                  </a:lnTo>
                  <a:lnTo>
                    <a:pt x="694770" y="72403"/>
                  </a:lnTo>
                  <a:lnTo>
                    <a:pt x="706749" y="72379"/>
                  </a:lnTo>
                  <a:lnTo>
                    <a:pt x="718728" y="72353"/>
                  </a:lnTo>
                  <a:lnTo>
                    <a:pt x="730707" y="72325"/>
                  </a:lnTo>
                  <a:lnTo>
                    <a:pt x="742685" y="72295"/>
                  </a:lnTo>
                  <a:lnTo>
                    <a:pt x="754664" y="72263"/>
                  </a:lnTo>
                  <a:lnTo>
                    <a:pt x="766643" y="72230"/>
                  </a:lnTo>
                  <a:lnTo>
                    <a:pt x="778622" y="72195"/>
                  </a:lnTo>
                  <a:lnTo>
                    <a:pt x="790601" y="72158"/>
                  </a:lnTo>
                  <a:lnTo>
                    <a:pt x="802579" y="72119"/>
                  </a:lnTo>
                  <a:lnTo>
                    <a:pt x="814558" y="72079"/>
                  </a:lnTo>
                  <a:lnTo>
                    <a:pt x="826537" y="72038"/>
                  </a:lnTo>
                  <a:lnTo>
                    <a:pt x="838516" y="71997"/>
                  </a:lnTo>
                  <a:lnTo>
                    <a:pt x="850495" y="71955"/>
                  </a:lnTo>
                  <a:lnTo>
                    <a:pt x="862474" y="71913"/>
                  </a:lnTo>
                  <a:lnTo>
                    <a:pt x="874452" y="71872"/>
                  </a:lnTo>
                  <a:lnTo>
                    <a:pt x="886431" y="71832"/>
                  </a:lnTo>
                  <a:lnTo>
                    <a:pt x="898410" y="71794"/>
                  </a:lnTo>
                  <a:lnTo>
                    <a:pt x="910389" y="71758"/>
                  </a:lnTo>
                  <a:lnTo>
                    <a:pt x="922368" y="71724"/>
                  </a:lnTo>
                  <a:lnTo>
                    <a:pt x="934346" y="71691"/>
                  </a:lnTo>
                  <a:lnTo>
                    <a:pt x="946325" y="71660"/>
                  </a:lnTo>
                  <a:lnTo>
                    <a:pt x="958304" y="71630"/>
                  </a:lnTo>
                  <a:lnTo>
                    <a:pt x="970283" y="71601"/>
                  </a:lnTo>
                  <a:lnTo>
                    <a:pt x="982262" y="71572"/>
                  </a:lnTo>
                  <a:lnTo>
                    <a:pt x="994240" y="71542"/>
                  </a:lnTo>
                  <a:lnTo>
                    <a:pt x="1006219" y="71512"/>
                  </a:lnTo>
                  <a:lnTo>
                    <a:pt x="1018198" y="71480"/>
                  </a:lnTo>
                  <a:lnTo>
                    <a:pt x="1030177" y="71448"/>
                  </a:lnTo>
                  <a:lnTo>
                    <a:pt x="1042156" y="71414"/>
                  </a:lnTo>
                  <a:lnTo>
                    <a:pt x="1054134" y="71380"/>
                  </a:lnTo>
                  <a:lnTo>
                    <a:pt x="1066113" y="71347"/>
                  </a:lnTo>
                  <a:lnTo>
                    <a:pt x="1078092" y="71314"/>
                  </a:lnTo>
                  <a:lnTo>
                    <a:pt x="1090071" y="71283"/>
                  </a:lnTo>
                  <a:lnTo>
                    <a:pt x="1102050" y="71255"/>
                  </a:lnTo>
                  <a:lnTo>
                    <a:pt x="1114028" y="71229"/>
                  </a:lnTo>
                  <a:lnTo>
                    <a:pt x="1126007" y="71207"/>
                  </a:lnTo>
                  <a:lnTo>
                    <a:pt x="1137986" y="71189"/>
                  </a:lnTo>
                  <a:lnTo>
                    <a:pt x="1149965" y="71176"/>
                  </a:lnTo>
                  <a:lnTo>
                    <a:pt x="1161944" y="71165"/>
                  </a:lnTo>
                  <a:lnTo>
                    <a:pt x="1173922" y="71159"/>
                  </a:lnTo>
                  <a:lnTo>
                    <a:pt x="1185901" y="71156"/>
                  </a:lnTo>
                  <a:lnTo>
                    <a:pt x="1197880" y="71155"/>
                  </a:lnTo>
                  <a:lnTo>
                    <a:pt x="1209859" y="71156"/>
                  </a:lnTo>
                  <a:lnTo>
                    <a:pt x="1221838" y="71159"/>
                  </a:lnTo>
                  <a:lnTo>
                    <a:pt x="1233816" y="71163"/>
                  </a:lnTo>
                  <a:lnTo>
                    <a:pt x="1245795" y="71167"/>
                  </a:lnTo>
                  <a:lnTo>
                    <a:pt x="1257774" y="71172"/>
                  </a:lnTo>
                  <a:lnTo>
                    <a:pt x="1269753" y="71176"/>
                  </a:lnTo>
                  <a:lnTo>
                    <a:pt x="1281732" y="71182"/>
                  </a:lnTo>
                  <a:lnTo>
                    <a:pt x="1293711" y="71187"/>
                  </a:lnTo>
                  <a:lnTo>
                    <a:pt x="1305689" y="71194"/>
                  </a:lnTo>
                  <a:lnTo>
                    <a:pt x="1317668" y="71201"/>
                  </a:lnTo>
                  <a:lnTo>
                    <a:pt x="1329647" y="71209"/>
                  </a:lnTo>
                  <a:lnTo>
                    <a:pt x="1341626" y="71217"/>
                  </a:lnTo>
                  <a:lnTo>
                    <a:pt x="1353605" y="71228"/>
                  </a:lnTo>
                  <a:lnTo>
                    <a:pt x="1365583" y="71239"/>
                  </a:lnTo>
                  <a:lnTo>
                    <a:pt x="1377562" y="71251"/>
                  </a:lnTo>
                  <a:lnTo>
                    <a:pt x="1389541" y="71265"/>
                  </a:lnTo>
                  <a:lnTo>
                    <a:pt x="1401520" y="71279"/>
                  </a:lnTo>
                  <a:lnTo>
                    <a:pt x="1413499" y="71295"/>
                  </a:lnTo>
                  <a:lnTo>
                    <a:pt x="1425477" y="71312"/>
                  </a:lnTo>
                  <a:lnTo>
                    <a:pt x="1437456" y="71332"/>
                  </a:lnTo>
                  <a:lnTo>
                    <a:pt x="1449435" y="71353"/>
                  </a:lnTo>
                  <a:lnTo>
                    <a:pt x="1461414" y="71378"/>
                  </a:lnTo>
                  <a:lnTo>
                    <a:pt x="1473393" y="71406"/>
                  </a:lnTo>
                  <a:lnTo>
                    <a:pt x="1485371" y="71437"/>
                  </a:lnTo>
                  <a:lnTo>
                    <a:pt x="1497350" y="71472"/>
                  </a:lnTo>
                  <a:lnTo>
                    <a:pt x="1509329" y="71511"/>
                  </a:lnTo>
                  <a:lnTo>
                    <a:pt x="1521308" y="71554"/>
                  </a:lnTo>
                  <a:lnTo>
                    <a:pt x="1533287" y="71599"/>
                  </a:lnTo>
                  <a:lnTo>
                    <a:pt x="1545265" y="71647"/>
                  </a:lnTo>
                  <a:lnTo>
                    <a:pt x="1557244" y="71695"/>
                  </a:lnTo>
                  <a:lnTo>
                    <a:pt x="1569223" y="71743"/>
                  </a:lnTo>
                  <a:lnTo>
                    <a:pt x="1581202" y="71789"/>
                  </a:lnTo>
                  <a:lnTo>
                    <a:pt x="1593181" y="71831"/>
                  </a:lnTo>
                  <a:lnTo>
                    <a:pt x="1605159" y="71868"/>
                  </a:lnTo>
                  <a:lnTo>
                    <a:pt x="1617138" y="71898"/>
                  </a:lnTo>
                  <a:lnTo>
                    <a:pt x="1629117" y="71919"/>
                  </a:lnTo>
                  <a:lnTo>
                    <a:pt x="1641096" y="71931"/>
                  </a:lnTo>
                  <a:lnTo>
                    <a:pt x="1653075" y="71932"/>
                  </a:lnTo>
                  <a:lnTo>
                    <a:pt x="1665053" y="71923"/>
                  </a:lnTo>
                  <a:lnTo>
                    <a:pt x="1677032" y="71902"/>
                  </a:lnTo>
                  <a:lnTo>
                    <a:pt x="1689011" y="71871"/>
                  </a:lnTo>
                  <a:lnTo>
                    <a:pt x="1700990" y="71828"/>
                  </a:lnTo>
                  <a:lnTo>
                    <a:pt x="1712969" y="71774"/>
                  </a:lnTo>
                  <a:lnTo>
                    <a:pt x="1724948" y="71710"/>
                  </a:lnTo>
                  <a:lnTo>
                    <a:pt x="1736926" y="71637"/>
                  </a:lnTo>
                  <a:lnTo>
                    <a:pt x="1748905" y="71555"/>
                  </a:lnTo>
                  <a:lnTo>
                    <a:pt x="1760884" y="71467"/>
                  </a:lnTo>
                  <a:lnTo>
                    <a:pt x="1772863" y="71372"/>
                  </a:lnTo>
                  <a:lnTo>
                    <a:pt x="1784842" y="71273"/>
                  </a:lnTo>
                  <a:lnTo>
                    <a:pt x="1796820" y="71170"/>
                  </a:lnTo>
                  <a:lnTo>
                    <a:pt x="1808799" y="71065"/>
                  </a:lnTo>
                  <a:lnTo>
                    <a:pt x="1820778" y="70960"/>
                  </a:lnTo>
                  <a:lnTo>
                    <a:pt x="1832757" y="70856"/>
                  </a:lnTo>
                  <a:lnTo>
                    <a:pt x="1844736" y="70753"/>
                  </a:lnTo>
                  <a:lnTo>
                    <a:pt x="1856714" y="70652"/>
                  </a:lnTo>
                  <a:lnTo>
                    <a:pt x="1868693" y="70553"/>
                  </a:lnTo>
                  <a:lnTo>
                    <a:pt x="1880672" y="70458"/>
                  </a:lnTo>
                  <a:lnTo>
                    <a:pt x="1892651" y="70364"/>
                  </a:lnTo>
                  <a:lnTo>
                    <a:pt x="1904630" y="70272"/>
                  </a:lnTo>
                  <a:lnTo>
                    <a:pt x="1916608" y="70182"/>
                  </a:lnTo>
                  <a:lnTo>
                    <a:pt x="1928587" y="70093"/>
                  </a:lnTo>
                  <a:lnTo>
                    <a:pt x="1940566" y="70003"/>
                  </a:lnTo>
                  <a:lnTo>
                    <a:pt x="1952545" y="69913"/>
                  </a:lnTo>
                  <a:lnTo>
                    <a:pt x="1964524" y="69821"/>
                  </a:lnTo>
                  <a:lnTo>
                    <a:pt x="1976502" y="69725"/>
                  </a:lnTo>
                  <a:lnTo>
                    <a:pt x="1988481" y="69626"/>
                  </a:lnTo>
                  <a:lnTo>
                    <a:pt x="2000460" y="69522"/>
                  </a:lnTo>
                  <a:lnTo>
                    <a:pt x="2012439" y="69413"/>
                  </a:lnTo>
                  <a:lnTo>
                    <a:pt x="2024418" y="69298"/>
                  </a:lnTo>
                  <a:lnTo>
                    <a:pt x="2036396" y="69176"/>
                  </a:lnTo>
                  <a:lnTo>
                    <a:pt x="2048375" y="69048"/>
                  </a:lnTo>
                  <a:lnTo>
                    <a:pt x="2060354" y="68912"/>
                  </a:lnTo>
                  <a:lnTo>
                    <a:pt x="2072333" y="68768"/>
                  </a:lnTo>
                  <a:lnTo>
                    <a:pt x="2084312" y="68616"/>
                  </a:lnTo>
                  <a:lnTo>
                    <a:pt x="2096290" y="68456"/>
                  </a:lnTo>
                  <a:lnTo>
                    <a:pt x="2108269" y="68289"/>
                  </a:lnTo>
                  <a:lnTo>
                    <a:pt x="2120248" y="68114"/>
                  </a:lnTo>
                  <a:lnTo>
                    <a:pt x="2132227" y="67931"/>
                  </a:lnTo>
                  <a:lnTo>
                    <a:pt x="2144206" y="67741"/>
                  </a:lnTo>
                  <a:lnTo>
                    <a:pt x="2156185" y="67544"/>
                  </a:lnTo>
                  <a:lnTo>
                    <a:pt x="2168163" y="67339"/>
                  </a:lnTo>
                  <a:lnTo>
                    <a:pt x="2180142" y="67127"/>
                  </a:lnTo>
                  <a:lnTo>
                    <a:pt x="2192121" y="66905"/>
                  </a:lnTo>
                  <a:lnTo>
                    <a:pt x="2204100" y="66674"/>
                  </a:lnTo>
                  <a:lnTo>
                    <a:pt x="2216079" y="66429"/>
                  </a:lnTo>
                  <a:lnTo>
                    <a:pt x="2228057" y="66169"/>
                  </a:lnTo>
                  <a:lnTo>
                    <a:pt x="2240036" y="65889"/>
                  </a:lnTo>
                  <a:lnTo>
                    <a:pt x="2252015" y="65585"/>
                  </a:lnTo>
                  <a:lnTo>
                    <a:pt x="2263994" y="65252"/>
                  </a:lnTo>
                  <a:lnTo>
                    <a:pt x="2275973" y="64885"/>
                  </a:lnTo>
                  <a:lnTo>
                    <a:pt x="2287951" y="64478"/>
                  </a:lnTo>
                  <a:lnTo>
                    <a:pt x="2299930" y="64027"/>
                  </a:lnTo>
                  <a:lnTo>
                    <a:pt x="2311909" y="63529"/>
                  </a:lnTo>
                  <a:lnTo>
                    <a:pt x="2323888" y="62979"/>
                  </a:lnTo>
                  <a:lnTo>
                    <a:pt x="2335867" y="62377"/>
                  </a:lnTo>
                  <a:lnTo>
                    <a:pt x="2347845" y="61723"/>
                  </a:lnTo>
                  <a:lnTo>
                    <a:pt x="2359824" y="61015"/>
                  </a:lnTo>
                  <a:lnTo>
                    <a:pt x="2371803" y="60260"/>
                  </a:lnTo>
                  <a:lnTo>
                    <a:pt x="2383782" y="59464"/>
                  </a:lnTo>
                  <a:lnTo>
                    <a:pt x="2395761" y="58632"/>
                  </a:lnTo>
                  <a:lnTo>
                    <a:pt x="2407739" y="57772"/>
                  </a:lnTo>
                  <a:lnTo>
                    <a:pt x="2419718" y="56890"/>
                  </a:lnTo>
                  <a:lnTo>
                    <a:pt x="2431697" y="55994"/>
                  </a:lnTo>
                  <a:lnTo>
                    <a:pt x="2443676" y="55091"/>
                  </a:lnTo>
                  <a:lnTo>
                    <a:pt x="2455655" y="54187"/>
                  </a:lnTo>
                  <a:lnTo>
                    <a:pt x="2467633" y="53287"/>
                  </a:lnTo>
                  <a:lnTo>
                    <a:pt x="2479612" y="52397"/>
                  </a:lnTo>
                  <a:lnTo>
                    <a:pt x="2491591" y="51520"/>
                  </a:lnTo>
                  <a:lnTo>
                    <a:pt x="2503570" y="50659"/>
                  </a:lnTo>
                  <a:lnTo>
                    <a:pt x="2515549" y="49815"/>
                  </a:lnTo>
                  <a:lnTo>
                    <a:pt x="2527527" y="48989"/>
                  </a:lnTo>
                  <a:lnTo>
                    <a:pt x="2539506" y="48183"/>
                  </a:lnTo>
                  <a:lnTo>
                    <a:pt x="2551485" y="47397"/>
                  </a:lnTo>
                  <a:lnTo>
                    <a:pt x="2563464" y="46627"/>
                  </a:lnTo>
                  <a:lnTo>
                    <a:pt x="2575443" y="45873"/>
                  </a:lnTo>
                  <a:lnTo>
                    <a:pt x="2587422" y="45131"/>
                  </a:lnTo>
                  <a:lnTo>
                    <a:pt x="2599400" y="44399"/>
                  </a:lnTo>
                  <a:lnTo>
                    <a:pt x="2611379" y="43671"/>
                  </a:lnTo>
                  <a:lnTo>
                    <a:pt x="2623358" y="42943"/>
                  </a:lnTo>
                  <a:lnTo>
                    <a:pt x="2635337" y="42209"/>
                  </a:lnTo>
                  <a:lnTo>
                    <a:pt x="2647316" y="41464"/>
                  </a:lnTo>
                  <a:lnTo>
                    <a:pt x="2659294" y="40701"/>
                  </a:lnTo>
                  <a:lnTo>
                    <a:pt x="2671273" y="39915"/>
                  </a:lnTo>
                  <a:lnTo>
                    <a:pt x="2683252" y="39099"/>
                  </a:lnTo>
                  <a:lnTo>
                    <a:pt x="2695231" y="38250"/>
                  </a:lnTo>
                  <a:lnTo>
                    <a:pt x="2707210" y="37361"/>
                  </a:lnTo>
                  <a:lnTo>
                    <a:pt x="2719188" y="36428"/>
                  </a:lnTo>
                  <a:lnTo>
                    <a:pt x="2731167" y="35445"/>
                  </a:lnTo>
                  <a:lnTo>
                    <a:pt x="2743146" y="34412"/>
                  </a:lnTo>
                  <a:lnTo>
                    <a:pt x="2755125" y="33327"/>
                  </a:lnTo>
                  <a:lnTo>
                    <a:pt x="2767104" y="32185"/>
                  </a:lnTo>
                  <a:lnTo>
                    <a:pt x="2779082" y="30985"/>
                  </a:lnTo>
                  <a:lnTo>
                    <a:pt x="2791061" y="29724"/>
                  </a:lnTo>
                  <a:lnTo>
                    <a:pt x="2803040" y="28400"/>
                  </a:lnTo>
                  <a:lnTo>
                    <a:pt x="2815019" y="27011"/>
                  </a:lnTo>
                  <a:lnTo>
                    <a:pt x="2826998" y="25555"/>
                  </a:lnTo>
                  <a:lnTo>
                    <a:pt x="2838976" y="24034"/>
                  </a:lnTo>
                  <a:lnTo>
                    <a:pt x="2850955" y="22453"/>
                  </a:lnTo>
                  <a:lnTo>
                    <a:pt x="2862934" y="20817"/>
                  </a:lnTo>
                  <a:lnTo>
                    <a:pt x="2874913" y="19133"/>
                  </a:lnTo>
                  <a:lnTo>
                    <a:pt x="2886892" y="17415"/>
                  </a:lnTo>
                  <a:lnTo>
                    <a:pt x="2898870" y="15676"/>
                  </a:lnTo>
                  <a:lnTo>
                    <a:pt x="2910849" y="13934"/>
                  </a:lnTo>
                  <a:lnTo>
                    <a:pt x="2922828" y="12212"/>
                  </a:lnTo>
                  <a:lnTo>
                    <a:pt x="2934807" y="10531"/>
                  </a:lnTo>
                  <a:lnTo>
                    <a:pt x="2946786" y="8914"/>
                  </a:lnTo>
                  <a:lnTo>
                    <a:pt x="2958764" y="7380"/>
                  </a:lnTo>
                  <a:lnTo>
                    <a:pt x="2970743" y="5952"/>
                  </a:lnTo>
                  <a:lnTo>
                    <a:pt x="2982722" y="4648"/>
                  </a:lnTo>
                  <a:lnTo>
                    <a:pt x="2994701" y="3485"/>
                  </a:lnTo>
                  <a:lnTo>
                    <a:pt x="3006680" y="2476"/>
                  </a:lnTo>
                  <a:lnTo>
                    <a:pt x="3018659" y="1631"/>
                  </a:lnTo>
                  <a:lnTo>
                    <a:pt x="3030637" y="958"/>
                  </a:lnTo>
                  <a:lnTo>
                    <a:pt x="3042616" y="462"/>
                  </a:lnTo>
                  <a:lnTo>
                    <a:pt x="3054595" y="143"/>
                  </a:lnTo>
                  <a:lnTo>
                    <a:pt x="3066574" y="0"/>
                  </a:lnTo>
                  <a:lnTo>
                    <a:pt x="3078553" y="27"/>
                  </a:lnTo>
                  <a:lnTo>
                    <a:pt x="3090531" y="223"/>
                  </a:lnTo>
                  <a:lnTo>
                    <a:pt x="3102510" y="583"/>
                  </a:lnTo>
                  <a:lnTo>
                    <a:pt x="3114489" y="1086"/>
                  </a:lnTo>
                  <a:lnTo>
                    <a:pt x="3126468" y="1722"/>
                  </a:lnTo>
                  <a:lnTo>
                    <a:pt x="3138447" y="2477"/>
                  </a:lnTo>
                  <a:lnTo>
                    <a:pt x="3150425" y="3335"/>
                  </a:lnTo>
                  <a:lnTo>
                    <a:pt x="3162404" y="4282"/>
                  </a:lnTo>
                  <a:lnTo>
                    <a:pt x="3174383" y="5302"/>
                  </a:lnTo>
                  <a:lnTo>
                    <a:pt x="3186362" y="6377"/>
                  </a:lnTo>
                  <a:lnTo>
                    <a:pt x="3198341" y="7490"/>
                  </a:lnTo>
                  <a:lnTo>
                    <a:pt x="3210319" y="8623"/>
                  </a:lnTo>
                  <a:lnTo>
                    <a:pt x="3222298" y="9759"/>
                  </a:lnTo>
                  <a:lnTo>
                    <a:pt x="3234277" y="10880"/>
                  </a:lnTo>
                  <a:lnTo>
                    <a:pt x="3246256" y="11969"/>
                  </a:lnTo>
                  <a:lnTo>
                    <a:pt x="3258235" y="13014"/>
                  </a:lnTo>
                  <a:lnTo>
                    <a:pt x="3270213" y="13999"/>
                  </a:lnTo>
                  <a:lnTo>
                    <a:pt x="3282192" y="14909"/>
                  </a:lnTo>
                  <a:lnTo>
                    <a:pt x="3294171" y="15737"/>
                  </a:lnTo>
                  <a:lnTo>
                    <a:pt x="3306150" y="16477"/>
                  </a:lnTo>
                  <a:lnTo>
                    <a:pt x="3318129" y="17124"/>
                  </a:lnTo>
                  <a:lnTo>
                    <a:pt x="3330107" y="17674"/>
                  </a:lnTo>
                  <a:lnTo>
                    <a:pt x="3342086" y="18128"/>
                  </a:lnTo>
                  <a:lnTo>
                    <a:pt x="3354065" y="18487"/>
                  </a:lnTo>
                  <a:lnTo>
                    <a:pt x="3366044" y="18753"/>
                  </a:lnTo>
                  <a:lnTo>
                    <a:pt x="3378023" y="18931"/>
                  </a:lnTo>
                  <a:lnTo>
                    <a:pt x="3390002" y="19028"/>
                  </a:lnTo>
                  <a:lnTo>
                    <a:pt x="3401980" y="19052"/>
                  </a:lnTo>
                  <a:lnTo>
                    <a:pt x="3413959" y="19011"/>
                  </a:lnTo>
                  <a:lnTo>
                    <a:pt x="3425938" y="18917"/>
                  </a:lnTo>
                  <a:lnTo>
                    <a:pt x="3437917" y="18781"/>
                  </a:lnTo>
                  <a:lnTo>
                    <a:pt x="3449896" y="18616"/>
                  </a:lnTo>
                  <a:lnTo>
                    <a:pt x="3461874" y="18435"/>
                  </a:lnTo>
                  <a:lnTo>
                    <a:pt x="3473853" y="18253"/>
                  </a:lnTo>
                  <a:lnTo>
                    <a:pt x="3485832" y="18084"/>
                  </a:lnTo>
                  <a:lnTo>
                    <a:pt x="3497811" y="17943"/>
                  </a:lnTo>
                  <a:lnTo>
                    <a:pt x="3509790" y="17841"/>
                  </a:lnTo>
                  <a:lnTo>
                    <a:pt x="3521768" y="17790"/>
                  </a:lnTo>
                  <a:lnTo>
                    <a:pt x="3533747" y="17801"/>
                  </a:lnTo>
                  <a:lnTo>
                    <a:pt x="3545726" y="17883"/>
                  </a:lnTo>
                  <a:lnTo>
                    <a:pt x="3557705" y="18043"/>
                  </a:lnTo>
                  <a:lnTo>
                    <a:pt x="3569684" y="18287"/>
                  </a:lnTo>
                  <a:lnTo>
                    <a:pt x="3581662" y="18617"/>
                  </a:lnTo>
                  <a:lnTo>
                    <a:pt x="3593641" y="19037"/>
                  </a:lnTo>
                  <a:lnTo>
                    <a:pt x="3605620" y="19548"/>
                  </a:lnTo>
                  <a:lnTo>
                    <a:pt x="3617599" y="20146"/>
                  </a:lnTo>
                  <a:lnTo>
                    <a:pt x="3629578" y="20826"/>
                  </a:lnTo>
                  <a:lnTo>
                    <a:pt x="3641556" y="21584"/>
                  </a:lnTo>
                  <a:lnTo>
                    <a:pt x="3653535" y="22417"/>
                  </a:lnTo>
                  <a:lnTo>
                    <a:pt x="3665514" y="23313"/>
                  </a:lnTo>
                  <a:lnTo>
                    <a:pt x="3677493" y="24262"/>
                  </a:lnTo>
                  <a:lnTo>
                    <a:pt x="3689472" y="25254"/>
                  </a:lnTo>
                  <a:lnTo>
                    <a:pt x="3701450" y="26281"/>
                  </a:lnTo>
                  <a:lnTo>
                    <a:pt x="3713429" y="27331"/>
                  </a:lnTo>
                  <a:lnTo>
                    <a:pt x="3725408" y="28394"/>
                  </a:lnTo>
                  <a:lnTo>
                    <a:pt x="3737387" y="29458"/>
                  </a:lnTo>
                  <a:lnTo>
                    <a:pt x="3749366" y="30514"/>
                  </a:lnTo>
                  <a:lnTo>
                    <a:pt x="3761344" y="31550"/>
                  </a:lnTo>
                  <a:lnTo>
                    <a:pt x="3773323" y="32558"/>
                  </a:lnTo>
                  <a:lnTo>
                    <a:pt x="3785302" y="33528"/>
                  </a:lnTo>
                  <a:lnTo>
                    <a:pt x="3797281" y="34452"/>
                  </a:lnTo>
                  <a:lnTo>
                    <a:pt x="3809260" y="35324"/>
                  </a:lnTo>
                  <a:lnTo>
                    <a:pt x="3821239" y="36140"/>
                  </a:lnTo>
                  <a:lnTo>
                    <a:pt x="3833217" y="36896"/>
                  </a:lnTo>
                  <a:lnTo>
                    <a:pt x="3845196" y="37589"/>
                  </a:lnTo>
                  <a:lnTo>
                    <a:pt x="3857175" y="38227"/>
                  </a:lnTo>
                  <a:lnTo>
                    <a:pt x="3869154" y="38812"/>
                  </a:lnTo>
                  <a:lnTo>
                    <a:pt x="3881133" y="39352"/>
                  </a:lnTo>
                  <a:lnTo>
                    <a:pt x="3893111" y="39855"/>
                  </a:lnTo>
                  <a:lnTo>
                    <a:pt x="3905090" y="40330"/>
                  </a:lnTo>
                  <a:lnTo>
                    <a:pt x="3917069" y="40786"/>
                  </a:lnTo>
                  <a:lnTo>
                    <a:pt x="3929048" y="41231"/>
                  </a:lnTo>
                  <a:lnTo>
                    <a:pt x="3941027" y="41673"/>
                  </a:lnTo>
                  <a:lnTo>
                    <a:pt x="3953005" y="42118"/>
                  </a:lnTo>
                  <a:lnTo>
                    <a:pt x="3964984" y="42571"/>
                  </a:lnTo>
                  <a:lnTo>
                    <a:pt x="3976963" y="43033"/>
                  </a:lnTo>
                  <a:lnTo>
                    <a:pt x="3988942" y="43507"/>
                  </a:lnTo>
                  <a:lnTo>
                    <a:pt x="4000921" y="43989"/>
                  </a:lnTo>
                  <a:lnTo>
                    <a:pt x="4012899" y="44478"/>
                  </a:lnTo>
                  <a:lnTo>
                    <a:pt x="4024878" y="44970"/>
                  </a:lnTo>
                  <a:lnTo>
                    <a:pt x="4036857" y="45460"/>
                  </a:lnTo>
                  <a:lnTo>
                    <a:pt x="4048836" y="45946"/>
                  </a:lnTo>
                  <a:lnTo>
                    <a:pt x="4060815" y="46424"/>
                  </a:lnTo>
                  <a:lnTo>
                    <a:pt x="4072793" y="46894"/>
                  </a:lnTo>
                  <a:lnTo>
                    <a:pt x="4084772" y="47354"/>
                  </a:lnTo>
                  <a:lnTo>
                    <a:pt x="4096751" y="47803"/>
                  </a:lnTo>
                  <a:lnTo>
                    <a:pt x="4108730" y="48243"/>
                  </a:lnTo>
                  <a:lnTo>
                    <a:pt x="4120709" y="48673"/>
                  </a:lnTo>
                  <a:lnTo>
                    <a:pt x="4132687" y="49095"/>
                  </a:lnTo>
                  <a:lnTo>
                    <a:pt x="4144666" y="49508"/>
                  </a:lnTo>
                  <a:lnTo>
                    <a:pt x="4156645" y="49913"/>
                  </a:lnTo>
                  <a:lnTo>
                    <a:pt x="4168624" y="50308"/>
                  </a:lnTo>
                  <a:lnTo>
                    <a:pt x="4180603" y="50693"/>
                  </a:lnTo>
                  <a:lnTo>
                    <a:pt x="4192581" y="51065"/>
                  </a:lnTo>
                  <a:lnTo>
                    <a:pt x="4204560" y="51422"/>
                  </a:lnTo>
                  <a:lnTo>
                    <a:pt x="4216539" y="51762"/>
                  </a:lnTo>
                  <a:lnTo>
                    <a:pt x="4228518" y="52081"/>
                  </a:lnTo>
                  <a:lnTo>
                    <a:pt x="4240497" y="52379"/>
                  </a:lnTo>
                  <a:lnTo>
                    <a:pt x="4252476" y="52654"/>
                  </a:lnTo>
                  <a:lnTo>
                    <a:pt x="4264454" y="52906"/>
                  </a:lnTo>
                  <a:lnTo>
                    <a:pt x="4276433" y="53133"/>
                  </a:lnTo>
                  <a:lnTo>
                    <a:pt x="4288412" y="53338"/>
                  </a:lnTo>
                  <a:lnTo>
                    <a:pt x="4300391" y="53523"/>
                  </a:lnTo>
                  <a:lnTo>
                    <a:pt x="4312370" y="53690"/>
                  </a:lnTo>
                  <a:lnTo>
                    <a:pt x="4324348" y="53843"/>
                  </a:lnTo>
                  <a:lnTo>
                    <a:pt x="4336327" y="53987"/>
                  </a:lnTo>
                  <a:lnTo>
                    <a:pt x="4348306" y="54127"/>
                  </a:lnTo>
                  <a:lnTo>
                    <a:pt x="4360285" y="54269"/>
                  </a:lnTo>
                  <a:lnTo>
                    <a:pt x="4372264" y="54417"/>
                  </a:lnTo>
                  <a:lnTo>
                    <a:pt x="4384242" y="54579"/>
                  </a:lnTo>
                  <a:lnTo>
                    <a:pt x="4396221" y="54759"/>
                  </a:lnTo>
                  <a:lnTo>
                    <a:pt x="4408200" y="54961"/>
                  </a:lnTo>
                  <a:lnTo>
                    <a:pt x="4420179" y="55187"/>
                  </a:lnTo>
                  <a:lnTo>
                    <a:pt x="4432158" y="55438"/>
                  </a:lnTo>
                  <a:lnTo>
                    <a:pt x="4444136" y="55714"/>
                  </a:lnTo>
                  <a:lnTo>
                    <a:pt x="4456115" y="56015"/>
                  </a:lnTo>
                  <a:lnTo>
                    <a:pt x="4468094" y="56337"/>
                  </a:lnTo>
                  <a:lnTo>
                    <a:pt x="4480073" y="56679"/>
                  </a:lnTo>
                  <a:lnTo>
                    <a:pt x="4492052" y="57035"/>
                  </a:lnTo>
                  <a:lnTo>
                    <a:pt x="4504030" y="57402"/>
                  </a:lnTo>
                  <a:lnTo>
                    <a:pt x="4516009" y="57776"/>
                  </a:lnTo>
                  <a:lnTo>
                    <a:pt x="4527988" y="58151"/>
                  </a:lnTo>
                  <a:lnTo>
                    <a:pt x="4539967" y="58525"/>
                  </a:lnTo>
                  <a:lnTo>
                    <a:pt x="4551946" y="58893"/>
                  </a:lnTo>
                  <a:lnTo>
                    <a:pt x="4563924" y="59252"/>
                  </a:lnTo>
                  <a:lnTo>
                    <a:pt x="4575903" y="59601"/>
                  </a:lnTo>
                  <a:lnTo>
                    <a:pt x="4587882" y="59937"/>
                  </a:lnTo>
                  <a:lnTo>
                    <a:pt x="4599861" y="60260"/>
                  </a:lnTo>
                  <a:lnTo>
                    <a:pt x="4611840" y="60569"/>
                  </a:lnTo>
                  <a:lnTo>
                    <a:pt x="4623818" y="60866"/>
                  </a:lnTo>
                  <a:lnTo>
                    <a:pt x="4635797" y="61149"/>
                  </a:lnTo>
                  <a:lnTo>
                    <a:pt x="4647776" y="61419"/>
                  </a:lnTo>
                  <a:lnTo>
                    <a:pt x="4659755" y="61677"/>
                  </a:lnTo>
                  <a:lnTo>
                    <a:pt x="4671734" y="61923"/>
                  </a:lnTo>
                  <a:lnTo>
                    <a:pt x="4683713" y="62156"/>
                  </a:lnTo>
                  <a:lnTo>
                    <a:pt x="4695691" y="62378"/>
                  </a:lnTo>
                  <a:lnTo>
                    <a:pt x="4707670" y="62586"/>
                  </a:lnTo>
                  <a:lnTo>
                    <a:pt x="4719649" y="62782"/>
                  </a:lnTo>
                  <a:lnTo>
                    <a:pt x="4731628" y="62965"/>
                  </a:lnTo>
                  <a:lnTo>
                    <a:pt x="4743607" y="63133"/>
                  </a:lnTo>
                  <a:lnTo>
                    <a:pt x="4755585" y="63288"/>
                  </a:lnTo>
                  <a:lnTo>
                    <a:pt x="4767564" y="63428"/>
                  </a:lnTo>
                  <a:lnTo>
                    <a:pt x="4779543" y="63554"/>
                  </a:lnTo>
                  <a:lnTo>
                    <a:pt x="4791522" y="63668"/>
                  </a:lnTo>
                  <a:lnTo>
                    <a:pt x="4803501" y="63771"/>
                  </a:lnTo>
                  <a:lnTo>
                    <a:pt x="4815479" y="63864"/>
                  </a:lnTo>
                  <a:lnTo>
                    <a:pt x="4827458" y="63950"/>
                  </a:lnTo>
                  <a:lnTo>
                    <a:pt x="4839437" y="64032"/>
                  </a:lnTo>
                  <a:lnTo>
                    <a:pt x="4851416" y="64111"/>
                  </a:lnTo>
                  <a:lnTo>
                    <a:pt x="4863395" y="64190"/>
                  </a:lnTo>
                  <a:lnTo>
                    <a:pt x="4875373" y="64272"/>
                  </a:lnTo>
                  <a:lnTo>
                    <a:pt x="4887352" y="64359"/>
                  </a:lnTo>
                  <a:lnTo>
                    <a:pt x="4899331" y="64452"/>
                  </a:lnTo>
                  <a:lnTo>
                    <a:pt x="4911310" y="64553"/>
                  </a:lnTo>
                  <a:lnTo>
                    <a:pt x="4923289" y="64661"/>
                  </a:lnTo>
                  <a:lnTo>
                    <a:pt x="4935267" y="64776"/>
                  </a:lnTo>
                  <a:lnTo>
                    <a:pt x="4947246" y="64897"/>
                  </a:lnTo>
                  <a:lnTo>
                    <a:pt x="4959225" y="65020"/>
                  </a:lnTo>
                  <a:lnTo>
                    <a:pt x="4971204" y="65142"/>
                  </a:lnTo>
                  <a:lnTo>
                    <a:pt x="4983183" y="65260"/>
                  </a:lnTo>
                  <a:lnTo>
                    <a:pt x="4995161" y="65368"/>
                  </a:lnTo>
                  <a:lnTo>
                    <a:pt x="5007140" y="65465"/>
                  </a:lnTo>
                  <a:lnTo>
                    <a:pt x="5019119" y="65545"/>
                  </a:lnTo>
                  <a:lnTo>
                    <a:pt x="5031098" y="65607"/>
                  </a:lnTo>
                  <a:lnTo>
                    <a:pt x="5043077" y="65647"/>
                  </a:lnTo>
                  <a:lnTo>
                    <a:pt x="5055055" y="65664"/>
                  </a:lnTo>
                  <a:lnTo>
                    <a:pt x="5067034" y="65659"/>
                  </a:lnTo>
                  <a:lnTo>
                    <a:pt x="5079013" y="65633"/>
                  </a:lnTo>
                  <a:lnTo>
                    <a:pt x="5090992" y="65587"/>
                  </a:lnTo>
                  <a:lnTo>
                    <a:pt x="5102971" y="65525"/>
                  </a:lnTo>
                  <a:lnTo>
                    <a:pt x="5114950" y="65452"/>
                  </a:lnTo>
                  <a:lnTo>
                    <a:pt x="5126928" y="65371"/>
                  </a:lnTo>
                  <a:lnTo>
                    <a:pt x="5138907" y="65288"/>
                  </a:lnTo>
                  <a:lnTo>
                    <a:pt x="5150886" y="65209"/>
                  </a:lnTo>
                  <a:lnTo>
                    <a:pt x="5162865" y="65137"/>
                  </a:lnTo>
                  <a:lnTo>
                    <a:pt x="5174844" y="65076"/>
                  </a:lnTo>
                  <a:lnTo>
                    <a:pt x="5186822" y="65027"/>
                  </a:lnTo>
                  <a:lnTo>
                    <a:pt x="5198801" y="64993"/>
                  </a:lnTo>
                  <a:lnTo>
                    <a:pt x="5210780" y="64972"/>
                  </a:lnTo>
                  <a:lnTo>
                    <a:pt x="5222759" y="64962"/>
                  </a:lnTo>
                  <a:lnTo>
                    <a:pt x="5234738" y="64961"/>
                  </a:lnTo>
                  <a:lnTo>
                    <a:pt x="5246716" y="64965"/>
                  </a:lnTo>
                  <a:lnTo>
                    <a:pt x="5258695" y="64969"/>
                  </a:lnTo>
                  <a:lnTo>
                    <a:pt x="5270674" y="64969"/>
                  </a:lnTo>
                  <a:lnTo>
                    <a:pt x="5282653" y="64959"/>
                  </a:lnTo>
                  <a:lnTo>
                    <a:pt x="5294632" y="64937"/>
                  </a:lnTo>
                  <a:lnTo>
                    <a:pt x="5306610" y="64898"/>
                  </a:lnTo>
                  <a:lnTo>
                    <a:pt x="5318589" y="64839"/>
                  </a:lnTo>
                  <a:lnTo>
                    <a:pt x="5330568" y="64759"/>
                  </a:lnTo>
                  <a:lnTo>
                    <a:pt x="5342547" y="64660"/>
                  </a:lnTo>
                  <a:lnTo>
                    <a:pt x="5354526" y="64544"/>
                  </a:lnTo>
                  <a:lnTo>
                    <a:pt x="5366504" y="64414"/>
                  </a:lnTo>
                  <a:lnTo>
                    <a:pt x="5378483" y="64273"/>
                  </a:lnTo>
                  <a:lnTo>
                    <a:pt x="5390462" y="64129"/>
                  </a:lnTo>
                  <a:lnTo>
                    <a:pt x="5402441" y="63985"/>
                  </a:lnTo>
                  <a:lnTo>
                    <a:pt x="5414420" y="63849"/>
                  </a:lnTo>
                  <a:lnTo>
                    <a:pt x="5426398" y="63725"/>
                  </a:lnTo>
                  <a:lnTo>
                    <a:pt x="5438377" y="63620"/>
                  </a:lnTo>
                  <a:lnTo>
                    <a:pt x="5450356" y="63536"/>
                  </a:lnTo>
                  <a:lnTo>
                    <a:pt x="5462335" y="63479"/>
                  </a:lnTo>
                  <a:lnTo>
                    <a:pt x="5474314" y="63449"/>
                  </a:lnTo>
                  <a:lnTo>
                    <a:pt x="5486292" y="63450"/>
                  </a:lnTo>
                  <a:lnTo>
                    <a:pt x="5498271" y="63480"/>
                  </a:lnTo>
                  <a:lnTo>
                    <a:pt x="5510250" y="63540"/>
                  </a:lnTo>
                  <a:lnTo>
                    <a:pt x="5522229" y="63628"/>
                  </a:lnTo>
                  <a:lnTo>
                    <a:pt x="5534208" y="63741"/>
                  </a:lnTo>
                  <a:lnTo>
                    <a:pt x="5546187" y="63876"/>
                  </a:lnTo>
                  <a:lnTo>
                    <a:pt x="5558165" y="64033"/>
                  </a:lnTo>
                  <a:lnTo>
                    <a:pt x="5570144" y="64208"/>
                  </a:lnTo>
                  <a:lnTo>
                    <a:pt x="5582123" y="64402"/>
                  </a:lnTo>
                  <a:lnTo>
                    <a:pt x="5594102" y="64613"/>
                  </a:lnTo>
                  <a:lnTo>
                    <a:pt x="5606081" y="64842"/>
                  </a:lnTo>
                  <a:lnTo>
                    <a:pt x="5618059" y="65089"/>
                  </a:lnTo>
                  <a:lnTo>
                    <a:pt x="5630038" y="65355"/>
                  </a:lnTo>
                  <a:lnTo>
                    <a:pt x="5642017" y="65641"/>
                  </a:lnTo>
                  <a:lnTo>
                    <a:pt x="5653996" y="65946"/>
                  </a:lnTo>
                  <a:lnTo>
                    <a:pt x="5665975" y="66271"/>
                  </a:lnTo>
                  <a:lnTo>
                    <a:pt x="5677953" y="66615"/>
                  </a:lnTo>
                  <a:lnTo>
                    <a:pt x="5689932" y="66975"/>
                  </a:lnTo>
                  <a:lnTo>
                    <a:pt x="5701911" y="67350"/>
                  </a:lnTo>
                  <a:lnTo>
                    <a:pt x="5713890" y="67734"/>
                  </a:lnTo>
                  <a:lnTo>
                    <a:pt x="5725869" y="68122"/>
                  </a:lnTo>
                  <a:lnTo>
                    <a:pt x="5737847" y="68511"/>
                  </a:lnTo>
                  <a:lnTo>
                    <a:pt x="5749826" y="68894"/>
                  </a:lnTo>
                  <a:lnTo>
                    <a:pt x="5761805" y="69268"/>
                  </a:lnTo>
                  <a:lnTo>
                    <a:pt x="5773784" y="69627"/>
                  </a:lnTo>
                  <a:lnTo>
                    <a:pt x="5785763" y="69968"/>
                  </a:lnTo>
                  <a:lnTo>
                    <a:pt x="5797741" y="70289"/>
                  </a:lnTo>
                  <a:lnTo>
                    <a:pt x="5809720" y="70587"/>
                  </a:lnTo>
                  <a:lnTo>
                    <a:pt x="5821699" y="70860"/>
                  </a:lnTo>
                  <a:lnTo>
                    <a:pt x="5833678" y="71108"/>
                  </a:lnTo>
                  <a:lnTo>
                    <a:pt x="5845657" y="71332"/>
                  </a:lnTo>
                  <a:lnTo>
                    <a:pt x="5857635" y="71533"/>
                  </a:lnTo>
                  <a:lnTo>
                    <a:pt x="5869614" y="71712"/>
                  </a:lnTo>
                  <a:lnTo>
                    <a:pt x="5881593" y="71869"/>
                  </a:lnTo>
                  <a:lnTo>
                    <a:pt x="5893572" y="72008"/>
                  </a:lnTo>
                  <a:lnTo>
                    <a:pt x="5905551" y="72132"/>
                  </a:lnTo>
                  <a:lnTo>
                    <a:pt x="5917529" y="72243"/>
                  </a:lnTo>
                  <a:lnTo>
                    <a:pt x="5929508" y="72341"/>
                  </a:lnTo>
                  <a:lnTo>
                    <a:pt x="5941487" y="72430"/>
                  </a:lnTo>
                  <a:lnTo>
                    <a:pt x="5953466" y="72511"/>
                  </a:lnTo>
                  <a:lnTo>
                    <a:pt x="5965445" y="72586"/>
                  </a:lnTo>
                  <a:lnTo>
                    <a:pt x="5977424" y="72655"/>
                  </a:lnTo>
                  <a:lnTo>
                    <a:pt x="5989402" y="72719"/>
                  </a:lnTo>
                  <a:lnTo>
                    <a:pt x="5989402" y="73323"/>
                  </a:lnTo>
                  <a:lnTo>
                    <a:pt x="5977424" y="73323"/>
                  </a:lnTo>
                  <a:lnTo>
                    <a:pt x="5965445" y="73323"/>
                  </a:lnTo>
                  <a:lnTo>
                    <a:pt x="5953466" y="73323"/>
                  </a:lnTo>
                  <a:lnTo>
                    <a:pt x="5941487" y="73323"/>
                  </a:lnTo>
                  <a:lnTo>
                    <a:pt x="5929508" y="73323"/>
                  </a:lnTo>
                  <a:lnTo>
                    <a:pt x="5917529" y="73323"/>
                  </a:lnTo>
                  <a:lnTo>
                    <a:pt x="5905551" y="73323"/>
                  </a:lnTo>
                  <a:lnTo>
                    <a:pt x="5893572" y="73323"/>
                  </a:lnTo>
                  <a:lnTo>
                    <a:pt x="5881593" y="73323"/>
                  </a:lnTo>
                  <a:lnTo>
                    <a:pt x="5869614" y="73323"/>
                  </a:lnTo>
                  <a:lnTo>
                    <a:pt x="5857635" y="73323"/>
                  </a:lnTo>
                  <a:lnTo>
                    <a:pt x="5845657" y="73323"/>
                  </a:lnTo>
                  <a:lnTo>
                    <a:pt x="5833678" y="73323"/>
                  </a:lnTo>
                  <a:lnTo>
                    <a:pt x="5821699" y="73323"/>
                  </a:lnTo>
                  <a:lnTo>
                    <a:pt x="5809720" y="73323"/>
                  </a:lnTo>
                  <a:lnTo>
                    <a:pt x="5797741" y="73323"/>
                  </a:lnTo>
                  <a:lnTo>
                    <a:pt x="5785763" y="73323"/>
                  </a:lnTo>
                  <a:lnTo>
                    <a:pt x="5773784" y="73323"/>
                  </a:lnTo>
                  <a:lnTo>
                    <a:pt x="5761805" y="73323"/>
                  </a:lnTo>
                  <a:lnTo>
                    <a:pt x="5749826" y="73323"/>
                  </a:lnTo>
                  <a:lnTo>
                    <a:pt x="5737847" y="73323"/>
                  </a:lnTo>
                  <a:lnTo>
                    <a:pt x="5725869" y="73323"/>
                  </a:lnTo>
                  <a:lnTo>
                    <a:pt x="5713890" y="73323"/>
                  </a:lnTo>
                  <a:lnTo>
                    <a:pt x="5701911" y="73323"/>
                  </a:lnTo>
                  <a:lnTo>
                    <a:pt x="5689932" y="73323"/>
                  </a:lnTo>
                  <a:lnTo>
                    <a:pt x="5677953" y="73323"/>
                  </a:lnTo>
                  <a:lnTo>
                    <a:pt x="5665975" y="73323"/>
                  </a:lnTo>
                  <a:lnTo>
                    <a:pt x="5653996" y="73323"/>
                  </a:lnTo>
                  <a:lnTo>
                    <a:pt x="5642017" y="73323"/>
                  </a:lnTo>
                  <a:lnTo>
                    <a:pt x="5630038" y="73323"/>
                  </a:lnTo>
                  <a:lnTo>
                    <a:pt x="5618059" y="73323"/>
                  </a:lnTo>
                  <a:lnTo>
                    <a:pt x="5606081" y="73323"/>
                  </a:lnTo>
                  <a:lnTo>
                    <a:pt x="5594102" y="73323"/>
                  </a:lnTo>
                  <a:lnTo>
                    <a:pt x="5582123" y="73323"/>
                  </a:lnTo>
                  <a:lnTo>
                    <a:pt x="5570144" y="73323"/>
                  </a:lnTo>
                  <a:lnTo>
                    <a:pt x="5558165" y="73323"/>
                  </a:lnTo>
                  <a:lnTo>
                    <a:pt x="5546187" y="73323"/>
                  </a:lnTo>
                  <a:lnTo>
                    <a:pt x="5534208" y="73323"/>
                  </a:lnTo>
                  <a:lnTo>
                    <a:pt x="5522229" y="73323"/>
                  </a:lnTo>
                  <a:lnTo>
                    <a:pt x="5510250" y="73323"/>
                  </a:lnTo>
                  <a:lnTo>
                    <a:pt x="5498271" y="73323"/>
                  </a:lnTo>
                  <a:lnTo>
                    <a:pt x="5486292" y="73323"/>
                  </a:lnTo>
                  <a:lnTo>
                    <a:pt x="5474314" y="73323"/>
                  </a:lnTo>
                  <a:lnTo>
                    <a:pt x="5462335" y="73323"/>
                  </a:lnTo>
                  <a:lnTo>
                    <a:pt x="5450356" y="73323"/>
                  </a:lnTo>
                  <a:lnTo>
                    <a:pt x="5438377" y="73323"/>
                  </a:lnTo>
                  <a:lnTo>
                    <a:pt x="5426398" y="73323"/>
                  </a:lnTo>
                  <a:lnTo>
                    <a:pt x="5414420" y="73323"/>
                  </a:lnTo>
                  <a:lnTo>
                    <a:pt x="5402441" y="73323"/>
                  </a:lnTo>
                  <a:lnTo>
                    <a:pt x="5390462" y="73323"/>
                  </a:lnTo>
                  <a:lnTo>
                    <a:pt x="5378483" y="73323"/>
                  </a:lnTo>
                  <a:lnTo>
                    <a:pt x="5366504" y="73323"/>
                  </a:lnTo>
                  <a:lnTo>
                    <a:pt x="5354526" y="73323"/>
                  </a:lnTo>
                  <a:lnTo>
                    <a:pt x="5342547" y="73323"/>
                  </a:lnTo>
                  <a:lnTo>
                    <a:pt x="5330568" y="73323"/>
                  </a:lnTo>
                  <a:lnTo>
                    <a:pt x="5318589" y="73323"/>
                  </a:lnTo>
                  <a:lnTo>
                    <a:pt x="5306610" y="73323"/>
                  </a:lnTo>
                  <a:lnTo>
                    <a:pt x="5294632" y="73323"/>
                  </a:lnTo>
                  <a:lnTo>
                    <a:pt x="5282653" y="73323"/>
                  </a:lnTo>
                  <a:lnTo>
                    <a:pt x="5270674" y="73323"/>
                  </a:lnTo>
                  <a:lnTo>
                    <a:pt x="5258695" y="73323"/>
                  </a:lnTo>
                  <a:lnTo>
                    <a:pt x="5246716" y="73323"/>
                  </a:lnTo>
                  <a:lnTo>
                    <a:pt x="5234738" y="73323"/>
                  </a:lnTo>
                  <a:lnTo>
                    <a:pt x="5222759" y="73323"/>
                  </a:lnTo>
                  <a:lnTo>
                    <a:pt x="5210780" y="73323"/>
                  </a:lnTo>
                  <a:lnTo>
                    <a:pt x="5198801" y="73323"/>
                  </a:lnTo>
                  <a:lnTo>
                    <a:pt x="5186822" y="73323"/>
                  </a:lnTo>
                  <a:lnTo>
                    <a:pt x="5174844" y="73323"/>
                  </a:lnTo>
                  <a:lnTo>
                    <a:pt x="5162865" y="73323"/>
                  </a:lnTo>
                  <a:lnTo>
                    <a:pt x="5150886" y="73323"/>
                  </a:lnTo>
                  <a:lnTo>
                    <a:pt x="5138907" y="73323"/>
                  </a:lnTo>
                  <a:lnTo>
                    <a:pt x="5126928" y="73323"/>
                  </a:lnTo>
                  <a:lnTo>
                    <a:pt x="5114950" y="73323"/>
                  </a:lnTo>
                  <a:lnTo>
                    <a:pt x="5102971" y="73323"/>
                  </a:lnTo>
                  <a:lnTo>
                    <a:pt x="5090992" y="73323"/>
                  </a:lnTo>
                  <a:lnTo>
                    <a:pt x="5079013" y="73323"/>
                  </a:lnTo>
                  <a:lnTo>
                    <a:pt x="5067034" y="73323"/>
                  </a:lnTo>
                  <a:lnTo>
                    <a:pt x="5055055" y="73323"/>
                  </a:lnTo>
                  <a:lnTo>
                    <a:pt x="5043077" y="73323"/>
                  </a:lnTo>
                  <a:lnTo>
                    <a:pt x="5031098" y="73323"/>
                  </a:lnTo>
                  <a:lnTo>
                    <a:pt x="5019119" y="73323"/>
                  </a:lnTo>
                  <a:lnTo>
                    <a:pt x="5007140" y="73323"/>
                  </a:lnTo>
                  <a:lnTo>
                    <a:pt x="4995161" y="73323"/>
                  </a:lnTo>
                  <a:lnTo>
                    <a:pt x="4983183" y="73323"/>
                  </a:lnTo>
                  <a:lnTo>
                    <a:pt x="4971204" y="73323"/>
                  </a:lnTo>
                  <a:lnTo>
                    <a:pt x="4959225" y="73323"/>
                  </a:lnTo>
                  <a:lnTo>
                    <a:pt x="4947246" y="73323"/>
                  </a:lnTo>
                  <a:lnTo>
                    <a:pt x="4935267" y="73323"/>
                  </a:lnTo>
                  <a:lnTo>
                    <a:pt x="4923289" y="73323"/>
                  </a:lnTo>
                  <a:lnTo>
                    <a:pt x="4911310" y="73323"/>
                  </a:lnTo>
                  <a:lnTo>
                    <a:pt x="4899331" y="73323"/>
                  </a:lnTo>
                  <a:lnTo>
                    <a:pt x="4887352" y="73323"/>
                  </a:lnTo>
                  <a:lnTo>
                    <a:pt x="4875373" y="73323"/>
                  </a:lnTo>
                  <a:lnTo>
                    <a:pt x="4863395" y="73323"/>
                  </a:lnTo>
                  <a:lnTo>
                    <a:pt x="4851416" y="73323"/>
                  </a:lnTo>
                  <a:lnTo>
                    <a:pt x="4839437" y="73323"/>
                  </a:lnTo>
                  <a:lnTo>
                    <a:pt x="4827458" y="73323"/>
                  </a:lnTo>
                  <a:lnTo>
                    <a:pt x="4815479" y="73323"/>
                  </a:lnTo>
                  <a:lnTo>
                    <a:pt x="4803501" y="73323"/>
                  </a:lnTo>
                  <a:lnTo>
                    <a:pt x="4791522" y="73323"/>
                  </a:lnTo>
                  <a:lnTo>
                    <a:pt x="4779543" y="73323"/>
                  </a:lnTo>
                  <a:lnTo>
                    <a:pt x="4767564" y="73323"/>
                  </a:lnTo>
                  <a:lnTo>
                    <a:pt x="4755585" y="73323"/>
                  </a:lnTo>
                  <a:lnTo>
                    <a:pt x="4743607" y="73323"/>
                  </a:lnTo>
                  <a:lnTo>
                    <a:pt x="4731628" y="73323"/>
                  </a:lnTo>
                  <a:lnTo>
                    <a:pt x="4719649" y="73323"/>
                  </a:lnTo>
                  <a:lnTo>
                    <a:pt x="4707670" y="73323"/>
                  </a:lnTo>
                  <a:lnTo>
                    <a:pt x="4695691" y="73323"/>
                  </a:lnTo>
                  <a:lnTo>
                    <a:pt x="4683713" y="73323"/>
                  </a:lnTo>
                  <a:lnTo>
                    <a:pt x="4671734" y="73323"/>
                  </a:lnTo>
                  <a:lnTo>
                    <a:pt x="4659755" y="73323"/>
                  </a:lnTo>
                  <a:lnTo>
                    <a:pt x="4647776" y="73323"/>
                  </a:lnTo>
                  <a:lnTo>
                    <a:pt x="4635797" y="73323"/>
                  </a:lnTo>
                  <a:lnTo>
                    <a:pt x="4623818" y="73323"/>
                  </a:lnTo>
                  <a:lnTo>
                    <a:pt x="4611840" y="73323"/>
                  </a:lnTo>
                  <a:lnTo>
                    <a:pt x="4599861" y="73323"/>
                  </a:lnTo>
                  <a:lnTo>
                    <a:pt x="4587882" y="73323"/>
                  </a:lnTo>
                  <a:lnTo>
                    <a:pt x="4575903" y="73323"/>
                  </a:lnTo>
                  <a:lnTo>
                    <a:pt x="4563924" y="73323"/>
                  </a:lnTo>
                  <a:lnTo>
                    <a:pt x="4551946" y="73323"/>
                  </a:lnTo>
                  <a:lnTo>
                    <a:pt x="4539967" y="73323"/>
                  </a:lnTo>
                  <a:lnTo>
                    <a:pt x="4527988" y="73323"/>
                  </a:lnTo>
                  <a:lnTo>
                    <a:pt x="4516009" y="73323"/>
                  </a:lnTo>
                  <a:lnTo>
                    <a:pt x="4504030" y="73323"/>
                  </a:lnTo>
                  <a:lnTo>
                    <a:pt x="4492052" y="73323"/>
                  </a:lnTo>
                  <a:lnTo>
                    <a:pt x="4480073" y="73323"/>
                  </a:lnTo>
                  <a:lnTo>
                    <a:pt x="4468094" y="73323"/>
                  </a:lnTo>
                  <a:lnTo>
                    <a:pt x="4456115" y="73323"/>
                  </a:lnTo>
                  <a:lnTo>
                    <a:pt x="4444136" y="73323"/>
                  </a:lnTo>
                  <a:lnTo>
                    <a:pt x="4432158" y="73323"/>
                  </a:lnTo>
                  <a:lnTo>
                    <a:pt x="4420179" y="73323"/>
                  </a:lnTo>
                  <a:lnTo>
                    <a:pt x="4408200" y="73323"/>
                  </a:lnTo>
                  <a:lnTo>
                    <a:pt x="4396221" y="73323"/>
                  </a:lnTo>
                  <a:lnTo>
                    <a:pt x="4384242" y="73323"/>
                  </a:lnTo>
                  <a:lnTo>
                    <a:pt x="4372264" y="73323"/>
                  </a:lnTo>
                  <a:lnTo>
                    <a:pt x="4360285" y="73323"/>
                  </a:lnTo>
                  <a:lnTo>
                    <a:pt x="4348306" y="73323"/>
                  </a:lnTo>
                  <a:lnTo>
                    <a:pt x="4336327" y="73323"/>
                  </a:lnTo>
                  <a:lnTo>
                    <a:pt x="4324348" y="73323"/>
                  </a:lnTo>
                  <a:lnTo>
                    <a:pt x="4312370" y="73323"/>
                  </a:lnTo>
                  <a:lnTo>
                    <a:pt x="4300391" y="73323"/>
                  </a:lnTo>
                  <a:lnTo>
                    <a:pt x="4288412" y="73323"/>
                  </a:lnTo>
                  <a:lnTo>
                    <a:pt x="4276433" y="73323"/>
                  </a:lnTo>
                  <a:lnTo>
                    <a:pt x="4264454" y="73323"/>
                  </a:lnTo>
                  <a:lnTo>
                    <a:pt x="4252476" y="73323"/>
                  </a:lnTo>
                  <a:lnTo>
                    <a:pt x="4240497" y="73323"/>
                  </a:lnTo>
                  <a:lnTo>
                    <a:pt x="4228518" y="73323"/>
                  </a:lnTo>
                  <a:lnTo>
                    <a:pt x="4216539" y="73323"/>
                  </a:lnTo>
                  <a:lnTo>
                    <a:pt x="4204560" y="73323"/>
                  </a:lnTo>
                  <a:lnTo>
                    <a:pt x="4192581" y="73323"/>
                  </a:lnTo>
                  <a:lnTo>
                    <a:pt x="4180603" y="73323"/>
                  </a:lnTo>
                  <a:lnTo>
                    <a:pt x="4168624" y="73323"/>
                  </a:lnTo>
                  <a:lnTo>
                    <a:pt x="4156645" y="73323"/>
                  </a:lnTo>
                  <a:lnTo>
                    <a:pt x="4144666" y="73323"/>
                  </a:lnTo>
                  <a:lnTo>
                    <a:pt x="4132687" y="73323"/>
                  </a:lnTo>
                  <a:lnTo>
                    <a:pt x="4120709" y="73323"/>
                  </a:lnTo>
                  <a:lnTo>
                    <a:pt x="4108730" y="73323"/>
                  </a:lnTo>
                  <a:lnTo>
                    <a:pt x="4096751" y="73323"/>
                  </a:lnTo>
                  <a:lnTo>
                    <a:pt x="4084772" y="73323"/>
                  </a:lnTo>
                  <a:lnTo>
                    <a:pt x="4072793" y="73323"/>
                  </a:lnTo>
                  <a:lnTo>
                    <a:pt x="4060815" y="73323"/>
                  </a:lnTo>
                  <a:lnTo>
                    <a:pt x="4048836" y="73323"/>
                  </a:lnTo>
                  <a:lnTo>
                    <a:pt x="4036857" y="73323"/>
                  </a:lnTo>
                  <a:lnTo>
                    <a:pt x="4024878" y="73323"/>
                  </a:lnTo>
                  <a:lnTo>
                    <a:pt x="4012899" y="73323"/>
                  </a:lnTo>
                  <a:lnTo>
                    <a:pt x="4000921" y="73323"/>
                  </a:lnTo>
                  <a:lnTo>
                    <a:pt x="3988942" y="73323"/>
                  </a:lnTo>
                  <a:lnTo>
                    <a:pt x="3976963" y="73323"/>
                  </a:lnTo>
                  <a:lnTo>
                    <a:pt x="3964984" y="73323"/>
                  </a:lnTo>
                  <a:lnTo>
                    <a:pt x="3953005" y="73323"/>
                  </a:lnTo>
                  <a:lnTo>
                    <a:pt x="3941027" y="73323"/>
                  </a:lnTo>
                  <a:lnTo>
                    <a:pt x="3929048" y="73323"/>
                  </a:lnTo>
                  <a:lnTo>
                    <a:pt x="3917069" y="73323"/>
                  </a:lnTo>
                  <a:lnTo>
                    <a:pt x="3905090" y="73323"/>
                  </a:lnTo>
                  <a:lnTo>
                    <a:pt x="3893111" y="73323"/>
                  </a:lnTo>
                  <a:lnTo>
                    <a:pt x="3881133" y="73323"/>
                  </a:lnTo>
                  <a:lnTo>
                    <a:pt x="3869154" y="73323"/>
                  </a:lnTo>
                  <a:lnTo>
                    <a:pt x="3857175" y="73323"/>
                  </a:lnTo>
                  <a:lnTo>
                    <a:pt x="3845196" y="73323"/>
                  </a:lnTo>
                  <a:lnTo>
                    <a:pt x="3833217" y="73323"/>
                  </a:lnTo>
                  <a:lnTo>
                    <a:pt x="3821239" y="73323"/>
                  </a:lnTo>
                  <a:lnTo>
                    <a:pt x="3809260" y="73323"/>
                  </a:lnTo>
                  <a:lnTo>
                    <a:pt x="3797281" y="73323"/>
                  </a:lnTo>
                  <a:lnTo>
                    <a:pt x="3785302" y="73323"/>
                  </a:lnTo>
                  <a:lnTo>
                    <a:pt x="3773323" y="73323"/>
                  </a:lnTo>
                  <a:lnTo>
                    <a:pt x="3761344" y="73323"/>
                  </a:lnTo>
                  <a:lnTo>
                    <a:pt x="3749366" y="73323"/>
                  </a:lnTo>
                  <a:lnTo>
                    <a:pt x="3737387" y="73323"/>
                  </a:lnTo>
                  <a:lnTo>
                    <a:pt x="3725408" y="73323"/>
                  </a:lnTo>
                  <a:lnTo>
                    <a:pt x="3713429" y="73323"/>
                  </a:lnTo>
                  <a:lnTo>
                    <a:pt x="3701450" y="73323"/>
                  </a:lnTo>
                  <a:lnTo>
                    <a:pt x="3689472" y="73323"/>
                  </a:lnTo>
                  <a:lnTo>
                    <a:pt x="3677493" y="73323"/>
                  </a:lnTo>
                  <a:lnTo>
                    <a:pt x="3665514" y="73323"/>
                  </a:lnTo>
                  <a:lnTo>
                    <a:pt x="3653535" y="73323"/>
                  </a:lnTo>
                  <a:lnTo>
                    <a:pt x="3641556" y="73323"/>
                  </a:lnTo>
                  <a:lnTo>
                    <a:pt x="3629578" y="73323"/>
                  </a:lnTo>
                  <a:lnTo>
                    <a:pt x="3617599" y="73323"/>
                  </a:lnTo>
                  <a:lnTo>
                    <a:pt x="3605620" y="73323"/>
                  </a:lnTo>
                  <a:lnTo>
                    <a:pt x="3593641" y="73323"/>
                  </a:lnTo>
                  <a:lnTo>
                    <a:pt x="3581662" y="73323"/>
                  </a:lnTo>
                  <a:lnTo>
                    <a:pt x="3569684" y="73323"/>
                  </a:lnTo>
                  <a:lnTo>
                    <a:pt x="3557705" y="73323"/>
                  </a:lnTo>
                  <a:lnTo>
                    <a:pt x="3545726" y="73323"/>
                  </a:lnTo>
                  <a:lnTo>
                    <a:pt x="3533747" y="73323"/>
                  </a:lnTo>
                  <a:lnTo>
                    <a:pt x="3521768" y="73323"/>
                  </a:lnTo>
                  <a:lnTo>
                    <a:pt x="3509790" y="73323"/>
                  </a:lnTo>
                  <a:lnTo>
                    <a:pt x="3497811" y="73323"/>
                  </a:lnTo>
                  <a:lnTo>
                    <a:pt x="3485832" y="73323"/>
                  </a:lnTo>
                  <a:lnTo>
                    <a:pt x="3473853" y="73323"/>
                  </a:lnTo>
                  <a:lnTo>
                    <a:pt x="3461874" y="73323"/>
                  </a:lnTo>
                  <a:lnTo>
                    <a:pt x="3449896" y="73323"/>
                  </a:lnTo>
                  <a:lnTo>
                    <a:pt x="3437917" y="73323"/>
                  </a:lnTo>
                  <a:lnTo>
                    <a:pt x="3425938" y="73323"/>
                  </a:lnTo>
                  <a:lnTo>
                    <a:pt x="3413959" y="73323"/>
                  </a:lnTo>
                  <a:lnTo>
                    <a:pt x="3401980" y="73323"/>
                  </a:lnTo>
                  <a:lnTo>
                    <a:pt x="3390002" y="73323"/>
                  </a:lnTo>
                  <a:lnTo>
                    <a:pt x="3378023" y="73323"/>
                  </a:lnTo>
                  <a:lnTo>
                    <a:pt x="3366044" y="73323"/>
                  </a:lnTo>
                  <a:lnTo>
                    <a:pt x="3354065" y="73323"/>
                  </a:lnTo>
                  <a:lnTo>
                    <a:pt x="3342086" y="73323"/>
                  </a:lnTo>
                  <a:lnTo>
                    <a:pt x="3330107" y="73323"/>
                  </a:lnTo>
                  <a:lnTo>
                    <a:pt x="3318129" y="73323"/>
                  </a:lnTo>
                  <a:lnTo>
                    <a:pt x="3306150" y="73323"/>
                  </a:lnTo>
                  <a:lnTo>
                    <a:pt x="3294171" y="73323"/>
                  </a:lnTo>
                  <a:lnTo>
                    <a:pt x="3282192" y="73323"/>
                  </a:lnTo>
                  <a:lnTo>
                    <a:pt x="3270213" y="73323"/>
                  </a:lnTo>
                  <a:lnTo>
                    <a:pt x="3258235" y="73323"/>
                  </a:lnTo>
                  <a:lnTo>
                    <a:pt x="3246256" y="73323"/>
                  </a:lnTo>
                  <a:lnTo>
                    <a:pt x="3234277" y="73323"/>
                  </a:lnTo>
                  <a:lnTo>
                    <a:pt x="3222298" y="73323"/>
                  </a:lnTo>
                  <a:lnTo>
                    <a:pt x="3210319" y="73323"/>
                  </a:lnTo>
                  <a:lnTo>
                    <a:pt x="3198341" y="73323"/>
                  </a:lnTo>
                  <a:lnTo>
                    <a:pt x="3186362" y="73323"/>
                  </a:lnTo>
                  <a:lnTo>
                    <a:pt x="3174383" y="73323"/>
                  </a:lnTo>
                  <a:lnTo>
                    <a:pt x="3162404" y="73323"/>
                  </a:lnTo>
                  <a:lnTo>
                    <a:pt x="3150425" y="73323"/>
                  </a:lnTo>
                  <a:lnTo>
                    <a:pt x="3138447" y="73323"/>
                  </a:lnTo>
                  <a:lnTo>
                    <a:pt x="3126468" y="73323"/>
                  </a:lnTo>
                  <a:lnTo>
                    <a:pt x="3114489" y="73323"/>
                  </a:lnTo>
                  <a:lnTo>
                    <a:pt x="3102510" y="73323"/>
                  </a:lnTo>
                  <a:lnTo>
                    <a:pt x="3090531" y="73323"/>
                  </a:lnTo>
                  <a:lnTo>
                    <a:pt x="3078553" y="73323"/>
                  </a:lnTo>
                  <a:lnTo>
                    <a:pt x="3066574" y="73323"/>
                  </a:lnTo>
                  <a:lnTo>
                    <a:pt x="3054595" y="73323"/>
                  </a:lnTo>
                  <a:lnTo>
                    <a:pt x="3042616" y="73323"/>
                  </a:lnTo>
                  <a:lnTo>
                    <a:pt x="3030637" y="73323"/>
                  </a:lnTo>
                  <a:lnTo>
                    <a:pt x="3018659" y="73323"/>
                  </a:lnTo>
                  <a:lnTo>
                    <a:pt x="3006680" y="73323"/>
                  </a:lnTo>
                  <a:lnTo>
                    <a:pt x="2994701" y="73323"/>
                  </a:lnTo>
                  <a:lnTo>
                    <a:pt x="2982722" y="73323"/>
                  </a:lnTo>
                  <a:lnTo>
                    <a:pt x="2970743" y="73323"/>
                  </a:lnTo>
                  <a:lnTo>
                    <a:pt x="2958764" y="73323"/>
                  </a:lnTo>
                  <a:lnTo>
                    <a:pt x="2946786" y="73323"/>
                  </a:lnTo>
                  <a:lnTo>
                    <a:pt x="2934807" y="73323"/>
                  </a:lnTo>
                  <a:lnTo>
                    <a:pt x="2922828" y="73323"/>
                  </a:lnTo>
                  <a:lnTo>
                    <a:pt x="2910849" y="73323"/>
                  </a:lnTo>
                  <a:lnTo>
                    <a:pt x="2898870" y="73323"/>
                  </a:lnTo>
                  <a:lnTo>
                    <a:pt x="2886892" y="73323"/>
                  </a:lnTo>
                  <a:lnTo>
                    <a:pt x="2874913" y="73323"/>
                  </a:lnTo>
                  <a:lnTo>
                    <a:pt x="2862934" y="73323"/>
                  </a:lnTo>
                  <a:lnTo>
                    <a:pt x="2850955" y="73323"/>
                  </a:lnTo>
                  <a:lnTo>
                    <a:pt x="2838976" y="73323"/>
                  </a:lnTo>
                  <a:lnTo>
                    <a:pt x="2826998" y="73323"/>
                  </a:lnTo>
                  <a:lnTo>
                    <a:pt x="2815019" y="73323"/>
                  </a:lnTo>
                  <a:lnTo>
                    <a:pt x="2803040" y="73323"/>
                  </a:lnTo>
                  <a:lnTo>
                    <a:pt x="2791061" y="73323"/>
                  </a:lnTo>
                  <a:lnTo>
                    <a:pt x="2779082" y="73323"/>
                  </a:lnTo>
                  <a:lnTo>
                    <a:pt x="2767104" y="73323"/>
                  </a:lnTo>
                  <a:lnTo>
                    <a:pt x="2755125" y="73323"/>
                  </a:lnTo>
                  <a:lnTo>
                    <a:pt x="2743146" y="73323"/>
                  </a:lnTo>
                  <a:lnTo>
                    <a:pt x="2731167" y="73323"/>
                  </a:lnTo>
                  <a:lnTo>
                    <a:pt x="2719188" y="73323"/>
                  </a:lnTo>
                  <a:lnTo>
                    <a:pt x="2707210" y="73323"/>
                  </a:lnTo>
                  <a:lnTo>
                    <a:pt x="2695231" y="73323"/>
                  </a:lnTo>
                  <a:lnTo>
                    <a:pt x="2683252" y="73323"/>
                  </a:lnTo>
                  <a:lnTo>
                    <a:pt x="2671273" y="73323"/>
                  </a:lnTo>
                  <a:lnTo>
                    <a:pt x="2659294" y="73323"/>
                  </a:lnTo>
                  <a:lnTo>
                    <a:pt x="2647316" y="73323"/>
                  </a:lnTo>
                  <a:lnTo>
                    <a:pt x="2635337" y="73323"/>
                  </a:lnTo>
                  <a:lnTo>
                    <a:pt x="2623358" y="73323"/>
                  </a:lnTo>
                  <a:lnTo>
                    <a:pt x="2611379" y="73323"/>
                  </a:lnTo>
                  <a:lnTo>
                    <a:pt x="2599400" y="73323"/>
                  </a:lnTo>
                  <a:lnTo>
                    <a:pt x="2587422" y="73323"/>
                  </a:lnTo>
                  <a:lnTo>
                    <a:pt x="2575443" y="73323"/>
                  </a:lnTo>
                  <a:lnTo>
                    <a:pt x="2563464" y="73323"/>
                  </a:lnTo>
                  <a:lnTo>
                    <a:pt x="2551485" y="73323"/>
                  </a:lnTo>
                  <a:lnTo>
                    <a:pt x="2539506" y="73323"/>
                  </a:lnTo>
                  <a:lnTo>
                    <a:pt x="2527527" y="73323"/>
                  </a:lnTo>
                  <a:lnTo>
                    <a:pt x="2515549" y="73323"/>
                  </a:lnTo>
                  <a:lnTo>
                    <a:pt x="2503570" y="73323"/>
                  </a:lnTo>
                  <a:lnTo>
                    <a:pt x="2491591" y="73323"/>
                  </a:lnTo>
                  <a:lnTo>
                    <a:pt x="2479612" y="73323"/>
                  </a:lnTo>
                  <a:lnTo>
                    <a:pt x="2467633" y="73323"/>
                  </a:lnTo>
                  <a:lnTo>
                    <a:pt x="2455655" y="73323"/>
                  </a:lnTo>
                  <a:lnTo>
                    <a:pt x="2443676" y="73323"/>
                  </a:lnTo>
                  <a:lnTo>
                    <a:pt x="2431697" y="73323"/>
                  </a:lnTo>
                  <a:lnTo>
                    <a:pt x="2419718" y="73323"/>
                  </a:lnTo>
                  <a:lnTo>
                    <a:pt x="2407739" y="73323"/>
                  </a:lnTo>
                  <a:lnTo>
                    <a:pt x="2395761" y="73323"/>
                  </a:lnTo>
                  <a:lnTo>
                    <a:pt x="2383782" y="73323"/>
                  </a:lnTo>
                  <a:lnTo>
                    <a:pt x="2371803" y="73323"/>
                  </a:lnTo>
                  <a:lnTo>
                    <a:pt x="2359824" y="73323"/>
                  </a:lnTo>
                  <a:lnTo>
                    <a:pt x="2347845" y="73323"/>
                  </a:lnTo>
                  <a:lnTo>
                    <a:pt x="2335867" y="73323"/>
                  </a:lnTo>
                  <a:lnTo>
                    <a:pt x="2323888" y="73323"/>
                  </a:lnTo>
                  <a:lnTo>
                    <a:pt x="2311909" y="73323"/>
                  </a:lnTo>
                  <a:lnTo>
                    <a:pt x="2299930" y="73323"/>
                  </a:lnTo>
                  <a:lnTo>
                    <a:pt x="2287951" y="73323"/>
                  </a:lnTo>
                  <a:lnTo>
                    <a:pt x="2275973" y="73323"/>
                  </a:lnTo>
                  <a:lnTo>
                    <a:pt x="2263994" y="73323"/>
                  </a:lnTo>
                  <a:lnTo>
                    <a:pt x="2252015" y="73323"/>
                  </a:lnTo>
                  <a:lnTo>
                    <a:pt x="2240036" y="73323"/>
                  </a:lnTo>
                  <a:lnTo>
                    <a:pt x="2228057" y="73323"/>
                  </a:lnTo>
                  <a:lnTo>
                    <a:pt x="2216079" y="73323"/>
                  </a:lnTo>
                  <a:lnTo>
                    <a:pt x="2204100" y="73323"/>
                  </a:lnTo>
                  <a:lnTo>
                    <a:pt x="2192121" y="73323"/>
                  </a:lnTo>
                  <a:lnTo>
                    <a:pt x="2180142" y="73323"/>
                  </a:lnTo>
                  <a:lnTo>
                    <a:pt x="2168163" y="73323"/>
                  </a:lnTo>
                  <a:lnTo>
                    <a:pt x="2156185" y="73323"/>
                  </a:lnTo>
                  <a:lnTo>
                    <a:pt x="2144206" y="73323"/>
                  </a:lnTo>
                  <a:lnTo>
                    <a:pt x="2132227" y="73323"/>
                  </a:lnTo>
                  <a:lnTo>
                    <a:pt x="2120248" y="73323"/>
                  </a:lnTo>
                  <a:lnTo>
                    <a:pt x="2108269" y="73323"/>
                  </a:lnTo>
                  <a:lnTo>
                    <a:pt x="2096290" y="73323"/>
                  </a:lnTo>
                  <a:lnTo>
                    <a:pt x="2084312" y="73323"/>
                  </a:lnTo>
                  <a:lnTo>
                    <a:pt x="2072333" y="73323"/>
                  </a:lnTo>
                  <a:lnTo>
                    <a:pt x="2060354" y="73323"/>
                  </a:lnTo>
                  <a:lnTo>
                    <a:pt x="2048375" y="73323"/>
                  </a:lnTo>
                  <a:lnTo>
                    <a:pt x="2036396" y="73323"/>
                  </a:lnTo>
                  <a:lnTo>
                    <a:pt x="2024418" y="73323"/>
                  </a:lnTo>
                  <a:lnTo>
                    <a:pt x="2012439" y="73323"/>
                  </a:lnTo>
                  <a:lnTo>
                    <a:pt x="2000460" y="73323"/>
                  </a:lnTo>
                  <a:lnTo>
                    <a:pt x="1988481" y="73323"/>
                  </a:lnTo>
                  <a:lnTo>
                    <a:pt x="1976502" y="73323"/>
                  </a:lnTo>
                  <a:lnTo>
                    <a:pt x="1964524" y="73323"/>
                  </a:lnTo>
                  <a:lnTo>
                    <a:pt x="1952545" y="73323"/>
                  </a:lnTo>
                  <a:lnTo>
                    <a:pt x="1940566" y="73323"/>
                  </a:lnTo>
                  <a:lnTo>
                    <a:pt x="1928587" y="73323"/>
                  </a:lnTo>
                  <a:lnTo>
                    <a:pt x="1916608" y="73323"/>
                  </a:lnTo>
                  <a:lnTo>
                    <a:pt x="1904630" y="73323"/>
                  </a:lnTo>
                  <a:lnTo>
                    <a:pt x="1892651" y="73323"/>
                  </a:lnTo>
                  <a:lnTo>
                    <a:pt x="1880672" y="73323"/>
                  </a:lnTo>
                  <a:lnTo>
                    <a:pt x="1868693" y="73323"/>
                  </a:lnTo>
                  <a:lnTo>
                    <a:pt x="1856714" y="73323"/>
                  </a:lnTo>
                  <a:lnTo>
                    <a:pt x="1844736" y="73323"/>
                  </a:lnTo>
                  <a:lnTo>
                    <a:pt x="1832757" y="73323"/>
                  </a:lnTo>
                  <a:lnTo>
                    <a:pt x="1820778" y="73323"/>
                  </a:lnTo>
                  <a:lnTo>
                    <a:pt x="1808799" y="73323"/>
                  </a:lnTo>
                  <a:lnTo>
                    <a:pt x="1796820" y="73323"/>
                  </a:lnTo>
                  <a:lnTo>
                    <a:pt x="1784842" y="73323"/>
                  </a:lnTo>
                  <a:lnTo>
                    <a:pt x="1772863" y="73323"/>
                  </a:lnTo>
                  <a:lnTo>
                    <a:pt x="1760884" y="73323"/>
                  </a:lnTo>
                  <a:lnTo>
                    <a:pt x="1748905" y="73323"/>
                  </a:lnTo>
                  <a:lnTo>
                    <a:pt x="1736926" y="73323"/>
                  </a:lnTo>
                  <a:lnTo>
                    <a:pt x="1724948" y="73323"/>
                  </a:lnTo>
                  <a:lnTo>
                    <a:pt x="1712969" y="73323"/>
                  </a:lnTo>
                  <a:lnTo>
                    <a:pt x="1700990" y="73323"/>
                  </a:lnTo>
                  <a:lnTo>
                    <a:pt x="1689011" y="73323"/>
                  </a:lnTo>
                  <a:lnTo>
                    <a:pt x="1677032" y="73323"/>
                  </a:lnTo>
                  <a:lnTo>
                    <a:pt x="1665053" y="73323"/>
                  </a:lnTo>
                  <a:lnTo>
                    <a:pt x="1653075" y="73323"/>
                  </a:lnTo>
                  <a:lnTo>
                    <a:pt x="1641096" y="73323"/>
                  </a:lnTo>
                  <a:lnTo>
                    <a:pt x="1629117" y="73323"/>
                  </a:lnTo>
                  <a:lnTo>
                    <a:pt x="1617138" y="73323"/>
                  </a:lnTo>
                  <a:lnTo>
                    <a:pt x="1605159" y="73323"/>
                  </a:lnTo>
                  <a:lnTo>
                    <a:pt x="1593181" y="73323"/>
                  </a:lnTo>
                  <a:lnTo>
                    <a:pt x="1581202" y="73323"/>
                  </a:lnTo>
                  <a:lnTo>
                    <a:pt x="1569223" y="73323"/>
                  </a:lnTo>
                  <a:lnTo>
                    <a:pt x="1557244" y="73323"/>
                  </a:lnTo>
                  <a:lnTo>
                    <a:pt x="1545265" y="73323"/>
                  </a:lnTo>
                  <a:lnTo>
                    <a:pt x="1533287" y="73323"/>
                  </a:lnTo>
                  <a:lnTo>
                    <a:pt x="1521308" y="73323"/>
                  </a:lnTo>
                  <a:lnTo>
                    <a:pt x="1509329" y="73323"/>
                  </a:lnTo>
                  <a:lnTo>
                    <a:pt x="1497350" y="73323"/>
                  </a:lnTo>
                  <a:lnTo>
                    <a:pt x="1485371" y="73323"/>
                  </a:lnTo>
                  <a:lnTo>
                    <a:pt x="1473393" y="73323"/>
                  </a:lnTo>
                  <a:lnTo>
                    <a:pt x="1461414" y="73323"/>
                  </a:lnTo>
                  <a:lnTo>
                    <a:pt x="1449435" y="73323"/>
                  </a:lnTo>
                  <a:lnTo>
                    <a:pt x="1437456" y="73323"/>
                  </a:lnTo>
                  <a:lnTo>
                    <a:pt x="1425477" y="73323"/>
                  </a:lnTo>
                  <a:lnTo>
                    <a:pt x="1413499" y="73323"/>
                  </a:lnTo>
                  <a:lnTo>
                    <a:pt x="1401520" y="73323"/>
                  </a:lnTo>
                  <a:lnTo>
                    <a:pt x="1389541" y="73323"/>
                  </a:lnTo>
                  <a:lnTo>
                    <a:pt x="1377562" y="73323"/>
                  </a:lnTo>
                  <a:lnTo>
                    <a:pt x="1365583" y="73323"/>
                  </a:lnTo>
                  <a:lnTo>
                    <a:pt x="1353605" y="73323"/>
                  </a:lnTo>
                  <a:lnTo>
                    <a:pt x="1341626" y="73323"/>
                  </a:lnTo>
                  <a:lnTo>
                    <a:pt x="1329647" y="73323"/>
                  </a:lnTo>
                  <a:lnTo>
                    <a:pt x="1317668" y="73323"/>
                  </a:lnTo>
                  <a:lnTo>
                    <a:pt x="1305689" y="73323"/>
                  </a:lnTo>
                  <a:lnTo>
                    <a:pt x="1293711" y="73323"/>
                  </a:lnTo>
                  <a:lnTo>
                    <a:pt x="1281732" y="73323"/>
                  </a:lnTo>
                  <a:lnTo>
                    <a:pt x="1269753" y="73323"/>
                  </a:lnTo>
                  <a:lnTo>
                    <a:pt x="1257774" y="73323"/>
                  </a:lnTo>
                  <a:lnTo>
                    <a:pt x="1245795" y="73323"/>
                  </a:lnTo>
                  <a:lnTo>
                    <a:pt x="1233816" y="73323"/>
                  </a:lnTo>
                  <a:lnTo>
                    <a:pt x="1221838" y="73323"/>
                  </a:lnTo>
                  <a:lnTo>
                    <a:pt x="1209859" y="73323"/>
                  </a:lnTo>
                  <a:lnTo>
                    <a:pt x="1197880" y="73323"/>
                  </a:lnTo>
                  <a:lnTo>
                    <a:pt x="1185901" y="73323"/>
                  </a:lnTo>
                  <a:lnTo>
                    <a:pt x="1173922" y="73323"/>
                  </a:lnTo>
                  <a:lnTo>
                    <a:pt x="1161944" y="73323"/>
                  </a:lnTo>
                  <a:lnTo>
                    <a:pt x="1149965" y="73323"/>
                  </a:lnTo>
                  <a:lnTo>
                    <a:pt x="1137986" y="73323"/>
                  </a:lnTo>
                  <a:lnTo>
                    <a:pt x="1126007" y="73323"/>
                  </a:lnTo>
                  <a:lnTo>
                    <a:pt x="1114028" y="73323"/>
                  </a:lnTo>
                  <a:lnTo>
                    <a:pt x="1102050" y="73323"/>
                  </a:lnTo>
                  <a:lnTo>
                    <a:pt x="1090071" y="73323"/>
                  </a:lnTo>
                  <a:lnTo>
                    <a:pt x="1078092" y="73323"/>
                  </a:lnTo>
                  <a:lnTo>
                    <a:pt x="1066113" y="73323"/>
                  </a:lnTo>
                  <a:lnTo>
                    <a:pt x="1054134" y="73323"/>
                  </a:lnTo>
                  <a:lnTo>
                    <a:pt x="1042156" y="73323"/>
                  </a:lnTo>
                  <a:lnTo>
                    <a:pt x="1030177" y="73323"/>
                  </a:lnTo>
                  <a:lnTo>
                    <a:pt x="1018198" y="73323"/>
                  </a:lnTo>
                  <a:lnTo>
                    <a:pt x="1006219" y="73323"/>
                  </a:lnTo>
                  <a:lnTo>
                    <a:pt x="994240" y="73323"/>
                  </a:lnTo>
                  <a:lnTo>
                    <a:pt x="982262" y="73323"/>
                  </a:lnTo>
                  <a:lnTo>
                    <a:pt x="970283" y="73323"/>
                  </a:lnTo>
                  <a:lnTo>
                    <a:pt x="958304" y="73323"/>
                  </a:lnTo>
                  <a:lnTo>
                    <a:pt x="946325" y="73323"/>
                  </a:lnTo>
                  <a:lnTo>
                    <a:pt x="934346" y="73323"/>
                  </a:lnTo>
                  <a:lnTo>
                    <a:pt x="922368" y="73323"/>
                  </a:lnTo>
                  <a:lnTo>
                    <a:pt x="910389" y="73323"/>
                  </a:lnTo>
                  <a:lnTo>
                    <a:pt x="898410" y="73323"/>
                  </a:lnTo>
                  <a:lnTo>
                    <a:pt x="886431" y="73323"/>
                  </a:lnTo>
                  <a:lnTo>
                    <a:pt x="874452" y="73323"/>
                  </a:lnTo>
                  <a:lnTo>
                    <a:pt x="862474" y="73323"/>
                  </a:lnTo>
                  <a:lnTo>
                    <a:pt x="850495" y="73323"/>
                  </a:lnTo>
                  <a:lnTo>
                    <a:pt x="838516" y="73323"/>
                  </a:lnTo>
                  <a:lnTo>
                    <a:pt x="826537" y="73323"/>
                  </a:lnTo>
                  <a:lnTo>
                    <a:pt x="814558" y="73323"/>
                  </a:lnTo>
                  <a:lnTo>
                    <a:pt x="802579" y="73323"/>
                  </a:lnTo>
                  <a:lnTo>
                    <a:pt x="790601" y="73323"/>
                  </a:lnTo>
                  <a:lnTo>
                    <a:pt x="778622" y="73323"/>
                  </a:lnTo>
                  <a:lnTo>
                    <a:pt x="766643" y="73323"/>
                  </a:lnTo>
                  <a:lnTo>
                    <a:pt x="754664" y="73323"/>
                  </a:lnTo>
                  <a:lnTo>
                    <a:pt x="742685" y="73323"/>
                  </a:lnTo>
                  <a:lnTo>
                    <a:pt x="730707" y="73323"/>
                  </a:lnTo>
                  <a:lnTo>
                    <a:pt x="718728" y="73323"/>
                  </a:lnTo>
                  <a:lnTo>
                    <a:pt x="706749" y="73323"/>
                  </a:lnTo>
                  <a:lnTo>
                    <a:pt x="694770" y="73323"/>
                  </a:lnTo>
                  <a:lnTo>
                    <a:pt x="682791" y="73323"/>
                  </a:lnTo>
                  <a:lnTo>
                    <a:pt x="670813" y="73323"/>
                  </a:lnTo>
                  <a:lnTo>
                    <a:pt x="658834" y="73323"/>
                  </a:lnTo>
                  <a:lnTo>
                    <a:pt x="646855" y="73323"/>
                  </a:lnTo>
                  <a:lnTo>
                    <a:pt x="634876" y="73323"/>
                  </a:lnTo>
                  <a:lnTo>
                    <a:pt x="622897" y="73323"/>
                  </a:lnTo>
                  <a:lnTo>
                    <a:pt x="610919" y="73323"/>
                  </a:lnTo>
                  <a:lnTo>
                    <a:pt x="598940" y="73323"/>
                  </a:lnTo>
                  <a:lnTo>
                    <a:pt x="586961" y="73323"/>
                  </a:lnTo>
                  <a:lnTo>
                    <a:pt x="574982" y="73323"/>
                  </a:lnTo>
                  <a:lnTo>
                    <a:pt x="563003" y="73323"/>
                  </a:lnTo>
                  <a:lnTo>
                    <a:pt x="551025" y="73323"/>
                  </a:lnTo>
                  <a:lnTo>
                    <a:pt x="539046" y="73323"/>
                  </a:lnTo>
                  <a:lnTo>
                    <a:pt x="527067" y="73323"/>
                  </a:lnTo>
                  <a:lnTo>
                    <a:pt x="515088" y="73323"/>
                  </a:lnTo>
                  <a:lnTo>
                    <a:pt x="503109" y="73323"/>
                  </a:lnTo>
                  <a:lnTo>
                    <a:pt x="491131" y="73323"/>
                  </a:lnTo>
                  <a:lnTo>
                    <a:pt x="479152" y="73323"/>
                  </a:lnTo>
                  <a:lnTo>
                    <a:pt x="467173" y="73323"/>
                  </a:lnTo>
                  <a:lnTo>
                    <a:pt x="455194" y="73323"/>
                  </a:lnTo>
                  <a:lnTo>
                    <a:pt x="443215" y="73323"/>
                  </a:lnTo>
                  <a:lnTo>
                    <a:pt x="431237" y="73323"/>
                  </a:lnTo>
                  <a:lnTo>
                    <a:pt x="419258" y="73323"/>
                  </a:lnTo>
                  <a:lnTo>
                    <a:pt x="407279" y="73323"/>
                  </a:lnTo>
                  <a:lnTo>
                    <a:pt x="395300" y="73323"/>
                  </a:lnTo>
                  <a:lnTo>
                    <a:pt x="383321" y="73323"/>
                  </a:lnTo>
                  <a:lnTo>
                    <a:pt x="371342" y="73323"/>
                  </a:lnTo>
                  <a:lnTo>
                    <a:pt x="359364" y="73323"/>
                  </a:lnTo>
                  <a:lnTo>
                    <a:pt x="347385" y="73323"/>
                  </a:lnTo>
                  <a:lnTo>
                    <a:pt x="335406" y="73323"/>
                  </a:lnTo>
                  <a:lnTo>
                    <a:pt x="323427" y="73323"/>
                  </a:lnTo>
                  <a:lnTo>
                    <a:pt x="311448" y="73323"/>
                  </a:lnTo>
                  <a:lnTo>
                    <a:pt x="299470" y="73323"/>
                  </a:lnTo>
                  <a:lnTo>
                    <a:pt x="287491" y="73323"/>
                  </a:lnTo>
                  <a:lnTo>
                    <a:pt x="275512" y="73323"/>
                  </a:lnTo>
                  <a:lnTo>
                    <a:pt x="263533" y="73323"/>
                  </a:lnTo>
                  <a:lnTo>
                    <a:pt x="251554" y="73323"/>
                  </a:lnTo>
                  <a:lnTo>
                    <a:pt x="239576" y="73323"/>
                  </a:lnTo>
                  <a:lnTo>
                    <a:pt x="227597" y="73323"/>
                  </a:lnTo>
                  <a:lnTo>
                    <a:pt x="215618" y="73323"/>
                  </a:lnTo>
                  <a:lnTo>
                    <a:pt x="203639" y="73323"/>
                  </a:lnTo>
                  <a:lnTo>
                    <a:pt x="191660" y="73323"/>
                  </a:lnTo>
                  <a:lnTo>
                    <a:pt x="179682" y="73323"/>
                  </a:lnTo>
                  <a:lnTo>
                    <a:pt x="167703" y="73323"/>
                  </a:lnTo>
                  <a:lnTo>
                    <a:pt x="155724" y="73323"/>
                  </a:lnTo>
                  <a:lnTo>
                    <a:pt x="143745" y="73323"/>
                  </a:lnTo>
                  <a:lnTo>
                    <a:pt x="131766" y="73323"/>
                  </a:lnTo>
                  <a:lnTo>
                    <a:pt x="119788" y="73323"/>
                  </a:lnTo>
                  <a:lnTo>
                    <a:pt x="107809" y="73323"/>
                  </a:lnTo>
                  <a:lnTo>
                    <a:pt x="95830" y="73323"/>
                  </a:lnTo>
                  <a:lnTo>
                    <a:pt x="83851" y="73323"/>
                  </a:lnTo>
                  <a:lnTo>
                    <a:pt x="71872" y="73323"/>
                  </a:lnTo>
                  <a:lnTo>
                    <a:pt x="59894" y="73323"/>
                  </a:lnTo>
                  <a:lnTo>
                    <a:pt x="47915" y="73323"/>
                  </a:lnTo>
                  <a:lnTo>
                    <a:pt x="35936" y="73323"/>
                  </a:lnTo>
                  <a:lnTo>
                    <a:pt x="23957" y="73323"/>
                  </a:lnTo>
                  <a:lnTo>
                    <a:pt x="11978" y="73323"/>
                  </a:lnTo>
                  <a:lnTo>
                    <a:pt x="0" y="73323"/>
                  </a:lnTo>
                  <a:close/>
                </a:path>
              </a:pathLst>
            </a:custGeom>
            <a:solidFill>
              <a:srgbClr val="5A4E96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5905018" y="2843320"/>
              <a:ext cx="1520628" cy="175940"/>
            </a:xfrm>
            <a:custGeom>
              <a:avLst/>
              <a:pathLst>
                <a:path w="1520628" h="175940">
                  <a:moveTo>
                    <a:pt x="0" y="173953"/>
                  </a:moveTo>
                  <a:lnTo>
                    <a:pt x="3041" y="173878"/>
                  </a:lnTo>
                  <a:lnTo>
                    <a:pt x="6082" y="173801"/>
                  </a:lnTo>
                  <a:lnTo>
                    <a:pt x="9123" y="173722"/>
                  </a:lnTo>
                  <a:lnTo>
                    <a:pt x="12165" y="173640"/>
                  </a:lnTo>
                  <a:lnTo>
                    <a:pt x="15206" y="173556"/>
                  </a:lnTo>
                  <a:lnTo>
                    <a:pt x="18247" y="173469"/>
                  </a:lnTo>
                  <a:lnTo>
                    <a:pt x="21288" y="173379"/>
                  </a:lnTo>
                  <a:lnTo>
                    <a:pt x="24330" y="173285"/>
                  </a:lnTo>
                  <a:lnTo>
                    <a:pt x="27371" y="173187"/>
                  </a:lnTo>
                  <a:lnTo>
                    <a:pt x="30412" y="173085"/>
                  </a:lnTo>
                  <a:lnTo>
                    <a:pt x="33453" y="172979"/>
                  </a:lnTo>
                  <a:lnTo>
                    <a:pt x="36495" y="172868"/>
                  </a:lnTo>
                  <a:lnTo>
                    <a:pt x="39536" y="172752"/>
                  </a:lnTo>
                  <a:lnTo>
                    <a:pt x="42577" y="172629"/>
                  </a:lnTo>
                  <a:lnTo>
                    <a:pt x="45618" y="172501"/>
                  </a:lnTo>
                  <a:lnTo>
                    <a:pt x="48660" y="172367"/>
                  </a:lnTo>
                  <a:lnTo>
                    <a:pt x="51701" y="172227"/>
                  </a:lnTo>
                  <a:lnTo>
                    <a:pt x="54742" y="172079"/>
                  </a:lnTo>
                  <a:lnTo>
                    <a:pt x="57783" y="171925"/>
                  </a:lnTo>
                  <a:lnTo>
                    <a:pt x="60825" y="171764"/>
                  </a:lnTo>
                  <a:lnTo>
                    <a:pt x="63866" y="171595"/>
                  </a:lnTo>
                  <a:lnTo>
                    <a:pt x="66907" y="171417"/>
                  </a:lnTo>
                  <a:lnTo>
                    <a:pt x="69948" y="171231"/>
                  </a:lnTo>
                  <a:lnTo>
                    <a:pt x="72990" y="171038"/>
                  </a:lnTo>
                  <a:lnTo>
                    <a:pt x="76031" y="170837"/>
                  </a:lnTo>
                  <a:lnTo>
                    <a:pt x="79072" y="170628"/>
                  </a:lnTo>
                  <a:lnTo>
                    <a:pt x="82113" y="170410"/>
                  </a:lnTo>
                  <a:lnTo>
                    <a:pt x="85155" y="170183"/>
                  </a:lnTo>
                  <a:lnTo>
                    <a:pt x="88196" y="169947"/>
                  </a:lnTo>
                  <a:lnTo>
                    <a:pt x="91237" y="169704"/>
                  </a:lnTo>
                  <a:lnTo>
                    <a:pt x="94278" y="169453"/>
                  </a:lnTo>
                  <a:lnTo>
                    <a:pt x="97320" y="169194"/>
                  </a:lnTo>
                  <a:lnTo>
                    <a:pt x="100361" y="168927"/>
                  </a:lnTo>
                  <a:lnTo>
                    <a:pt x="103402" y="168653"/>
                  </a:lnTo>
                  <a:lnTo>
                    <a:pt x="106443" y="168371"/>
                  </a:lnTo>
                  <a:lnTo>
                    <a:pt x="109485" y="168081"/>
                  </a:lnTo>
                  <a:lnTo>
                    <a:pt x="112526" y="167784"/>
                  </a:lnTo>
                  <a:lnTo>
                    <a:pt x="115567" y="167481"/>
                  </a:lnTo>
                  <a:lnTo>
                    <a:pt x="118608" y="167172"/>
                  </a:lnTo>
                  <a:lnTo>
                    <a:pt x="121650" y="166857"/>
                  </a:lnTo>
                  <a:lnTo>
                    <a:pt x="124691" y="166536"/>
                  </a:lnTo>
                  <a:lnTo>
                    <a:pt x="127732" y="166209"/>
                  </a:lnTo>
                  <a:lnTo>
                    <a:pt x="130774" y="165876"/>
                  </a:lnTo>
                  <a:lnTo>
                    <a:pt x="133815" y="165539"/>
                  </a:lnTo>
                  <a:lnTo>
                    <a:pt x="136856" y="165196"/>
                  </a:lnTo>
                  <a:lnTo>
                    <a:pt x="139897" y="164848"/>
                  </a:lnTo>
                  <a:lnTo>
                    <a:pt x="142939" y="164496"/>
                  </a:lnTo>
                  <a:lnTo>
                    <a:pt x="145980" y="164139"/>
                  </a:lnTo>
                  <a:lnTo>
                    <a:pt x="149021" y="163777"/>
                  </a:lnTo>
                  <a:lnTo>
                    <a:pt x="152062" y="163411"/>
                  </a:lnTo>
                  <a:lnTo>
                    <a:pt x="155104" y="163039"/>
                  </a:lnTo>
                  <a:lnTo>
                    <a:pt x="158145" y="162662"/>
                  </a:lnTo>
                  <a:lnTo>
                    <a:pt x="161186" y="162281"/>
                  </a:lnTo>
                  <a:lnTo>
                    <a:pt x="164227" y="161894"/>
                  </a:lnTo>
                  <a:lnTo>
                    <a:pt x="167269" y="161502"/>
                  </a:lnTo>
                  <a:lnTo>
                    <a:pt x="170310" y="161103"/>
                  </a:lnTo>
                  <a:lnTo>
                    <a:pt x="173351" y="160699"/>
                  </a:lnTo>
                  <a:lnTo>
                    <a:pt x="176392" y="160287"/>
                  </a:lnTo>
                  <a:lnTo>
                    <a:pt x="179434" y="159867"/>
                  </a:lnTo>
                  <a:lnTo>
                    <a:pt x="182475" y="159440"/>
                  </a:lnTo>
                  <a:lnTo>
                    <a:pt x="185516" y="159005"/>
                  </a:lnTo>
                  <a:lnTo>
                    <a:pt x="188557" y="158561"/>
                  </a:lnTo>
                  <a:lnTo>
                    <a:pt x="191599" y="158108"/>
                  </a:lnTo>
                  <a:lnTo>
                    <a:pt x="194640" y="157645"/>
                  </a:lnTo>
                  <a:lnTo>
                    <a:pt x="197681" y="157169"/>
                  </a:lnTo>
                  <a:lnTo>
                    <a:pt x="200722" y="156682"/>
                  </a:lnTo>
                  <a:lnTo>
                    <a:pt x="203764" y="156184"/>
                  </a:lnTo>
                  <a:lnTo>
                    <a:pt x="206805" y="155674"/>
                  </a:lnTo>
                  <a:lnTo>
                    <a:pt x="209846" y="155150"/>
                  </a:lnTo>
                  <a:lnTo>
                    <a:pt x="212887" y="154614"/>
                  </a:lnTo>
                  <a:lnTo>
                    <a:pt x="215929" y="154064"/>
                  </a:lnTo>
                  <a:lnTo>
                    <a:pt x="218970" y="153500"/>
                  </a:lnTo>
                  <a:lnTo>
                    <a:pt x="222011" y="152919"/>
                  </a:lnTo>
                  <a:lnTo>
                    <a:pt x="225052" y="152324"/>
                  </a:lnTo>
                  <a:lnTo>
                    <a:pt x="228094" y="151714"/>
                  </a:lnTo>
                  <a:lnTo>
                    <a:pt x="231135" y="151090"/>
                  </a:lnTo>
                  <a:lnTo>
                    <a:pt x="234176" y="150453"/>
                  </a:lnTo>
                  <a:lnTo>
                    <a:pt x="237217" y="149800"/>
                  </a:lnTo>
                  <a:lnTo>
                    <a:pt x="240259" y="149133"/>
                  </a:lnTo>
                  <a:lnTo>
                    <a:pt x="243300" y="148451"/>
                  </a:lnTo>
                  <a:lnTo>
                    <a:pt x="246341" y="147756"/>
                  </a:lnTo>
                  <a:lnTo>
                    <a:pt x="249383" y="147049"/>
                  </a:lnTo>
                  <a:lnTo>
                    <a:pt x="252424" y="146331"/>
                  </a:lnTo>
                  <a:lnTo>
                    <a:pt x="255465" y="145601"/>
                  </a:lnTo>
                  <a:lnTo>
                    <a:pt x="258506" y="144863"/>
                  </a:lnTo>
                  <a:lnTo>
                    <a:pt x="261548" y="144117"/>
                  </a:lnTo>
                  <a:lnTo>
                    <a:pt x="264589" y="143362"/>
                  </a:lnTo>
                  <a:lnTo>
                    <a:pt x="267630" y="142601"/>
                  </a:lnTo>
                  <a:lnTo>
                    <a:pt x="270671" y="141836"/>
                  </a:lnTo>
                  <a:lnTo>
                    <a:pt x="273713" y="141069"/>
                  </a:lnTo>
                  <a:lnTo>
                    <a:pt x="276754" y="140300"/>
                  </a:lnTo>
                  <a:lnTo>
                    <a:pt x="279795" y="139532"/>
                  </a:lnTo>
                  <a:lnTo>
                    <a:pt x="282836" y="138765"/>
                  </a:lnTo>
                  <a:lnTo>
                    <a:pt x="285878" y="138003"/>
                  </a:lnTo>
                  <a:lnTo>
                    <a:pt x="288919" y="137246"/>
                  </a:lnTo>
                  <a:lnTo>
                    <a:pt x="291960" y="136498"/>
                  </a:lnTo>
                  <a:lnTo>
                    <a:pt x="295001" y="135759"/>
                  </a:lnTo>
                  <a:lnTo>
                    <a:pt x="298043" y="135030"/>
                  </a:lnTo>
                  <a:lnTo>
                    <a:pt x="301084" y="134314"/>
                  </a:lnTo>
                  <a:lnTo>
                    <a:pt x="304125" y="133610"/>
                  </a:lnTo>
                  <a:lnTo>
                    <a:pt x="307166" y="132923"/>
                  </a:lnTo>
                  <a:lnTo>
                    <a:pt x="310208" y="132257"/>
                  </a:lnTo>
                  <a:lnTo>
                    <a:pt x="313249" y="131609"/>
                  </a:lnTo>
                  <a:lnTo>
                    <a:pt x="316290" y="130980"/>
                  </a:lnTo>
                  <a:lnTo>
                    <a:pt x="319331" y="130372"/>
                  </a:lnTo>
                  <a:lnTo>
                    <a:pt x="322373" y="129788"/>
                  </a:lnTo>
                  <a:lnTo>
                    <a:pt x="325414" y="129227"/>
                  </a:lnTo>
                  <a:lnTo>
                    <a:pt x="328455" y="128689"/>
                  </a:lnTo>
                  <a:lnTo>
                    <a:pt x="331496" y="128178"/>
                  </a:lnTo>
                  <a:lnTo>
                    <a:pt x="334538" y="127695"/>
                  </a:lnTo>
                  <a:lnTo>
                    <a:pt x="337579" y="127240"/>
                  </a:lnTo>
                  <a:lnTo>
                    <a:pt x="340620" y="126811"/>
                  </a:lnTo>
                  <a:lnTo>
                    <a:pt x="343661" y="126409"/>
                  </a:lnTo>
                  <a:lnTo>
                    <a:pt x="346703" y="126032"/>
                  </a:lnTo>
                  <a:lnTo>
                    <a:pt x="349744" y="125684"/>
                  </a:lnTo>
                  <a:lnTo>
                    <a:pt x="352785" y="125366"/>
                  </a:lnTo>
                  <a:lnTo>
                    <a:pt x="355826" y="125078"/>
                  </a:lnTo>
                  <a:lnTo>
                    <a:pt x="358868" y="124816"/>
                  </a:lnTo>
                  <a:lnTo>
                    <a:pt x="361909" y="124581"/>
                  </a:lnTo>
                  <a:lnTo>
                    <a:pt x="364950" y="124374"/>
                  </a:lnTo>
                  <a:lnTo>
                    <a:pt x="367991" y="124193"/>
                  </a:lnTo>
                  <a:lnTo>
                    <a:pt x="371033" y="124036"/>
                  </a:lnTo>
                  <a:lnTo>
                    <a:pt x="374074" y="123904"/>
                  </a:lnTo>
                  <a:lnTo>
                    <a:pt x="377115" y="123800"/>
                  </a:lnTo>
                  <a:lnTo>
                    <a:pt x="380157" y="123721"/>
                  </a:lnTo>
                  <a:lnTo>
                    <a:pt x="383198" y="123665"/>
                  </a:lnTo>
                  <a:lnTo>
                    <a:pt x="386239" y="123630"/>
                  </a:lnTo>
                  <a:lnTo>
                    <a:pt x="389280" y="123616"/>
                  </a:lnTo>
                  <a:lnTo>
                    <a:pt x="392322" y="123623"/>
                  </a:lnTo>
                  <a:lnTo>
                    <a:pt x="395363" y="123650"/>
                  </a:lnTo>
                  <a:lnTo>
                    <a:pt x="398404" y="123696"/>
                  </a:lnTo>
                  <a:lnTo>
                    <a:pt x="401445" y="123760"/>
                  </a:lnTo>
                  <a:lnTo>
                    <a:pt x="404487" y="123841"/>
                  </a:lnTo>
                  <a:lnTo>
                    <a:pt x="407528" y="123938"/>
                  </a:lnTo>
                  <a:lnTo>
                    <a:pt x="410569" y="124048"/>
                  </a:lnTo>
                  <a:lnTo>
                    <a:pt x="413610" y="124171"/>
                  </a:lnTo>
                  <a:lnTo>
                    <a:pt x="416652" y="124306"/>
                  </a:lnTo>
                  <a:lnTo>
                    <a:pt x="419693" y="124452"/>
                  </a:lnTo>
                  <a:lnTo>
                    <a:pt x="422734" y="124609"/>
                  </a:lnTo>
                  <a:lnTo>
                    <a:pt x="425775" y="124774"/>
                  </a:lnTo>
                  <a:lnTo>
                    <a:pt x="428817" y="124945"/>
                  </a:lnTo>
                  <a:lnTo>
                    <a:pt x="431858" y="125122"/>
                  </a:lnTo>
                  <a:lnTo>
                    <a:pt x="434899" y="125304"/>
                  </a:lnTo>
                  <a:lnTo>
                    <a:pt x="437940" y="125489"/>
                  </a:lnTo>
                  <a:lnTo>
                    <a:pt x="440982" y="125676"/>
                  </a:lnTo>
                  <a:lnTo>
                    <a:pt x="444023" y="125863"/>
                  </a:lnTo>
                  <a:lnTo>
                    <a:pt x="447064" y="126049"/>
                  </a:lnTo>
                  <a:lnTo>
                    <a:pt x="450105" y="126233"/>
                  </a:lnTo>
                  <a:lnTo>
                    <a:pt x="453147" y="126413"/>
                  </a:lnTo>
                  <a:lnTo>
                    <a:pt x="456188" y="126589"/>
                  </a:lnTo>
                  <a:lnTo>
                    <a:pt x="459229" y="126759"/>
                  </a:lnTo>
                  <a:lnTo>
                    <a:pt x="462270" y="126921"/>
                  </a:lnTo>
                  <a:lnTo>
                    <a:pt x="465312" y="127075"/>
                  </a:lnTo>
                  <a:lnTo>
                    <a:pt x="468353" y="127217"/>
                  </a:lnTo>
                  <a:lnTo>
                    <a:pt x="471394" y="127349"/>
                  </a:lnTo>
                  <a:lnTo>
                    <a:pt x="474435" y="127469"/>
                  </a:lnTo>
                  <a:lnTo>
                    <a:pt x="477477" y="127575"/>
                  </a:lnTo>
                  <a:lnTo>
                    <a:pt x="480518" y="127666"/>
                  </a:lnTo>
                  <a:lnTo>
                    <a:pt x="483559" y="127743"/>
                  </a:lnTo>
                  <a:lnTo>
                    <a:pt x="486600" y="127804"/>
                  </a:lnTo>
                  <a:lnTo>
                    <a:pt x="489642" y="127846"/>
                  </a:lnTo>
                  <a:lnTo>
                    <a:pt x="492683" y="127868"/>
                  </a:lnTo>
                  <a:lnTo>
                    <a:pt x="495724" y="127871"/>
                  </a:lnTo>
                  <a:lnTo>
                    <a:pt x="498766" y="127855"/>
                  </a:lnTo>
                  <a:lnTo>
                    <a:pt x="501807" y="127820"/>
                  </a:lnTo>
                  <a:lnTo>
                    <a:pt x="504848" y="127764"/>
                  </a:lnTo>
                  <a:lnTo>
                    <a:pt x="507889" y="127685"/>
                  </a:lnTo>
                  <a:lnTo>
                    <a:pt x="510931" y="127583"/>
                  </a:lnTo>
                  <a:lnTo>
                    <a:pt x="513972" y="127458"/>
                  </a:lnTo>
                  <a:lnTo>
                    <a:pt x="517013" y="127311"/>
                  </a:lnTo>
                  <a:lnTo>
                    <a:pt x="520054" y="127140"/>
                  </a:lnTo>
                  <a:lnTo>
                    <a:pt x="523096" y="126946"/>
                  </a:lnTo>
                  <a:lnTo>
                    <a:pt x="526137" y="126729"/>
                  </a:lnTo>
                  <a:lnTo>
                    <a:pt x="529178" y="126491"/>
                  </a:lnTo>
                  <a:lnTo>
                    <a:pt x="532219" y="126229"/>
                  </a:lnTo>
                  <a:lnTo>
                    <a:pt x="535261" y="125938"/>
                  </a:lnTo>
                  <a:lnTo>
                    <a:pt x="538302" y="125626"/>
                  </a:lnTo>
                  <a:lnTo>
                    <a:pt x="541343" y="125291"/>
                  </a:lnTo>
                  <a:lnTo>
                    <a:pt x="544384" y="124935"/>
                  </a:lnTo>
                  <a:lnTo>
                    <a:pt x="547426" y="124556"/>
                  </a:lnTo>
                  <a:lnTo>
                    <a:pt x="550467" y="124154"/>
                  </a:lnTo>
                  <a:lnTo>
                    <a:pt x="553508" y="123731"/>
                  </a:lnTo>
                  <a:lnTo>
                    <a:pt x="556549" y="123285"/>
                  </a:lnTo>
                  <a:lnTo>
                    <a:pt x="559591" y="122817"/>
                  </a:lnTo>
                  <a:lnTo>
                    <a:pt x="562632" y="122327"/>
                  </a:lnTo>
                  <a:lnTo>
                    <a:pt x="565673" y="121818"/>
                  </a:lnTo>
                  <a:lnTo>
                    <a:pt x="568714" y="121290"/>
                  </a:lnTo>
                  <a:lnTo>
                    <a:pt x="571756" y="120743"/>
                  </a:lnTo>
                  <a:lnTo>
                    <a:pt x="574797" y="120177"/>
                  </a:lnTo>
                  <a:lnTo>
                    <a:pt x="577838" y="119590"/>
                  </a:lnTo>
                  <a:lnTo>
                    <a:pt x="580879" y="118984"/>
                  </a:lnTo>
                  <a:lnTo>
                    <a:pt x="583921" y="118360"/>
                  </a:lnTo>
                  <a:lnTo>
                    <a:pt x="586962" y="117720"/>
                  </a:lnTo>
                  <a:lnTo>
                    <a:pt x="590003" y="117061"/>
                  </a:lnTo>
                  <a:lnTo>
                    <a:pt x="593044" y="116386"/>
                  </a:lnTo>
                  <a:lnTo>
                    <a:pt x="596086" y="115694"/>
                  </a:lnTo>
                  <a:lnTo>
                    <a:pt x="599127" y="114986"/>
                  </a:lnTo>
                  <a:lnTo>
                    <a:pt x="602168" y="114259"/>
                  </a:lnTo>
                  <a:lnTo>
                    <a:pt x="605209" y="113513"/>
                  </a:lnTo>
                  <a:lnTo>
                    <a:pt x="608251" y="112752"/>
                  </a:lnTo>
                  <a:lnTo>
                    <a:pt x="611292" y="111974"/>
                  </a:lnTo>
                  <a:lnTo>
                    <a:pt x="614333" y="111180"/>
                  </a:lnTo>
                  <a:lnTo>
                    <a:pt x="617375" y="110369"/>
                  </a:lnTo>
                  <a:lnTo>
                    <a:pt x="620416" y="109539"/>
                  </a:lnTo>
                  <a:lnTo>
                    <a:pt x="623457" y="108690"/>
                  </a:lnTo>
                  <a:lnTo>
                    <a:pt x="626498" y="107823"/>
                  </a:lnTo>
                  <a:lnTo>
                    <a:pt x="629540" y="106937"/>
                  </a:lnTo>
                  <a:lnTo>
                    <a:pt x="632581" y="106031"/>
                  </a:lnTo>
                  <a:lnTo>
                    <a:pt x="635622" y="105106"/>
                  </a:lnTo>
                  <a:lnTo>
                    <a:pt x="638663" y="104161"/>
                  </a:lnTo>
                  <a:lnTo>
                    <a:pt x="641705" y="103196"/>
                  </a:lnTo>
                  <a:lnTo>
                    <a:pt x="644746" y="102210"/>
                  </a:lnTo>
                  <a:lnTo>
                    <a:pt x="647787" y="101197"/>
                  </a:lnTo>
                  <a:lnTo>
                    <a:pt x="650828" y="100163"/>
                  </a:lnTo>
                  <a:lnTo>
                    <a:pt x="653870" y="99106"/>
                  </a:lnTo>
                  <a:lnTo>
                    <a:pt x="656911" y="98028"/>
                  </a:lnTo>
                  <a:lnTo>
                    <a:pt x="659952" y="96926"/>
                  </a:lnTo>
                  <a:lnTo>
                    <a:pt x="662993" y="95798"/>
                  </a:lnTo>
                  <a:lnTo>
                    <a:pt x="666035" y="94648"/>
                  </a:lnTo>
                  <a:lnTo>
                    <a:pt x="669076" y="93472"/>
                  </a:lnTo>
                  <a:lnTo>
                    <a:pt x="672117" y="92271"/>
                  </a:lnTo>
                  <a:lnTo>
                    <a:pt x="675158" y="91045"/>
                  </a:lnTo>
                  <a:lnTo>
                    <a:pt x="678200" y="89795"/>
                  </a:lnTo>
                  <a:lnTo>
                    <a:pt x="681241" y="88523"/>
                  </a:lnTo>
                  <a:lnTo>
                    <a:pt x="684282" y="87229"/>
                  </a:lnTo>
                  <a:lnTo>
                    <a:pt x="687323" y="85913"/>
                  </a:lnTo>
                  <a:lnTo>
                    <a:pt x="690365" y="84572"/>
                  </a:lnTo>
                  <a:lnTo>
                    <a:pt x="693406" y="83208"/>
                  </a:lnTo>
                  <a:lnTo>
                    <a:pt x="696447" y="81827"/>
                  </a:lnTo>
                  <a:lnTo>
                    <a:pt x="699488" y="80427"/>
                  </a:lnTo>
                  <a:lnTo>
                    <a:pt x="702530" y="79010"/>
                  </a:lnTo>
                  <a:lnTo>
                    <a:pt x="705571" y="77577"/>
                  </a:lnTo>
                  <a:lnTo>
                    <a:pt x="708612" y="76130"/>
                  </a:lnTo>
                  <a:lnTo>
                    <a:pt x="711653" y="74670"/>
                  </a:lnTo>
                  <a:lnTo>
                    <a:pt x="714695" y="73198"/>
                  </a:lnTo>
                  <a:lnTo>
                    <a:pt x="717736" y="71715"/>
                  </a:lnTo>
                  <a:lnTo>
                    <a:pt x="720777" y="70226"/>
                  </a:lnTo>
                  <a:lnTo>
                    <a:pt x="723818" y="68731"/>
                  </a:lnTo>
                  <a:lnTo>
                    <a:pt x="726860" y="67232"/>
                  </a:lnTo>
                  <a:lnTo>
                    <a:pt x="729901" y="65731"/>
                  </a:lnTo>
                  <a:lnTo>
                    <a:pt x="732942" y="64229"/>
                  </a:lnTo>
                  <a:lnTo>
                    <a:pt x="735983" y="62729"/>
                  </a:lnTo>
                  <a:lnTo>
                    <a:pt x="739025" y="61232"/>
                  </a:lnTo>
                  <a:lnTo>
                    <a:pt x="742066" y="59739"/>
                  </a:lnTo>
                  <a:lnTo>
                    <a:pt x="745107" y="58254"/>
                  </a:lnTo>
                  <a:lnTo>
                    <a:pt x="748149" y="56777"/>
                  </a:lnTo>
                  <a:lnTo>
                    <a:pt x="751190" y="55308"/>
                  </a:lnTo>
                  <a:lnTo>
                    <a:pt x="754231" y="53849"/>
                  </a:lnTo>
                  <a:lnTo>
                    <a:pt x="757272" y="52402"/>
                  </a:lnTo>
                  <a:lnTo>
                    <a:pt x="760314" y="50970"/>
                  </a:lnTo>
                  <a:lnTo>
                    <a:pt x="763355" y="49552"/>
                  </a:lnTo>
                  <a:lnTo>
                    <a:pt x="766396" y="48147"/>
                  </a:lnTo>
                  <a:lnTo>
                    <a:pt x="769437" y="46756"/>
                  </a:lnTo>
                  <a:lnTo>
                    <a:pt x="772479" y="45381"/>
                  </a:lnTo>
                  <a:lnTo>
                    <a:pt x="775520" y="44022"/>
                  </a:lnTo>
                  <a:lnTo>
                    <a:pt x="778561" y="42679"/>
                  </a:lnTo>
                  <a:lnTo>
                    <a:pt x="781602" y="41353"/>
                  </a:lnTo>
                  <a:lnTo>
                    <a:pt x="784644" y="40042"/>
                  </a:lnTo>
                  <a:lnTo>
                    <a:pt x="787685" y="38749"/>
                  </a:lnTo>
                  <a:lnTo>
                    <a:pt x="790726" y="37471"/>
                  </a:lnTo>
                  <a:lnTo>
                    <a:pt x="793767" y="36208"/>
                  </a:lnTo>
                  <a:lnTo>
                    <a:pt x="796809" y="34960"/>
                  </a:lnTo>
                  <a:lnTo>
                    <a:pt x="799850" y="33725"/>
                  </a:lnTo>
                  <a:lnTo>
                    <a:pt x="802891" y="32508"/>
                  </a:lnTo>
                  <a:lnTo>
                    <a:pt x="805932" y="31305"/>
                  </a:lnTo>
                  <a:lnTo>
                    <a:pt x="808974" y="30116"/>
                  </a:lnTo>
                  <a:lnTo>
                    <a:pt x="812015" y="28938"/>
                  </a:lnTo>
                  <a:lnTo>
                    <a:pt x="815056" y="27774"/>
                  </a:lnTo>
                  <a:lnTo>
                    <a:pt x="818097" y="26624"/>
                  </a:lnTo>
                  <a:lnTo>
                    <a:pt x="821139" y="25485"/>
                  </a:lnTo>
                  <a:lnTo>
                    <a:pt x="824180" y="24358"/>
                  </a:lnTo>
                  <a:lnTo>
                    <a:pt x="827221" y="23245"/>
                  </a:lnTo>
                  <a:lnTo>
                    <a:pt x="830262" y="22146"/>
                  </a:lnTo>
                  <a:lnTo>
                    <a:pt x="833304" y="21059"/>
                  </a:lnTo>
                  <a:lnTo>
                    <a:pt x="836345" y="19984"/>
                  </a:lnTo>
                  <a:lnTo>
                    <a:pt x="839386" y="18922"/>
                  </a:lnTo>
                  <a:lnTo>
                    <a:pt x="842427" y="17874"/>
                  </a:lnTo>
                  <a:lnTo>
                    <a:pt x="845469" y="16841"/>
                  </a:lnTo>
                  <a:lnTo>
                    <a:pt x="848510" y="15825"/>
                  </a:lnTo>
                  <a:lnTo>
                    <a:pt x="851551" y="14825"/>
                  </a:lnTo>
                  <a:lnTo>
                    <a:pt x="854592" y="13842"/>
                  </a:lnTo>
                  <a:lnTo>
                    <a:pt x="857634" y="12879"/>
                  </a:lnTo>
                  <a:lnTo>
                    <a:pt x="860675" y="11936"/>
                  </a:lnTo>
                  <a:lnTo>
                    <a:pt x="863716" y="11014"/>
                  </a:lnTo>
                  <a:lnTo>
                    <a:pt x="866758" y="10113"/>
                  </a:lnTo>
                  <a:lnTo>
                    <a:pt x="869799" y="9237"/>
                  </a:lnTo>
                  <a:lnTo>
                    <a:pt x="872840" y="8393"/>
                  </a:lnTo>
                  <a:lnTo>
                    <a:pt x="875881" y="7577"/>
                  </a:lnTo>
                  <a:lnTo>
                    <a:pt x="878923" y="6790"/>
                  </a:lnTo>
                  <a:lnTo>
                    <a:pt x="881964" y="6033"/>
                  </a:lnTo>
                  <a:lnTo>
                    <a:pt x="885005" y="5311"/>
                  </a:lnTo>
                  <a:lnTo>
                    <a:pt x="888046" y="4626"/>
                  </a:lnTo>
                  <a:lnTo>
                    <a:pt x="891088" y="3979"/>
                  </a:lnTo>
                  <a:lnTo>
                    <a:pt x="894129" y="3377"/>
                  </a:lnTo>
                  <a:lnTo>
                    <a:pt x="897170" y="2815"/>
                  </a:lnTo>
                  <a:lnTo>
                    <a:pt x="900211" y="2301"/>
                  </a:lnTo>
                  <a:lnTo>
                    <a:pt x="903253" y="1834"/>
                  </a:lnTo>
                  <a:lnTo>
                    <a:pt x="906294" y="1414"/>
                  </a:lnTo>
                  <a:lnTo>
                    <a:pt x="909335" y="1042"/>
                  </a:lnTo>
                  <a:lnTo>
                    <a:pt x="912376" y="720"/>
                  </a:lnTo>
                  <a:lnTo>
                    <a:pt x="915418" y="461"/>
                  </a:lnTo>
                  <a:lnTo>
                    <a:pt x="918459" y="262"/>
                  </a:lnTo>
                  <a:lnTo>
                    <a:pt x="921500" y="117"/>
                  </a:lnTo>
                  <a:lnTo>
                    <a:pt x="924541" y="28"/>
                  </a:lnTo>
                  <a:lnTo>
                    <a:pt x="927583" y="0"/>
                  </a:lnTo>
                  <a:lnTo>
                    <a:pt x="930624" y="34"/>
                  </a:lnTo>
                  <a:lnTo>
                    <a:pt x="933665" y="129"/>
                  </a:lnTo>
                  <a:lnTo>
                    <a:pt x="936706" y="285"/>
                  </a:lnTo>
                  <a:lnTo>
                    <a:pt x="939748" y="509"/>
                  </a:lnTo>
                  <a:lnTo>
                    <a:pt x="942789" y="801"/>
                  </a:lnTo>
                  <a:lnTo>
                    <a:pt x="945830" y="1157"/>
                  </a:lnTo>
                  <a:lnTo>
                    <a:pt x="948871" y="1573"/>
                  </a:lnTo>
                  <a:lnTo>
                    <a:pt x="951913" y="2048"/>
                  </a:lnTo>
                  <a:lnTo>
                    <a:pt x="954954" y="2585"/>
                  </a:lnTo>
                  <a:lnTo>
                    <a:pt x="957995" y="3186"/>
                  </a:lnTo>
                  <a:lnTo>
                    <a:pt x="961036" y="3855"/>
                  </a:lnTo>
                  <a:lnTo>
                    <a:pt x="964078" y="4583"/>
                  </a:lnTo>
                  <a:lnTo>
                    <a:pt x="967119" y="5365"/>
                  </a:lnTo>
                  <a:lnTo>
                    <a:pt x="970160" y="6205"/>
                  </a:lnTo>
                  <a:lnTo>
                    <a:pt x="973201" y="7100"/>
                  </a:lnTo>
                  <a:lnTo>
                    <a:pt x="976243" y="8046"/>
                  </a:lnTo>
                  <a:lnTo>
                    <a:pt x="979284" y="9039"/>
                  </a:lnTo>
                  <a:lnTo>
                    <a:pt x="982325" y="10081"/>
                  </a:lnTo>
                  <a:lnTo>
                    <a:pt x="985367" y="11177"/>
                  </a:lnTo>
                  <a:lnTo>
                    <a:pt x="988408" y="12314"/>
                  </a:lnTo>
                  <a:lnTo>
                    <a:pt x="991449" y="13489"/>
                  </a:lnTo>
                  <a:lnTo>
                    <a:pt x="994490" y="14699"/>
                  </a:lnTo>
                  <a:lnTo>
                    <a:pt x="997532" y="15943"/>
                  </a:lnTo>
                  <a:lnTo>
                    <a:pt x="1000573" y="17221"/>
                  </a:lnTo>
                  <a:lnTo>
                    <a:pt x="1003614" y="18527"/>
                  </a:lnTo>
                  <a:lnTo>
                    <a:pt x="1006655" y="19862"/>
                  </a:lnTo>
                  <a:lnTo>
                    <a:pt x="1009697" y="21218"/>
                  </a:lnTo>
                  <a:lnTo>
                    <a:pt x="1012738" y="22595"/>
                  </a:lnTo>
                  <a:lnTo>
                    <a:pt x="1015779" y="23989"/>
                  </a:lnTo>
                  <a:lnTo>
                    <a:pt x="1018820" y="25398"/>
                  </a:lnTo>
                  <a:lnTo>
                    <a:pt x="1021862" y="26819"/>
                  </a:lnTo>
                  <a:lnTo>
                    <a:pt x="1024903" y="28250"/>
                  </a:lnTo>
                  <a:lnTo>
                    <a:pt x="1027944" y="29690"/>
                  </a:lnTo>
                  <a:lnTo>
                    <a:pt x="1030985" y="31135"/>
                  </a:lnTo>
                  <a:lnTo>
                    <a:pt x="1034027" y="32584"/>
                  </a:lnTo>
                  <a:lnTo>
                    <a:pt x="1037068" y="34035"/>
                  </a:lnTo>
                  <a:lnTo>
                    <a:pt x="1040109" y="35487"/>
                  </a:lnTo>
                  <a:lnTo>
                    <a:pt x="1043150" y="36937"/>
                  </a:lnTo>
                  <a:lnTo>
                    <a:pt x="1046192" y="38386"/>
                  </a:lnTo>
                  <a:lnTo>
                    <a:pt x="1049233" y="39831"/>
                  </a:lnTo>
                  <a:lnTo>
                    <a:pt x="1052274" y="41273"/>
                  </a:lnTo>
                  <a:lnTo>
                    <a:pt x="1055315" y="42709"/>
                  </a:lnTo>
                  <a:lnTo>
                    <a:pt x="1058357" y="44141"/>
                  </a:lnTo>
                  <a:lnTo>
                    <a:pt x="1061398" y="45567"/>
                  </a:lnTo>
                  <a:lnTo>
                    <a:pt x="1064439" y="46988"/>
                  </a:lnTo>
                  <a:lnTo>
                    <a:pt x="1067480" y="48403"/>
                  </a:lnTo>
                  <a:lnTo>
                    <a:pt x="1070522" y="49814"/>
                  </a:lnTo>
                  <a:lnTo>
                    <a:pt x="1073563" y="51218"/>
                  </a:lnTo>
                  <a:lnTo>
                    <a:pt x="1076604" y="52618"/>
                  </a:lnTo>
                  <a:lnTo>
                    <a:pt x="1079645" y="54014"/>
                  </a:lnTo>
                  <a:lnTo>
                    <a:pt x="1082687" y="55407"/>
                  </a:lnTo>
                  <a:lnTo>
                    <a:pt x="1085728" y="56796"/>
                  </a:lnTo>
                  <a:lnTo>
                    <a:pt x="1088769" y="58184"/>
                  </a:lnTo>
                  <a:lnTo>
                    <a:pt x="1091810" y="59569"/>
                  </a:lnTo>
                  <a:lnTo>
                    <a:pt x="1094852" y="60954"/>
                  </a:lnTo>
                  <a:lnTo>
                    <a:pt x="1097893" y="62339"/>
                  </a:lnTo>
                  <a:lnTo>
                    <a:pt x="1100934" y="63724"/>
                  </a:lnTo>
                  <a:lnTo>
                    <a:pt x="1103975" y="65110"/>
                  </a:lnTo>
                  <a:lnTo>
                    <a:pt x="1107017" y="66498"/>
                  </a:lnTo>
                  <a:lnTo>
                    <a:pt x="1110058" y="67887"/>
                  </a:lnTo>
                  <a:lnTo>
                    <a:pt x="1113099" y="69279"/>
                  </a:lnTo>
                  <a:lnTo>
                    <a:pt x="1116141" y="70674"/>
                  </a:lnTo>
                  <a:lnTo>
                    <a:pt x="1119182" y="72071"/>
                  </a:lnTo>
                  <a:lnTo>
                    <a:pt x="1122223" y="73471"/>
                  </a:lnTo>
                  <a:lnTo>
                    <a:pt x="1125264" y="74874"/>
                  </a:lnTo>
                  <a:lnTo>
                    <a:pt x="1128306" y="76279"/>
                  </a:lnTo>
                  <a:lnTo>
                    <a:pt x="1131347" y="77685"/>
                  </a:lnTo>
                  <a:lnTo>
                    <a:pt x="1134388" y="79092"/>
                  </a:lnTo>
                  <a:lnTo>
                    <a:pt x="1137429" y="80500"/>
                  </a:lnTo>
                  <a:lnTo>
                    <a:pt x="1140471" y="81907"/>
                  </a:lnTo>
                  <a:lnTo>
                    <a:pt x="1143512" y="83312"/>
                  </a:lnTo>
                  <a:lnTo>
                    <a:pt x="1146553" y="84714"/>
                  </a:lnTo>
                  <a:lnTo>
                    <a:pt x="1149594" y="86113"/>
                  </a:lnTo>
                  <a:lnTo>
                    <a:pt x="1152636" y="87505"/>
                  </a:lnTo>
                  <a:lnTo>
                    <a:pt x="1155677" y="88891"/>
                  </a:lnTo>
                  <a:lnTo>
                    <a:pt x="1158718" y="90267"/>
                  </a:lnTo>
                  <a:lnTo>
                    <a:pt x="1161759" y="91634"/>
                  </a:lnTo>
                  <a:lnTo>
                    <a:pt x="1164801" y="92988"/>
                  </a:lnTo>
                  <a:lnTo>
                    <a:pt x="1167842" y="94327"/>
                  </a:lnTo>
                  <a:lnTo>
                    <a:pt x="1170883" y="95651"/>
                  </a:lnTo>
                  <a:lnTo>
                    <a:pt x="1173924" y="96959"/>
                  </a:lnTo>
                  <a:lnTo>
                    <a:pt x="1176966" y="98249"/>
                  </a:lnTo>
                  <a:lnTo>
                    <a:pt x="1180007" y="99520"/>
                  </a:lnTo>
                  <a:lnTo>
                    <a:pt x="1183048" y="100769"/>
                  </a:lnTo>
                  <a:lnTo>
                    <a:pt x="1186089" y="101992"/>
                  </a:lnTo>
                  <a:lnTo>
                    <a:pt x="1189131" y="103192"/>
                  </a:lnTo>
                  <a:lnTo>
                    <a:pt x="1192172" y="104369"/>
                  </a:lnTo>
                  <a:lnTo>
                    <a:pt x="1195213" y="105520"/>
                  </a:lnTo>
                  <a:lnTo>
                    <a:pt x="1198254" y="106646"/>
                  </a:lnTo>
                  <a:lnTo>
                    <a:pt x="1201296" y="107745"/>
                  </a:lnTo>
                  <a:lnTo>
                    <a:pt x="1204337" y="108820"/>
                  </a:lnTo>
                  <a:lnTo>
                    <a:pt x="1207378" y="109867"/>
                  </a:lnTo>
                  <a:lnTo>
                    <a:pt x="1210419" y="110886"/>
                  </a:lnTo>
                  <a:lnTo>
                    <a:pt x="1213461" y="111879"/>
                  </a:lnTo>
                  <a:lnTo>
                    <a:pt x="1216502" y="112848"/>
                  </a:lnTo>
                  <a:lnTo>
                    <a:pt x="1219543" y="113795"/>
                  </a:lnTo>
                  <a:lnTo>
                    <a:pt x="1222584" y="114719"/>
                  </a:lnTo>
                  <a:lnTo>
                    <a:pt x="1225626" y="115622"/>
                  </a:lnTo>
                  <a:lnTo>
                    <a:pt x="1228667" y="116503"/>
                  </a:lnTo>
                  <a:lnTo>
                    <a:pt x="1231708" y="117363"/>
                  </a:lnTo>
                  <a:lnTo>
                    <a:pt x="1234750" y="118208"/>
                  </a:lnTo>
                  <a:lnTo>
                    <a:pt x="1237791" y="119037"/>
                  </a:lnTo>
                  <a:lnTo>
                    <a:pt x="1240832" y="119852"/>
                  </a:lnTo>
                  <a:lnTo>
                    <a:pt x="1243873" y="120655"/>
                  </a:lnTo>
                  <a:lnTo>
                    <a:pt x="1246915" y="121448"/>
                  </a:lnTo>
                  <a:lnTo>
                    <a:pt x="1249956" y="122233"/>
                  </a:lnTo>
                  <a:lnTo>
                    <a:pt x="1252997" y="123010"/>
                  </a:lnTo>
                  <a:lnTo>
                    <a:pt x="1256038" y="123781"/>
                  </a:lnTo>
                  <a:lnTo>
                    <a:pt x="1259080" y="124550"/>
                  </a:lnTo>
                  <a:lnTo>
                    <a:pt x="1262121" y="125316"/>
                  </a:lnTo>
                  <a:lnTo>
                    <a:pt x="1265162" y="126081"/>
                  </a:lnTo>
                  <a:lnTo>
                    <a:pt x="1268203" y="126847"/>
                  </a:lnTo>
                  <a:lnTo>
                    <a:pt x="1271245" y="127613"/>
                  </a:lnTo>
                  <a:lnTo>
                    <a:pt x="1274286" y="128382"/>
                  </a:lnTo>
                  <a:lnTo>
                    <a:pt x="1277327" y="129155"/>
                  </a:lnTo>
                  <a:lnTo>
                    <a:pt x="1280368" y="129931"/>
                  </a:lnTo>
                  <a:lnTo>
                    <a:pt x="1283410" y="130711"/>
                  </a:lnTo>
                  <a:lnTo>
                    <a:pt x="1286451" y="131495"/>
                  </a:lnTo>
                  <a:lnTo>
                    <a:pt x="1289492" y="132283"/>
                  </a:lnTo>
                  <a:lnTo>
                    <a:pt x="1292533" y="133075"/>
                  </a:lnTo>
                  <a:lnTo>
                    <a:pt x="1295575" y="133871"/>
                  </a:lnTo>
                  <a:lnTo>
                    <a:pt x="1298616" y="134672"/>
                  </a:lnTo>
                  <a:lnTo>
                    <a:pt x="1301657" y="135476"/>
                  </a:lnTo>
                  <a:lnTo>
                    <a:pt x="1304698" y="136281"/>
                  </a:lnTo>
                  <a:lnTo>
                    <a:pt x="1307740" y="137089"/>
                  </a:lnTo>
                  <a:lnTo>
                    <a:pt x="1310781" y="137897"/>
                  </a:lnTo>
                  <a:lnTo>
                    <a:pt x="1313822" y="138705"/>
                  </a:lnTo>
                  <a:lnTo>
                    <a:pt x="1316863" y="139513"/>
                  </a:lnTo>
                  <a:lnTo>
                    <a:pt x="1319905" y="140318"/>
                  </a:lnTo>
                  <a:lnTo>
                    <a:pt x="1322946" y="141121"/>
                  </a:lnTo>
                  <a:lnTo>
                    <a:pt x="1325987" y="141919"/>
                  </a:lnTo>
                  <a:lnTo>
                    <a:pt x="1329028" y="142712"/>
                  </a:lnTo>
                  <a:lnTo>
                    <a:pt x="1332070" y="143499"/>
                  </a:lnTo>
                  <a:lnTo>
                    <a:pt x="1335111" y="144280"/>
                  </a:lnTo>
                  <a:lnTo>
                    <a:pt x="1338152" y="145053"/>
                  </a:lnTo>
                  <a:lnTo>
                    <a:pt x="1341193" y="145816"/>
                  </a:lnTo>
                  <a:lnTo>
                    <a:pt x="1344235" y="146569"/>
                  </a:lnTo>
                  <a:lnTo>
                    <a:pt x="1347276" y="147312"/>
                  </a:lnTo>
                  <a:lnTo>
                    <a:pt x="1350317" y="148044"/>
                  </a:lnTo>
                  <a:lnTo>
                    <a:pt x="1353359" y="148764"/>
                  </a:lnTo>
                  <a:lnTo>
                    <a:pt x="1356400" y="149471"/>
                  </a:lnTo>
                  <a:lnTo>
                    <a:pt x="1359441" y="150167"/>
                  </a:lnTo>
                  <a:lnTo>
                    <a:pt x="1362482" y="150850"/>
                  </a:lnTo>
                  <a:lnTo>
                    <a:pt x="1365524" y="151518"/>
                  </a:lnTo>
                  <a:lnTo>
                    <a:pt x="1368565" y="152171"/>
                  </a:lnTo>
                  <a:lnTo>
                    <a:pt x="1371606" y="152811"/>
                  </a:lnTo>
                  <a:lnTo>
                    <a:pt x="1374647" y="153437"/>
                  </a:lnTo>
                  <a:lnTo>
                    <a:pt x="1377689" y="154051"/>
                  </a:lnTo>
                  <a:lnTo>
                    <a:pt x="1380730" y="154650"/>
                  </a:lnTo>
                  <a:lnTo>
                    <a:pt x="1383771" y="155236"/>
                  </a:lnTo>
                  <a:lnTo>
                    <a:pt x="1386812" y="155807"/>
                  </a:lnTo>
                  <a:lnTo>
                    <a:pt x="1389854" y="156365"/>
                  </a:lnTo>
                  <a:lnTo>
                    <a:pt x="1392895" y="156910"/>
                  </a:lnTo>
                  <a:lnTo>
                    <a:pt x="1395936" y="157442"/>
                  </a:lnTo>
                  <a:lnTo>
                    <a:pt x="1398977" y="157961"/>
                  </a:lnTo>
                  <a:lnTo>
                    <a:pt x="1402019" y="158469"/>
                  </a:lnTo>
                  <a:lnTo>
                    <a:pt x="1405060" y="158966"/>
                  </a:lnTo>
                  <a:lnTo>
                    <a:pt x="1408101" y="159451"/>
                  </a:lnTo>
                  <a:lnTo>
                    <a:pt x="1411142" y="159922"/>
                  </a:lnTo>
                  <a:lnTo>
                    <a:pt x="1414184" y="160384"/>
                  </a:lnTo>
                  <a:lnTo>
                    <a:pt x="1417225" y="160835"/>
                  </a:lnTo>
                  <a:lnTo>
                    <a:pt x="1420266" y="161277"/>
                  </a:lnTo>
                  <a:lnTo>
                    <a:pt x="1423307" y="161709"/>
                  </a:lnTo>
                  <a:lnTo>
                    <a:pt x="1426349" y="162131"/>
                  </a:lnTo>
                  <a:lnTo>
                    <a:pt x="1429390" y="162544"/>
                  </a:lnTo>
                  <a:lnTo>
                    <a:pt x="1432431" y="162948"/>
                  </a:lnTo>
                  <a:lnTo>
                    <a:pt x="1435472" y="163343"/>
                  </a:lnTo>
                  <a:lnTo>
                    <a:pt x="1438514" y="163730"/>
                  </a:lnTo>
                  <a:lnTo>
                    <a:pt x="1441555" y="164108"/>
                  </a:lnTo>
                  <a:lnTo>
                    <a:pt x="1444596" y="164479"/>
                  </a:lnTo>
                  <a:lnTo>
                    <a:pt x="1447637" y="164842"/>
                  </a:lnTo>
                  <a:lnTo>
                    <a:pt x="1450679" y="165198"/>
                  </a:lnTo>
                  <a:lnTo>
                    <a:pt x="1453720" y="165546"/>
                  </a:lnTo>
                  <a:lnTo>
                    <a:pt x="1456761" y="165886"/>
                  </a:lnTo>
                  <a:lnTo>
                    <a:pt x="1459802" y="166220"/>
                  </a:lnTo>
                  <a:lnTo>
                    <a:pt x="1462844" y="166547"/>
                  </a:lnTo>
                  <a:lnTo>
                    <a:pt x="1465885" y="166867"/>
                  </a:lnTo>
                  <a:lnTo>
                    <a:pt x="1468926" y="167180"/>
                  </a:lnTo>
                  <a:lnTo>
                    <a:pt x="1471967" y="167487"/>
                  </a:lnTo>
                  <a:lnTo>
                    <a:pt x="1475009" y="167788"/>
                  </a:lnTo>
                  <a:lnTo>
                    <a:pt x="1478050" y="168082"/>
                  </a:lnTo>
                  <a:lnTo>
                    <a:pt x="1481091" y="168369"/>
                  </a:lnTo>
                  <a:lnTo>
                    <a:pt x="1484133" y="168650"/>
                  </a:lnTo>
                  <a:lnTo>
                    <a:pt x="1487174" y="168925"/>
                  </a:lnTo>
                  <a:lnTo>
                    <a:pt x="1490215" y="169194"/>
                  </a:lnTo>
                  <a:lnTo>
                    <a:pt x="1493256" y="169458"/>
                  </a:lnTo>
                  <a:lnTo>
                    <a:pt x="1496298" y="169715"/>
                  </a:lnTo>
                  <a:lnTo>
                    <a:pt x="1499339" y="169966"/>
                  </a:lnTo>
                  <a:lnTo>
                    <a:pt x="1502380" y="170211"/>
                  </a:lnTo>
                  <a:lnTo>
                    <a:pt x="1505421" y="170451"/>
                  </a:lnTo>
                  <a:lnTo>
                    <a:pt x="1508463" y="170684"/>
                  </a:lnTo>
                  <a:lnTo>
                    <a:pt x="1511504" y="170912"/>
                  </a:lnTo>
                  <a:lnTo>
                    <a:pt x="1514545" y="171134"/>
                  </a:lnTo>
                  <a:lnTo>
                    <a:pt x="1517586" y="171350"/>
                  </a:lnTo>
                  <a:lnTo>
                    <a:pt x="1520628" y="171561"/>
                  </a:lnTo>
                  <a:lnTo>
                    <a:pt x="1520628" y="175940"/>
                  </a:lnTo>
                  <a:lnTo>
                    <a:pt x="1517586" y="175940"/>
                  </a:lnTo>
                  <a:lnTo>
                    <a:pt x="1514545" y="175940"/>
                  </a:lnTo>
                  <a:lnTo>
                    <a:pt x="1511504" y="175940"/>
                  </a:lnTo>
                  <a:lnTo>
                    <a:pt x="1508463" y="175940"/>
                  </a:lnTo>
                  <a:lnTo>
                    <a:pt x="1505421" y="175940"/>
                  </a:lnTo>
                  <a:lnTo>
                    <a:pt x="1502380" y="175940"/>
                  </a:lnTo>
                  <a:lnTo>
                    <a:pt x="1499339" y="175940"/>
                  </a:lnTo>
                  <a:lnTo>
                    <a:pt x="1496298" y="175940"/>
                  </a:lnTo>
                  <a:lnTo>
                    <a:pt x="1493256" y="175940"/>
                  </a:lnTo>
                  <a:lnTo>
                    <a:pt x="1490215" y="175940"/>
                  </a:lnTo>
                  <a:lnTo>
                    <a:pt x="1487174" y="175940"/>
                  </a:lnTo>
                  <a:lnTo>
                    <a:pt x="1484133" y="175940"/>
                  </a:lnTo>
                  <a:lnTo>
                    <a:pt x="1481091" y="175940"/>
                  </a:lnTo>
                  <a:lnTo>
                    <a:pt x="1478050" y="175940"/>
                  </a:lnTo>
                  <a:lnTo>
                    <a:pt x="1475009" y="175940"/>
                  </a:lnTo>
                  <a:lnTo>
                    <a:pt x="1471967" y="175940"/>
                  </a:lnTo>
                  <a:lnTo>
                    <a:pt x="1468926" y="175940"/>
                  </a:lnTo>
                  <a:lnTo>
                    <a:pt x="1465885" y="175940"/>
                  </a:lnTo>
                  <a:lnTo>
                    <a:pt x="1462844" y="175940"/>
                  </a:lnTo>
                  <a:lnTo>
                    <a:pt x="1459802" y="175940"/>
                  </a:lnTo>
                  <a:lnTo>
                    <a:pt x="1456761" y="175940"/>
                  </a:lnTo>
                  <a:lnTo>
                    <a:pt x="1453720" y="175940"/>
                  </a:lnTo>
                  <a:lnTo>
                    <a:pt x="1450679" y="175940"/>
                  </a:lnTo>
                  <a:lnTo>
                    <a:pt x="1447637" y="175940"/>
                  </a:lnTo>
                  <a:lnTo>
                    <a:pt x="1444596" y="175940"/>
                  </a:lnTo>
                  <a:lnTo>
                    <a:pt x="1441555" y="175940"/>
                  </a:lnTo>
                  <a:lnTo>
                    <a:pt x="1438514" y="175940"/>
                  </a:lnTo>
                  <a:lnTo>
                    <a:pt x="1435472" y="175940"/>
                  </a:lnTo>
                  <a:lnTo>
                    <a:pt x="1432431" y="175940"/>
                  </a:lnTo>
                  <a:lnTo>
                    <a:pt x="1429390" y="175940"/>
                  </a:lnTo>
                  <a:lnTo>
                    <a:pt x="1426349" y="175940"/>
                  </a:lnTo>
                  <a:lnTo>
                    <a:pt x="1423307" y="175940"/>
                  </a:lnTo>
                  <a:lnTo>
                    <a:pt x="1420266" y="175940"/>
                  </a:lnTo>
                  <a:lnTo>
                    <a:pt x="1417225" y="175940"/>
                  </a:lnTo>
                  <a:lnTo>
                    <a:pt x="1414184" y="175940"/>
                  </a:lnTo>
                  <a:lnTo>
                    <a:pt x="1411142" y="175940"/>
                  </a:lnTo>
                  <a:lnTo>
                    <a:pt x="1408101" y="175940"/>
                  </a:lnTo>
                  <a:lnTo>
                    <a:pt x="1405060" y="175940"/>
                  </a:lnTo>
                  <a:lnTo>
                    <a:pt x="1402019" y="175940"/>
                  </a:lnTo>
                  <a:lnTo>
                    <a:pt x="1398977" y="175940"/>
                  </a:lnTo>
                  <a:lnTo>
                    <a:pt x="1395936" y="175940"/>
                  </a:lnTo>
                  <a:lnTo>
                    <a:pt x="1392895" y="175940"/>
                  </a:lnTo>
                  <a:lnTo>
                    <a:pt x="1389854" y="175940"/>
                  </a:lnTo>
                  <a:lnTo>
                    <a:pt x="1386812" y="175940"/>
                  </a:lnTo>
                  <a:lnTo>
                    <a:pt x="1383771" y="175940"/>
                  </a:lnTo>
                  <a:lnTo>
                    <a:pt x="1380730" y="175940"/>
                  </a:lnTo>
                  <a:lnTo>
                    <a:pt x="1377689" y="175940"/>
                  </a:lnTo>
                  <a:lnTo>
                    <a:pt x="1374647" y="175940"/>
                  </a:lnTo>
                  <a:lnTo>
                    <a:pt x="1371606" y="175940"/>
                  </a:lnTo>
                  <a:lnTo>
                    <a:pt x="1368565" y="175940"/>
                  </a:lnTo>
                  <a:lnTo>
                    <a:pt x="1365524" y="175940"/>
                  </a:lnTo>
                  <a:lnTo>
                    <a:pt x="1362482" y="175940"/>
                  </a:lnTo>
                  <a:lnTo>
                    <a:pt x="1359441" y="175940"/>
                  </a:lnTo>
                  <a:lnTo>
                    <a:pt x="1356400" y="175940"/>
                  </a:lnTo>
                  <a:lnTo>
                    <a:pt x="1353359" y="175940"/>
                  </a:lnTo>
                  <a:lnTo>
                    <a:pt x="1350317" y="175940"/>
                  </a:lnTo>
                  <a:lnTo>
                    <a:pt x="1347276" y="175940"/>
                  </a:lnTo>
                  <a:lnTo>
                    <a:pt x="1344235" y="175940"/>
                  </a:lnTo>
                  <a:lnTo>
                    <a:pt x="1341193" y="175940"/>
                  </a:lnTo>
                  <a:lnTo>
                    <a:pt x="1338152" y="175940"/>
                  </a:lnTo>
                  <a:lnTo>
                    <a:pt x="1335111" y="175940"/>
                  </a:lnTo>
                  <a:lnTo>
                    <a:pt x="1332070" y="175940"/>
                  </a:lnTo>
                  <a:lnTo>
                    <a:pt x="1329028" y="175940"/>
                  </a:lnTo>
                  <a:lnTo>
                    <a:pt x="1325987" y="175940"/>
                  </a:lnTo>
                  <a:lnTo>
                    <a:pt x="1322946" y="175940"/>
                  </a:lnTo>
                  <a:lnTo>
                    <a:pt x="1319905" y="175940"/>
                  </a:lnTo>
                  <a:lnTo>
                    <a:pt x="1316863" y="175940"/>
                  </a:lnTo>
                  <a:lnTo>
                    <a:pt x="1313822" y="175940"/>
                  </a:lnTo>
                  <a:lnTo>
                    <a:pt x="1310781" y="175940"/>
                  </a:lnTo>
                  <a:lnTo>
                    <a:pt x="1307740" y="175940"/>
                  </a:lnTo>
                  <a:lnTo>
                    <a:pt x="1304698" y="175940"/>
                  </a:lnTo>
                  <a:lnTo>
                    <a:pt x="1301657" y="175940"/>
                  </a:lnTo>
                  <a:lnTo>
                    <a:pt x="1298616" y="175940"/>
                  </a:lnTo>
                  <a:lnTo>
                    <a:pt x="1295575" y="175940"/>
                  </a:lnTo>
                  <a:lnTo>
                    <a:pt x="1292533" y="175940"/>
                  </a:lnTo>
                  <a:lnTo>
                    <a:pt x="1289492" y="175940"/>
                  </a:lnTo>
                  <a:lnTo>
                    <a:pt x="1286451" y="175940"/>
                  </a:lnTo>
                  <a:lnTo>
                    <a:pt x="1283410" y="175940"/>
                  </a:lnTo>
                  <a:lnTo>
                    <a:pt x="1280368" y="175940"/>
                  </a:lnTo>
                  <a:lnTo>
                    <a:pt x="1277327" y="175940"/>
                  </a:lnTo>
                  <a:lnTo>
                    <a:pt x="1274286" y="175940"/>
                  </a:lnTo>
                  <a:lnTo>
                    <a:pt x="1271245" y="175940"/>
                  </a:lnTo>
                  <a:lnTo>
                    <a:pt x="1268203" y="175940"/>
                  </a:lnTo>
                  <a:lnTo>
                    <a:pt x="1265162" y="175940"/>
                  </a:lnTo>
                  <a:lnTo>
                    <a:pt x="1262121" y="175940"/>
                  </a:lnTo>
                  <a:lnTo>
                    <a:pt x="1259080" y="175940"/>
                  </a:lnTo>
                  <a:lnTo>
                    <a:pt x="1256038" y="175940"/>
                  </a:lnTo>
                  <a:lnTo>
                    <a:pt x="1252997" y="175940"/>
                  </a:lnTo>
                  <a:lnTo>
                    <a:pt x="1249956" y="175940"/>
                  </a:lnTo>
                  <a:lnTo>
                    <a:pt x="1246915" y="175940"/>
                  </a:lnTo>
                  <a:lnTo>
                    <a:pt x="1243873" y="175940"/>
                  </a:lnTo>
                  <a:lnTo>
                    <a:pt x="1240832" y="175940"/>
                  </a:lnTo>
                  <a:lnTo>
                    <a:pt x="1237791" y="175940"/>
                  </a:lnTo>
                  <a:lnTo>
                    <a:pt x="1234750" y="175940"/>
                  </a:lnTo>
                  <a:lnTo>
                    <a:pt x="1231708" y="175940"/>
                  </a:lnTo>
                  <a:lnTo>
                    <a:pt x="1228667" y="175940"/>
                  </a:lnTo>
                  <a:lnTo>
                    <a:pt x="1225626" y="175940"/>
                  </a:lnTo>
                  <a:lnTo>
                    <a:pt x="1222584" y="175940"/>
                  </a:lnTo>
                  <a:lnTo>
                    <a:pt x="1219543" y="175940"/>
                  </a:lnTo>
                  <a:lnTo>
                    <a:pt x="1216502" y="175940"/>
                  </a:lnTo>
                  <a:lnTo>
                    <a:pt x="1213461" y="175940"/>
                  </a:lnTo>
                  <a:lnTo>
                    <a:pt x="1210419" y="175940"/>
                  </a:lnTo>
                  <a:lnTo>
                    <a:pt x="1207378" y="175940"/>
                  </a:lnTo>
                  <a:lnTo>
                    <a:pt x="1204337" y="175940"/>
                  </a:lnTo>
                  <a:lnTo>
                    <a:pt x="1201296" y="175940"/>
                  </a:lnTo>
                  <a:lnTo>
                    <a:pt x="1198254" y="175940"/>
                  </a:lnTo>
                  <a:lnTo>
                    <a:pt x="1195213" y="175940"/>
                  </a:lnTo>
                  <a:lnTo>
                    <a:pt x="1192172" y="175940"/>
                  </a:lnTo>
                  <a:lnTo>
                    <a:pt x="1189131" y="175940"/>
                  </a:lnTo>
                  <a:lnTo>
                    <a:pt x="1186089" y="175940"/>
                  </a:lnTo>
                  <a:lnTo>
                    <a:pt x="1183048" y="175940"/>
                  </a:lnTo>
                  <a:lnTo>
                    <a:pt x="1180007" y="175940"/>
                  </a:lnTo>
                  <a:lnTo>
                    <a:pt x="1176966" y="175940"/>
                  </a:lnTo>
                  <a:lnTo>
                    <a:pt x="1173924" y="175940"/>
                  </a:lnTo>
                  <a:lnTo>
                    <a:pt x="1170883" y="175940"/>
                  </a:lnTo>
                  <a:lnTo>
                    <a:pt x="1167842" y="175940"/>
                  </a:lnTo>
                  <a:lnTo>
                    <a:pt x="1164801" y="175940"/>
                  </a:lnTo>
                  <a:lnTo>
                    <a:pt x="1161759" y="175940"/>
                  </a:lnTo>
                  <a:lnTo>
                    <a:pt x="1158718" y="175940"/>
                  </a:lnTo>
                  <a:lnTo>
                    <a:pt x="1155677" y="175940"/>
                  </a:lnTo>
                  <a:lnTo>
                    <a:pt x="1152636" y="175940"/>
                  </a:lnTo>
                  <a:lnTo>
                    <a:pt x="1149594" y="175940"/>
                  </a:lnTo>
                  <a:lnTo>
                    <a:pt x="1146553" y="175940"/>
                  </a:lnTo>
                  <a:lnTo>
                    <a:pt x="1143512" y="175940"/>
                  </a:lnTo>
                  <a:lnTo>
                    <a:pt x="1140471" y="175940"/>
                  </a:lnTo>
                  <a:lnTo>
                    <a:pt x="1137429" y="175940"/>
                  </a:lnTo>
                  <a:lnTo>
                    <a:pt x="1134388" y="175940"/>
                  </a:lnTo>
                  <a:lnTo>
                    <a:pt x="1131347" y="175940"/>
                  </a:lnTo>
                  <a:lnTo>
                    <a:pt x="1128306" y="175940"/>
                  </a:lnTo>
                  <a:lnTo>
                    <a:pt x="1125264" y="175940"/>
                  </a:lnTo>
                  <a:lnTo>
                    <a:pt x="1122223" y="175940"/>
                  </a:lnTo>
                  <a:lnTo>
                    <a:pt x="1119182" y="175940"/>
                  </a:lnTo>
                  <a:lnTo>
                    <a:pt x="1116141" y="175940"/>
                  </a:lnTo>
                  <a:lnTo>
                    <a:pt x="1113099" y="175940"/>
                  </a:lnTo>
                  <a:lnTo>
                    <a:pt x="1110058" y="175940"/>
                  </a:lnTo>
                  <a:lnTo>
                    <a:pt x="1107017" y="175940"/>
                  </a:lnTo>
                  <a:lnTo>
                    <a:pt x="1103975" y="175940"/>
                  </a:lnTo>
                  <a:lnTo>
                    <a:pt x="1100934" y="175940"/>
                  </a:lnTo>
                  <a:lnTo>
                    <a:pt x="1097893" y="175940"/>
                  </a:lnTo>
                  <a:lnTo>
                    <a:pt x="1094852" y="175940"/>
                  </a:lnTo>
                  <a:lnTo>
                    <a:pt x="1091810" y="175940"/>
                  </a:lnTo>
                  <a:lnTo>
                    <a:pt x="1088769" y="175940"/>
                  </a:lnTo>
                  <a:lnTo>
                    <a:pt x="1085728" y="175940"/>
                  </a:lnTo>
                  <a:lnTo>
                    <a:pt x="1082687" y="175940"/>
                  </a:lnTo>
                  <a:lnTo>
                    <a:pt x="1079645" y="175940"/>
                  </a:lnTo>
                  <a:lnTo>
                    <a:pt x="1076604" y="175940"/>
                  </a:lnTo>
                  <a:lnTo>
                    <a:pt x="1073563" y="175940"/>
                  </a:lnTo>
                  <a:lnTo>
                    <a:pt x="1070522" y="175940"/>
                  </a:lnTo>
                  <a:lnTo>
                    <a:pt x="1067480" y="175940"/>
                  </a:lnTo>
                  <a:lnTo>
                    <a:pt x="1064439" y="175940"/>
                  </a:lnTo>
                  <a:lnTo>
                    <a:pt x="1061398" y="175940"/>
                  </a:lnTo>
                  <a:lnTo>
                    <a:pt x="1058357" y="175940"/>
                  </a:lnTo>
                  <a:lnTo>
                    <a:pt x="1055315" y="175940"/>
                  </a:lnTo>
                  <a:lnTo>
                    <a:pt x="1052274" y="175940"/>
                  </a:lnTo>
                  <a:lnTo>
                    <a:pt x="1049233" y="175940"/>
                  </a:lnTo>
                  <a:lnTo>
                    <a:pt x="1046192" y="175940"/>
                  </a:lnTo>
                  <a:lnTo>
                    <a:pt x="1043150" y="175940"/>
                  </a:lnTo>
                  <a:lnTo>
                    <a:pt x="1040109" y="175940"/>
                  </a:lnTo>
                  <a:lnTo>
                    <a:pt x="1037068" y="175940"/>
                  </a:lnTo>
                  <a:lnTo>
                    <a:pt x="1034027" y="175940"/>
                  </a:lnTo>
                  <a:lnTo>
                    <a:pt x="1030985" y="175940"/>
                  </a:lnTo>
                  <a:lnTo>
                    <a:pt x="1027944" y="175940"/>
                  </a:lnTo>
                  <a:lnTo>
                    <a:pt x="1024903" y="175940"/>
                  </a:lnTo>
                  <a:lnTo>
                    <a:pt x="1021862" y="175940"/>
                  </a:lnTo>
                  <a:lnTo>
                    <a:pt x="1018820" y="175940"/>
                  </a:lnTo>
                  <a:lnTo>
                    <a:pt x="1015779" y="175940"/>
                  </a:lnTo>
                  <a:lnTo>
                    <a:pt x="1012738" y="175940"/>
                  </a:lnTo>
                  <a:lnTo>
                    <a:pt x="1009697" y="175940"/>
                  </a:lnTo>
                  <a:lnTo>
                    <a:pt x="1006655" y="175940"/>
                  </a:lnTo>
                  <a:lnTo>
                    <a:pt x="1003614" y="175940"/>
                  </a:lnTo>
                  <a:lnTo>
                    <a:pt x="1000573" y="175940"/>
                  </a:lnTo>
                  <a:lnTo>
                    <a:pt x="997532" y="175940"/>
                  </a:lnTo>
                  <a:lnTo>
                    <a:pt x="994490" y="175940"/>
                  </a:lnTo>
                  <a:lnTo>
                    <a:pt x="991449" y="175940"/>
                  </a:lnTo>
                  <a:lnTo>
                    <a:pt x="988408" y="175940"/>
                  </a:lnTo>
                  <a:lnTo>
                    <a:pt x="985367" y="175940"/>
                  </a:lnTo>
                  <a:lnTo>
                    <a:pt x="982325" y="175940"/>
                  </a:lnTo>
                  <a:lnTo>
                    <a:pt x="979284" y="175940"/>
                  </a:lnTo>
                  <a:lnTo>
                    <a:pt x="976243" y="175940"/>
                  </a:lnTo>
                  <a:lnTo>
                    <a:pt x="973201" y="175940"/>
                  </a:lnTo>
                  <a:lnTo>
                    <a:pt x="970160" y="175940"/>
                  </a:lnTo>
                  <a:lnTo>
                    <a:pt x="967119" y="175940"/>
                  </a:lnTo>
                  <a:lnTo>
                    <a:pt x="964078" y="175940"/>
                  </a:lnTo>
                  <a:lnTo>
                    <a:pt x="961036" y="175940"/>
                  </a:lnTo>
                  <a:lnTo>
                    <a:pt x="957995" y="175940"/>
                  </a:lnTo>
                  <a:lnTo>
                    <a:pt x="954954" y="175940"/>
                  </a:lnTo>
                  <a:lnTo>
                    <a:pt x="951913" y="175940"/>
                  </a:lnTo>
                  <a:lnTo>
                    <a:pt x="948871" y="175940"/>
                  </a:lnTo>
                  <a:lnTo>
                    <a:pt x="945830" y="175940"/>
                  </a:lnTo>
                  <a:lnTo>
                    <a:pt x="942789" y="175940"/>
                  </a:lnTo>
                  <a:lnTo>
                    <a:pt x="939748" y="175940"/>
                  </a:lnTo>
                  <a:lnTo>
                    <a:pt x="936706" y="175940"/>
                  </a:lnTo>
                  <a:lnTo>
                    <a:pt x="933665" y="175940"/>
                  </a:lnTo>
                  <a:lnTo>
                    <a:pt x="930624" y="175940"/>
                  </a:lnTo>
                  <a:lnTo>
                    <a:pt x="927583" y="175940"/>
                  </a:lnTo>
                  <a:lnTo>
                    <a:pt x="924541" y="175940"/>
                  </a:lnTo>
                  <a:lnTo>
                    <a:pt x="921500" y="175940"/>
                  </a:lnTo>
                  <a:lnTo>
                    <a:pt x="918459" y="175940"/>
                  </a:lnTo>
                  <a:lnTo>
                    <a:pt x="915418" y="175940"/>
                  </a:lnTo>
                  <a:lnTo>
                    <a:pt x="912376" y="175940"/>
                  </a:lnTo>
                  <a:lnTo>
                    <a:pt x="909335" y="175940"/>
                  </a:lnTo>
                  <a:lnTo>
                    <a:pt x="906294" y="175940"/>
                  </a:lnTo>
                  <a:lnTo>
                    <a:pt x="903253" y="175940"/>
                  </a:lnTo>
                  <a:lnTo>
                    <a:pt x="900211" y="175940"/>
                  </a:lnTo>
                  <a:lnTo>
                    <a:pt x="897170" y="175940"/>
                  </a:lnTo>
                  <a:lnTo>
                    <a:pt x="894129" y="175940"/>
                  </a:lnTo>
                  <a:lnTo>
                    <a:pt x="891088" y="175940"/>
                  </a:lnTo>
                  <a:lnTo>
                    <a:pt x="888046" y="175940"/>
                  </a:lnTo>
                  <a:lnTo>
                    <a:pt x="885005" y="175940"/>
                  </a:lnTo>
                  <a:lnTo>
                    <a:pt x="881964" y="175940"/>
                  </a:lnTo>
                  <a:lnTo>
                    <a:pt x="878923" y="175940"/>
                  </a:lnTo>
                  <a:lnTo>
                    <a:pt x="875881" y="175940"/>
                  </a:lnTo>
                  <a:lnTo>
                    <a:pt x="872840" y="175940"/>
                  </a:lnTo>
                  <a:lnTo>
                    <a:pt x="869799" y="175940"/>
                  </a:lnTo>
                  <a:lnTo>
                    <a:pt x="866758" y="175940"/>
                  </a:lnTo>
                  <a:lnTo>
                    <a:pt x="863716" y="175940"/>
                  </a:lnTo>
                  <a:lnTo>
                    <a:pt x="860675" y="175940"/>
                  </a:lnTo>
                  <a:lnTo>
                    <a:pt x="857634" y="175940"/>
                  </a:lnTo>
                  <a:lnTo>
                    <a:pt x="854592" y="175940"/>
                  </a:lnTo>
                  <a:lnTo>
                    <a:pt x="851551" y="175940"/>
                  </a:lnTo>
                  <a:lnTo>
                    <a:pt x="848510" y="175940"/>
                  </a:lnTo>
                  <a:lnTo>
                    <a:pt x="845469" y="175940"/>
                  </a:lnTo>
                  <a:lnTo>
                    <a:pt x="842427" y="175940"/>
                  </a:lnTo>
                  <a:lnTo>
                    <a:pt x="839386" y="175940"/>
                  </a:lnTo>
                  <a:lnTo>
                    <a:pt x="836345" y="175940"/>
                  </a:lnTo>
                  <a:lnTo>
                    <a:pt x="833304" y="175940"/>
                  </a:lnTo>
                  <a:lnTo>
                    <a:pt x="830262" y="175940"/>
                  </a:lnTo>
                  <a:lnTo>
                    <a:pt x="827221" y="175940"/>
                  </a:lnTo>
                  <a:lnTo>
                    <a:pt x="824180" y="175940"/>
                  </a:lnTo>
                  <a:lnTo>
                    <a:pt x="821139" y="175940"/>
                  </a:lnTo>
                  <a:lnTo>
                    <a:pt x="818097" y="175940"/>
                  </a:lnTo>
                  <a:lnTo>
                    <a:pt x="815056" y="175940"/>
                  </a:lnTo>
                  <a:lnTo>
                    <a:pt x="812015" y="175940"/>
                  </a:lnTo>
                  <a:lnTo>
                    <a:pt x="808974" y="175940"/>
                  </a:lnTo>
                  <a:lnTo>
                    <a:pt x="805932" y="175940"/>
                  </a:lnTo>
                  <a:lnTo>
                    <a:pt x="802891" y="175940"/>
                  </a:lnTo>
                  <a:lnTo>
                    <a:pt x="799850" y="175940"/>
                  </a:lnTo>
                  <a:lnTo>
                    <a:pt x="796809" y="175940"/>
                  </a:lnTo>
                  <a:lnTo>
                    <a:pt x="793767" y="175940"/>
                  </a:lnTo>
                  <a:lnTo>
                    <a:pt x="790726" y="175940"/>
                  </a:lnTo>
                  <a:lnTo>
                    <a:pt x="787685" y="175940"/>
                  </a:lnTo>
                  <a:lnTo>
                    <a:pt x="784644" y="175940"/>
                  </a:lnTo>
                  <a:lnTo>
                    <a:pt x="781602" y="175940"/>
                  </a:lnTo>
                  <a:lnTo>
                    <a:pt x="778561" y="175940"/>
                  </a:lnTo>
                  <a:lnTo>
                    <a:pt x="775520" y="175940"/>
                  </a:lnTo>
                  <a:lnTo>
                    <a:pt x="772479" y="175940"/>
                  </a:lnTo>
                  <a:lnTo>
                    <a:pt x="769437" y="175940"/>
                  </a:lnTo>
                  <a:lnTo>
                    <a:pt x="766396" y="175940"/>
                  </a:lnTo>
                  <a:lnTo>
                    <a:pt x="763355" y="175940"/>
                  </a:lnTo>
                  <a:lnTo>
                    <a:pt x="760314" y="175940"/>
                  </a:lnTo>
                  <a:lnTo>
                    <a:pt x="757272" y="175940"/>
                  </a:lnTo>
                  <a:lnTo>
                    <a:pt x="754231" y="175940"/>
                  </a:lnTo>
                  <a:lnTo>
                    <a:pt x="751190" y="175940"/>
                  </a:lnTo>
                  <a:lnTo>
                    <a:pt x="748149" y="175940"/>
                  </a:lnTo>
                  <a:lnTo>
                    <a:pt x="745107" y="175940"/>
                  </a:lnTo>
                  <a:lnTo>
                    <a:pt x="742066" y="175940"/>
                  </a:lnTo>
                  <a:lnTo>
                    <a:pt x="739025" y="175940"/>
                  </a:lnTo>
                  <a:lnTo>
                    <a:pt x="735983" y="175940"/>
                  </a:lnTo>
                  <a:lnTo>
                    <a:pt x="732942" y="175940"/>
                  </a:lnTo>
                  <a:lnTo>
                    <a:pt x="729901" y="175940"/>
                  </a:lnTo>
                  <a:lnTo>
                    <a:pt x="726860" y="175940"/>
                  </a:lnTo>
                  <a:lnTo>
                    <a:pt x="723818" y="175940"/>
                  </a:lnTo>
                  <a:lnTo>
                    <a:pt x="720777" y="175940"/>
                  </a:lnTo>
                  <a:lnTo>
                    <a:pt x="717736" y="175940"/>
                  </a:lnTo>
                  <a:lnTo>
                    <a:pt x="714695" y="175940"/>
                  </a:lnTo>
                  <a:lnTo>
                    <a:pt x="711653" y="175940"/>
                  </a:lnTo>
                  <a:lnTo>
                    <a:pt x="708612" y="175940"/>
                  </a:lnTo>
                  <a:lnTo>
                    <a:pt x="705571" y="175940"/>
                  </a:lnTo>
                  <a:lnTo>
                    <a:pt x="702530" y="175940"/>
                  </a:lnTo>
                  <a:lnTo>
                    <a:pt x="699488" y="175940"/>
                  </a:lnTo>
                  <a:lnTo>
                    <a:pt x="696447" y="175940"/>
                  </a:lnTo>
                  <a:lnTo>
                    <a:pt x="693406" y="175940"/>
                  </a:lnTo>
                  <a:lnTo>
                    <a:pt x="690365" y="175940"/>
                  </a:lnTo>
                  <a:lnTo>
                    <a:pt x="687323" y="175940"/>
                  </a:lnTo>
                  <a:lnTo>
                    <a:pt x="684282" y="175940"/>
                  </a:lnTo>
                  <a:lnTo>
                    <a:pt x="681241" y="175940"/>
                  </a:lnTo>
                  <a:lnTo>
                    <a:pt x="678200" y="175940"/>
                  </a:lnTo>
                  <a:lnTo>
                    <a:pt x="675158" y="175940"/>
                  </a:lnTo>
                  <a:lnTo>
                    <a:pt x="672117" y="175940"/>
                  </a:lnTo>
                  <a:lnTo>
                    <a:pt x="669076" y="175940"/>
                  </a:lnTo>
                  <a:lnTo>
                    <a:pt x="666035" y="175940"/>
                  </a:lnTo>
                  <a:lnTo>
                    <a:pt x="662993" y="175940"/>
                  </a:lnTo>
                  <a:lnTo>
                    <a:pt x="659952" y="175940"/>
                  </a:lnTo>
                  <a:lnTo>
                    <a:pt x="656911" y="175940"/>
                  </a:lnTo>
                  <a:lnTo>
                    <a:pt x="653870" y="175940"/>
                  </a:lnTo>
                  <a:lnTo>
                    <a:pt x="650828" y="175940"/>
                  </a:lnTo>
                  <a:lnTo>
                    <a:pt x="647787" y="175940"/>
                  </a:lnTo>
                  <a:lnTo>
                    <a:pt x="644746" y="175940"/>
                  </a:lnTo>
                  <a:lnTo>
                    <a:pt x="641705" y="175940"/>
                  </a:lnTo>
                  <a:lnTo>
                    <a:pt x="638663" y="175940"/>
                  </a:lnTo>
                  <a:lnTo>
                    <a:pt x="635622" y="175940"/>
                  </a:lnTo>
                  <a:lnTo>
                    <a:pt x="632581" y="175940"/>
                  </a:lnTo>
                  <a:lnTo>
                    <a:pt x="629540" y="175940"/>
                  </a:lnTo>
                  <a:lnTo>
                    <a:pt x="626498" y="175940"/>
                  </a:lnTo>
                  <a:lnTo>
                    <a:pt x="623457" y="175940"/>
                  </a:lnTo>
                  <a:lnTo>
                    <a:pt x="620416" y="175940"/>
                  </a:lnTo>
                  <a:lnTo>
                    <a:pt x="617375" y="175940"/>
                  </a:lnTo>
                  <a:lnTo>
                    <a:pt x="614333" y="175940"/>
                  </a:lnTo>
                  <a:lnTo>
                    <a:pt x="611292" y="175940"/>
                  </a:lnTo>
                  <a:lnTo>
                    <a:pt x="608251" y="175940"/>
                  </a:lnTo>
                  <a:lnTo>
                    <a:pt x="605209" y="175940"/>
                  </a:lnTo>
                  <a:lnTo>
                    <a:pt x="602168" y="175940"/>
                  </a:lnTo>
                  <a:lnTo>
                    <a:pt x="599127" y="175940"/>
                  </a:lnTo>
                  <a:lnTo>
                    <a:pt x="596086" y="175940"/>
                  </a:lnTo>
                  <a:lnTo>
                    <a:pt x="593044" y="175940"/>
                  </a:lnTo>
                  <a:lnTo>
                    <a:pt x="590003" y="175940"/>
                  </a:lnTo>
                  <a:lnTo>
                    <a:pt x="586962" y="175940"/>
                  </a:lnTo>
                  <a:lnTo>
                    <a:pt x="583921" y="175940"/>
                  </a:lnTo>
                  <a:lnTo>
                    <a:pt x="580879" y="175940"/>
                  </a:lnTo>
                  <a:lnTo>
                    <a:pt x="577838" y="175940"/>
                  </a:lnTo>
                  <a:lnTo>
                    <a:pt x="574797" y="175940"/>
                  </a:lnTo>
                  <a:lnTo>
                    <a:pt x="571756" y="175940"/>
                  </a:lnTo>
                  <a:lnTo>
                    <a:pt x="568714" y="175940"/>
                  </a:lnTo>
                  <a:lnTo>
                    <a:pt x="565673" y="175940"/>
                  </a:lnTo>
                  <a:lnTo>
                    <a:pt x="562632" y="175940"/>
                  </a:lnTo>
                  <a:lnTo>
                    <a:pt x="559591" y="175940"/>
                  </a:lnTo>
                  <a:lnTo>
                    <a:pt x="556549" y="175940"/>
                  </a:lnTo>
                  <a:lnTo>
                    <a:pt x="553508" y="175940"/>
                  </a:lnTo>
                  <a:lnTo>
                    <a:pt x="550467" y="175940"/>
                  </a:lnTo>
                  <a:lnTo>
                    <a:pt x="547426" y="175940"/>
                  </a:lnTo>
                  <a:lnTo>
                    <a:pt x="544384" y="175940"/>
                  </a:lnTo>
                  <a:lnTo>
                    <a:pt x="541343" y="175940"/>
                  </a:lnTo>
                  <a:lnTo>
                    <a:pt x="538302" y="175940"/>
                  </a:lnTo>
                  <a:lnTo>
                    <a:pt x="535261" y="175940"/>
                  </a:lnTo>
                  <a:lnTo>
                    <a:pt x="532219" y="175940"/>
                  </a:lnTo>
                  <a:lnTo>
                    <a:pt x="529178" y="175940"/>
                  </a:lnTo>
                  <a:lnTo>
                    <a:pt x="526137" y="175940"/>
                  </a:lnTo>
                  <a:lnTo>
                    <a:pt x="523096" y="175940"/>
                  </a:lnTo>
                  <a:lnTo>
                    <a:pt x="520054" y="175940"/>
                  </a:lnTo>
                  <a:lnTo>
                    <a:pt x="517013" y="175940"/>
                  </a:lnTo>
                  <a:lnTo>
                    <a:pt x="513972" y="175940"/>
                  </a:lnTo>
                  <a:lnTo>
                    <a:pt x="510931" y="175940"/>
                  </a:lnTo>
                  <a:lnTo>
                    <a:pt x="507889" y="175940"/>
                  </a:lnTo>
                  <a:lnTo>
                    <a:pt x="504848" y="175940"/>
                  </a:lnTo>
                  <a:lnTo>
                    <a:pt x="501807" y="175940"/>
                  </a:lnTo>
                  <a:lnTo>
                    <a:pt x="498766" y="175940"/>
                  </a:lnTo>
                  <a:lnTo>
                    <a:pt x="495724" y="175940"/>
                  </a:lnTo>
                  <a:lnTo>
                    <a:pt x="492683" y="175940"/>
                  </a:lnTo>
                  <a:lnTo>
                    <a:pt x="489642" y="175940"/>
                  </a:lnTo>
                  <a:lnTo>
                    <a:pt x="486600" y="175940"/>
                  </a:lnTo>
                  <a:lnTo>
                    <a:pt x="483559" y="175940"/>
                  </a:lnTo>
                  <a:lnTo>
                    <a:pt x="480518" y="175940"/>
                  </a:lnTo>
                  <a:lnTo>
                    <a:pt x="477477" y="175940"/>
                  </a:lnTo>
                  <a:lnTo>
                    <a:pt x="474435" y="175940"/>
                  </a:lnTo>
                  <a:lnTo>
                    <a:pt x="471394" y="175940"/>
                  </a:lnTo>
                  <a:lnTo>
                    <a:pt x="468353" y="175940"/>
                  </a:lnTo>
                  <a:lnTo>
                    <a:pt x="465312" y="175940"/>
                  </a:lnTo>
                  <a:lnTo>
                    <a:pt x="462270" y="175940"/>
                  </a:lnTo>
                  <a:lnTo>
                    <a:pt x="459229" y="175940"/>
                  </a:lnTo>
                  <a:lnTo>
                    <a:pt x="456188" y="175940"/>
                  </a:lnTo>
                  <a:lnTo>
                    <a:pt x="453147" y="175940"/>
                  </a:lnTo>
                  <a:lnTo>
                    <a:pt x="450105" y="175940"/>
                  </a:lnTo>
                  <a:lnTo>
                    <a:pt x="447064" y="175940"/>
                  </a:lnTo>
                  <a:lnTo>
                    <a:pt x="444023" y="175940"/>
                  </a:lnTo>
                  <a:lnTo>
                    <a:pt x="440982" y="175940"/>
                  </a:lnTo>
                  <a:lnTo>
                    <a:pt x="437940" y="175940"/>
                  </a:lnTo>
                  <a:lnTo>
                    <a:pt x="434899" y="175940"/>
                  </a:lnTo>
                  <a:lnTo>
                    <a:pt x="431858" y="175940"/>
                  </a:lnTo>
                  <a:lnTo>
                    <a:pt x="428817" y="175940"/>
                  </a:lnTo>
                  <a:lnTo>
                    <a:pt x="425775" y="175940"/>
                  </a:lnTo>
                  <a:lnTo>
                    <a:pt x="422734" y="175940"/>
                  </a:lnTo>
                  <a:lnTo>
                    <a:pt x="419693" y="175940"/>
                  </a:lnTo>
                  <a:lnTo>
                    <a:pt x="416652" y="175940"/>
                  </a:lnTo>
                  <a:lnTo>
                    <a:pt x="413610" y="175940"/>
                  </a:lnTo>
                  <a:lnTo>
                    <a:pt x="410569" y="175940"/>
                  </a:lnTo>
                  <a:lnTo>
                    <a:pt x="407528" y="175940"/>
                  </a:lnTo>
                  <a:lnTo>
                    <a:pt x="404487" y="175940"/>
                  </a:lnTo>
                  <a:lnTo>
                    <a:pt x="401445" y="175940"/>
                  </a:lnTo>
                  <a:lnTo>
                    <a:pt x="398404" y="175940"/>
                  </a:lnTo>
                  <a:lnTo>
                    <a:pt x="395363" y="175940"/>
                  </a:lnTo>
                  <a:lnTo>
                    <a:pt x="392322" y="175940"/>
                  </a:lnTo>
                  <a:lnTo>
                    <a:pt x="389280" y="175940"/>
                  </a:lnTo>
                  <a:lnTo>
                    <a:pt x="386239" y="175940"/>
                  </a:lnTo>
                  <a:lnTo>
                    <a:pt x="383198" y="175940"/>
                  </a:lnTo>
                  <a:lnTo>
                    <a:pt x="380157" y="175940"/>
                  </a:lnTo>
                  <a:lnTo>
                    <a:pt x="377115" y="175940"/>
                  </a:lnTo>
                  <a:lnTo>
                    <a:pt x="374074" y="175940"/>
                  </a:lnTo>
                  <a:lnTo>
                    <a:pt x="371033" y="175940"/>
                  </a:lnTo>
                  <a:lnTo>
                    <a:pt x="367991" y="175940"/>
                  </a:lnTo>
                  <a:lnTo>
                    <a:pt x="364950" y="175940"/>
                  </a:lnTo>
                  <a:lnTo>
                    <a:pt x="361909" y="175940"/>
                  </a:lnTo>
                  <a:lnTo>
                    <a:pt x="358868" y="175940"/>
                  </a:lnTo>
                  <a:lnTo>
                    <a:pt x="355826" y="175940"/>
                  </a:lnTo>
                  <a:lnTo>
                    <a:pt x="352785" y="175940"/>
                  </a:lnTo>
                  <a:lnTo>
                    <a:pt x="349744" y="175940"/>
                  </a:lnTo>
                  <a:lnTo>
                    <a:pt x="346703" y="175940"/>
                  </a:lnTo>
                  <a:lnTo>
                    <a:pt x="343661" y="175940"/>
                  </a:lnTo>
                  <a:lnTo>
                    <a:pt x="340620" y="175940"/>
                  </a:lnTo>
                  <a:lnTo>
                    <a:pt x="337579" y="175940"/>
                  </a:lnTo>
                  <a:lnTo>
                    <a:pt x="334538" y="175940"/>
                  </a:lnTo>
                  <a:lnTo>
                    <a:pt x="331496" y="175940"/>
                  </a:lnTo>
                  <a:lnTo>
                    <a:pt x="328455" y="175940"/>
                  </a:lnTo>
                  <a:lnTo>
                    <a:pt x="325414" y="175940"/>
                  </a:lnTo>
                  <a:lnTo>
                    <a:pt x="322373" y="175940"/>
                  </a:lnTo>
                  <a:lnTo>
                    <a:pt x="319331" y="175940"/>
                  </a:lnTo>
                  <a:lnTo>
                    <a:pt x="316290" y="175940"/>
                  </a:lnTo>
                  <a:lnTo>
                    <a:pt x="313249" y="175940"/>
                  </a:lnTo>
                  <a:lnTo>
                    <a:pt x="310208" y="175940"/>
                  </a:lnTo>
                  <a:lnTo>
                    <a:pt x="307166" y="175940"/>
                  </a:lnTo>
                  <a:lnTo>
                    <a:pt x="304125" y="175940"/>
                  </a:lnTo>
                  <a:lnTo>
                    <a:pt x="301084" y="175940"/>
                  </a:lnTo>
                  <a:lnTo>
                    <a:pt x="298043" y="175940"/>
                  </a:lnTo>
                  <a:lnTo>
                    <a:pt x="295001" y="175940"/>
                  </a:lnTo>
                  <a:lnTo>
                    <a:pt x="291960" y="175940"/>
                  </a:lnTo>
                  <a:lnTo>
                    <a:pt x="288919" y="175940"/>
                  </a:lnTo>
                  <a:lnTo>
                    <a:pt x="285878" y="175940"/>
                  </a:lnTo>
                  <a:lnTo>
                    <a:pt x="282836" y="175940"/>
                  </a:lnTo>
                  <a:lnTo>
                    <a:pt x="279795" y="175940"/>
                  </a:lnTo>
                  <a:lnTo>
                    <a:pt x="276754" y="175940"/>
                  </a:lnTo>
                  <a:lnTo>
                    <a:pt x="273713" y="175940"/>
                  </a:lnTo>
                  <a:lnTo>
                    <a:pt x="270671" y="175940"/>
                  </a:lnTo>
                  <a:lnTo>
                    <a:pt x="267630" y="175940"/>
                  </a:lnTo>
                  <a:lnTo>
                    <a:pt x="264589" y="175940"/>
                  </a:lnTo>
                  <a:lnTo>
                    <a:pt x="261548" y="175940"/>
                  </a:lnTo>
                  <a:lnTo>
                    <a:pt x="258506" y="175940"/>
                  </a:lnTo>
                  <a:lnTo>
                    <a:pt x="255465" y="175940"/>
                  </a:lnTo>
                  <a:lnTo>
                    <a:pt x="252424" y="175940"/>
                  </a:lnTo>
                  <a:lnTo>
                    <a:pt x="249383" y="175940"/>
                  </a:lnTo>
                  <a:lnTo>
                    <a:pt x="246341" y="175940"/>
                  </a:lnTo>
                  <a:lnTo>
                    <a:pt x="243300" y="175940"/>
                  </a:lnTo>
                  <a:lnTo>
                    <a:pt x="240259" y="175940"/>
                  </a:lnTo>
                  <a:lnTo>
                    <a:pt x="237217" y="175940"/>
                  </a:lnTo>
                  <a:lnTo>
                    <a:pt x="234176" y="175940"/>
                  </a:lnTo>
                  <a:lnTo>
                    <a:pt x="231135" y="175940"/>
                  </a:lnTo>
                  <a:lnTo>
                    <a:pt x="228094" y="175940"/>
                  </a:lnTo>
                  <a:lnTo>
                    <a:pt x="225052" y="175940"/>
                  </a:lnTo>
                  <a:lnTo>
                    <a:pt x="222011" y="175940"/>
                  </a:lnTo>
                  <a:lnTo>
                    <a:pt x="218970" y="175940"/>
                  </a:lnTo>
                  <a:lnTo>
                    <a:pt x="215929" y="175940"/>
                  </a:lnTo>
                  <a:lnTo>
                    <a:pt x="212887" y="175940"/>
                  </a:lnTo>
                  <a:lnTo>
                    <a:pt x="209846" y="175940"/>
                  </a:lnTo>
                  <a:lnTo>
                    <a:pt x="206805" y="175940"/>
                  </a:lnTo>
                  <a:lnTo>
                    <a:pt x="203764" y="175940"/>
                  </a:lnTo>
                  <a:lnTo>
                    <a:pt x="200722" y="175940"/>
                  </a:lnTo>
                  <a:lnTo>
                    <a:pt x="197681" y="175940"/>
                  </a:lnTo>
                  <a:lnTo>
                    <a:pt x="194640" y="175940"/>
                  </a:lnTo>
                  <a:lnTo>
                    <a:pt x="191599" y="175940"/>
                  </a:lnTo>
                  <a:lnTo>
                    <a:pt x="188557" y="175940"/>
                  </a:lnTo>
                  <a:lnTo>
                    <a:pt x="185516" y="175940"/>
                  </a:lnTo>
                  <a:lnTo>
                    <a:pt x="182475" y="175940"/>
                  </a:lnTo>
                  <a:lnTo>
                    <a:pt x="179434" y="175940"/>
                  </a:lnTo>
                  <a:lnTo>
                    <a:pt x="176392" y="175940"/>
                  </a:lnTo>
                  <a:lnTo>
                    <a:pt x="173351" y="175940"/>
                  </a:lnTo>
                  <a:lnTo>
                    <a:pt x="170310" y="175940"/>
                  </a:lnTo>
                  <a:lnTo>
                    <a:pt x="167269" y="175940"/>
                  </a:lnTo>
                  <a:lnTo>
                    <a:pt x="164227" y="175940"/>
                  </a:lnTo>
                  <a:lnTo>
                    <a:pt x="161186" y="175940"/>
                  </a:lnTo>
                  <a:lnTo>
                    <a:pt x="158145" y="175940"/>
                  </a:lnTo>
                  <a:lnTo>
                    <a:pt x="155104" y="175940"/>
                  </a:lnTo>
                  <a:lnTo>
                    <a:pt x="152062" y="175940"/>
                  </a:lnTo>
                  <a:lnTo>
                    <a:pt x="149021" y="175940"/>
                  </a:lnTo>
                  <a:lnTo>
                    <a:pt x="145980" y="175940"/>
                  </a:lnTo>
                  <a:lnTo>
                    <a:pt x="142939" y="175940"/>
                  </a:lnTo>
                  <a:lnTo>
                    <a:pt x="139897" y="175940"/>
                  </a:lnTo>
                  <a:lnTo>
                    <a:pt x="136856" y="175940"/>
                  </a:lnTo>
                  <a:lnTo>
                    <a:pt x="133815" y="175940"/>
                  </a:lnTo>
                  <a:lnTo>
                    <a:pt x="130774" y="175940"/>
                  </a:lnTo>
                  <a:lnTo>
                    <a:pt x="127732" y="175940"/>
                  </a:lnTo>
                  <a:lnTo>
                    <a:pt x="124691" y="175940"/>
                  </a:lnTo>
                  <a:lnTo>
                    <a:pt x="121650" y="175940"/>
                  </a:lnTo>
                  <a:lnTo>
                    <a:pt x="118608" y="175940"/>
                  </a:lnTo>
                  <a:lnTo>
                    <a:pt x="115567" y="175940"/>
                  </a:lnTo>
                  <a:lnTo>
                    <a:pt x="112526" y="175940"/>
                  </a:lnTo>
                  <a:lnTo>
                    <a:pt x="109485" y="175940"/>
                  </a:lnTo>
                  <a:lnTo>
                    <a:pt x="106443" y="175940"/>
                  </a:lnTo>
                  <a:lnTo>
                    <a:pt x="103402" y="175940"/>
                  </a:lnTo>
                  <a:lnTo>
                    <a:pt x="100361" y="175940"/>
                  </a:lnTo>
                  <a:lnTo>
                    <a:pt x="97320" y="175940"/>
                  </a:lnTo>
                  <a:lnTo>
                    <a:pt x="94278" y="175940"/>
                  </a:lnTo>
                  <a:lnTo>
                    <a:pt x="91237" y="175940"/>
                  </a:lnTo>
                  <a:lnTo>
                    <a:pt x="88196" y="175940"/>
                  </a:lnTo>
                  <a:lnTo>
                    <a:pt x="85155" y="175940"/>
                  </a:lnTo>
                  <a:lnTo>
                    <a:pt x="82113" y="175940"/>
                  </a:lnTo>
                  <a:lnTo>
                    <a:pt x="79072" y="175940"/>
                  </a:lnTo>
                  <a:lnTo>
                    <a:pt x="76031" y="175940"/>
                  </a:lnTo>
                  <a:lnTo>
                    <a:pt x="72990" y="175940"/>
                  </a:lnTo>
                  <a:lnTo>
                    <a:pt x="69948" y="175940"/>
                  </a:lnTo>
                  <a:lnTo>
                    <a:pt x="66907" y="175940"/>
                  </a:lnTo>
                  <a:lnTo>
                    <a:pt x="63866" y="175940"/>
                  </a:lnTo>
                  <a:lnTo>
                    <a:pt x="60825" y="175940"/>
                  </a:lnTo>
                  <a:lnTo>
                    <a:pt x="57783" y="175940"/>
                  </a:lnTo>
                  <a:lnTo>
                    <a:pt x="54742" y="175940"/>
                  </a:lnTo>
                  <a:lnTo>
                    <a:pt x="51701" y="175940"/>
                  </a:lnTo>
                  <a:lnTo>
                    <a:pt x="48660" y="175940"/>
                  </a:lnTo>
                  <a:lnTo>
                    <a:pt x="45618" y="175940"/>
                  </a:lnTo>
                  <a:lnTo>
                    <a:pt x="42577" y="175940"/>
                  </a:lnTo>
                  <a:lnTo>
                    <a:pt x="39536" y="175940"/>
                  </a:lnTo>
                  <a:lnTo>
                    <a:pt x="36495" y="175940"/>
                  </a:lnTo>
                  <a:lnTo>
                    <a:pt x="33453" y="175940"/>
                  </a:lnTo>
                  <a:lnTo>
                    <a:pt x="30412" y="175940"/>
                  </a:lnTo>
                  <a:lnTo>
                    <a:pt x="27371" y="175940"/>
                  </a:lnTo>
                  <a:lnTo>
                    <a:pt x="24330" y="175940"/>
                  </a:lnTo>
                  <a:lnTo>
                    <a:pt x="21288" y="175940"/>
                  </a:lnTo>
                  <a:lnTo>
                    <a:pt x="18247" y="175940"/>
                  </a:lnTo>
                  <a:lnTo>
                    <a:pt x="15206" y="175940"/>
                  </a:lnTo>
                  <a:lnTo>
                    <a:pt x="12165" y="175940"/>
                  </a:lnTo>
                  <a:lnTo>
                    <a:pt x="9123" y="175940"/>
                  </a:lnTo>
                  <a:lnTo>
                    <a:pt x="6082" y="175940"/>
                  </a:lnTo>
                  <a:lnTo>
                    <a:pt x="3041" y="175940"/>
                  </a:lnTo>
                  <a:lnTo>
                    <a:pt x="0" y="175940"/>
                  </a:lnTo>
                  <a:close/>
                </a:path>
              </a:pathLst>
            </a:custGeom>
            <a:solidFill>
              <a:srgbClr val="8B2E1E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562608" y="3234557"/>
              <a:ext cx="5871563" cy="99091"/>
            </a:xfrm>
            <a:custGeom>
              <a:avLst/>
              <a:pathLst>
                <a:path w="5871563" h="99091">
                  <a:moveTo>
                    <a:pt x="0" y="96802"/>
                  </a:moveTo>
                  <a:lnTo>
                    <a:pt x="11743" y="96532"/>
                  </a:lnTo>
                  <a:lnTo>
                    <a:pt x="23486" y="96257"/>
                  </a:lnTo>
                  <a:lnTo>
                    <a:pt x="35229" y="95981"/>
                  </a:lnTo>
                  <a:lnTo>
                    <a:pt x="46972" y="95709"/>
                  </a:lnTo>
                  <a:lnTo>
                    <a:pt x="58715" y="95445"/>
                  </a:lnTo>
                  <a:lnTo>
                    <a:pt x="70458" y="95194"/>
                  </a:lnTo>
                  <a:lnTo>
                    <a:pt x="82201" y="94958"/>
                  </a:lnTo>
                  <a:lnTo>
                    <a:pt x="93945" y="94739"/>
                  </a:lnTo>
                  <a:lnTo>
                    <a:pt x="105688" y="94540"/>
                  </a:lnTo>
                  <a:lnTo>
                    <a:pt x="117431" y="94358"/>
                  </a:lnTo>
                  <a:lnTo>
                    <a:pt x="129174" y="94192"/>
                  </a:lnTo>
                  <a:lnTo>
                    <a:pt x="140917" y="94038"/>
                  </a:lnTo>
                  <a:lnTo>
                    <a:pt x="152660" y="93891"/>
                  </a:lnTo>
                  <a:lnTo>
                    <a:pt x="164403" y="93745"/>
                  </a:lnTo>
                  <a:lnTo>
                    <a:pt x="176146" y="93592"/>
                  </a:lnTo>
                  <a:lnTo>
                    <a:pt x="187890" y="93424"/>
                  </a:lnTo>
                  <a:lnTo>
                    <a:pt x="199633" y="93233"/>
                  </a:lnTo>
                  <a:lnTo>
                    <a:pt x="211376" y="93011"/>
                  </a:lnTo>
                  <a:lnTo>
                    <a:pt x="223119" y="92751"/>
                  </a:lnTo>
                  <a:lnTo>
                    <a:pt x="234862" y="92446"/>
                  </a:lnTo>
                  <a:lnTo>
                    <a:pt x="246605" y="92093"/>
                  </a:lnTo>
                  <a:lnTo>
                    <a:pt x="258348" y="91691"/>
                  </a:lnTo>
                  <a:lnTo>
                    <a:pt x="270091" y="91241"/>
                  </a:lnTo>
                  <a:lnTo>
                    <a:pt x="281835" y="90747"/>
                  </a:lnTo>
                  <a:lnTo>
                    <a:pt x="293578" y="90218"/>
                  </a:lnTo>
                  <a:lnTo>
                    <a:pt x="305321" y="89662"/>
                  </a:lnTo>
                  <a:lnTo>
                    <a:pt x="317064" y="89095"/>
                  </a:lnTo>
                  <a:lnTo>
                    <a:pt x="328807" y="88529"/>
                  </a:lnTo>
                  <a:lnTo>
                    <a:pt x="340550" y="87982"/>
                  </a:lnTo>
                  <a:lnTo>
                    <a:pt x="352293" y="87469"/>
                  </a:lnTo>
                  <a:lnTo>
                    <a:pt x="364036" y="87008"/>
                  </a:lnTo>
                  <a:lnTo>
                    <a:pt x="375780" y="86612"/>
                  </a:lnTo>
                  <a:lnTo>
                    <a:pt x="387523" y="86289"/>
                  </a:lnTo>
                  <a:lnTo>
                    <a:pt x="399266" y="86045"/>
                  </a:lnTo>
                  <a:lnTo>
                    <a:pt x="411009" y="85883"/>
                  </a:lnTo>
                  <a:lnTo>
                    <a:pt x="422752" y="85801"/>
                  </a:lnTo>
                  <a:lnTo>
                    <a:pt x="434495" y="85796"/>
                  </a:lnTo>
                  <a:lnTo>
                    <a:pt x="446238" y="85859"/>
                  </a:lnTo>
                  <a:lnTo>
                    <a:pt x="457981" y="85983"/>
                  </a:lnTo>
                  <a:lnTo>
                    <a:pt x="469725" y="86158"/>
                  </a:lnTo>
                  <a:lnTo>
                    <a:pt x="481468" y="86373"/>
                  </a:lnTo>
                  <a:lnTo>
                    <a:pt x="493211" y="86619"/>
                  </a:lnTo>
                  <a:lnTo>
                    <a:pt x="504954" y="86889"/>
                  </a:lnTo>
                  <a:lnTo>
                    <a:pt x="516697" y="87175"/>
                  </a:lnTo>
                  <a:lnTo>
                    <a:pt x="528440" y="87472"/>
                  </a:lnTo>
                  <a:lnTo>
                    <a:pt x="540183" y="87777"/>
                  </a:lnTo>
                  <a:lnTo>
                    <a:pt x="551926" y="88087"/>
                  </a:lnTo>
                  <a:lnTo>
                    <a:pt x="563670" y="88400"/>
                  </a:lnTo>
                  <a:lnTo>
                    <a:pt x="575413" y="88714"/>
                  </a:lnTo>
                  <a:lnTo>
                    <a:pt x="587156" y="89028"/>
                  </a:lnTo>
                  <a:lnTo>
                    <a:pt x="598899" y="89338"/>
                  </a:lnTo>
                  <a:lnTo>
                    <a:pt x="610642" y="89643"/>
                  </a:lnTo>
                  <a:lnTo>
                    <a:pt x="622385" y="89937"/>
                  </a:lnTo>
                  <a:lnTo>
                    <a:pt x="634128" y="90218"/>
                  </a:lnTo>
                  <a:lnTo>
                    <a:pt x="645871" y="90482"/>
                  </a:lnTo>
                  <a:lnTo>
                    <a:pt x="657615" y="90722"/>
                  </a:lnTo>
                  <a:lnTo>
                    <a:pt x="669358" y="90937"/>
                  </a:lnTo>
                  <a:lnTo>
                    <a:pt x="681101" y="91122"/>
                  </a:lnTo>
                  <a:lnTo>
                    <a:pt x="692844" y="91275"/>
                  </a:lnTo>
                  <a:lnTo>
                    <a:pt x="704587" y="91395"/>
                  </a:lnTo>
                  <a:lnTo>
                    <a:pt x="716330" y="91483"/>
                  </a:lnTo>
                  <a:lnTo>
                    <a:pt x="728073" y="91542"/>
                  </a:lnTo>
                  <a:lnTo>
                    <a:pt x="739816" y="91574"/>
                  </a:lnTo>
                  <a:lnTo>
                    <a:pt x="751560" y="91586"/>
                  </a:lnTo>
                  <a:lnTo>
                    <a:pt x="763303" y="91584"/>
                  </a:lnTo>
                  <a:lnTo>
                    <a:pt x="775046" y="91579"/>
                  </a:lnTo>
                  <a:lnTo>
                    <a:pt x="786789" y="91578"/>
                  </a:lnTo>
                  <a:lnTo>
                    <a:pt x="798532" y="91591"/>
                  </a:lnTo>
                  <a:lnTo>
                    <a:pt x="810275" y="91626"/>
                  </a:lnTo>
                  <a:lnTo>
                    <a:pt x="822018" y="91689"/>
                  </a:lnTo>
                  <a:lnTo>
                    <a:pt x="833762" y="91787"/>
                  </a:lnTo>
                  <a:lnTo>
                    <a:pt x="845505" y="91922"/>
                  </a:lnTo>
                  <a:lnTo>
                    <a:pt x="857248" y="92097"/>
                  </a:lnTo>
                  <a:lnTo>
                    <a:pt x="868991" y="92310"/>
                  </a:lnTo>
                  <a:lnTo>
                    <a:pt x="880734" y="92559"/>
                  </a:lnTo>
                  <a:lnTo>
                    <a:pt x="892477" y="92839"/>
                  </a:lnTo>
                  <a:lnTo>
                    <a:pt x="904220" y="93146"/>
                  </a:lnTo>
                  <a:lnTo>
                    <a:pt x="915963" y="93472"/>
                  </a:lnTo>
                  <a:lnTo>
                    <a:pt x="927707" y="93811"/>
                  </a:lnTo>
                  <a:lnTo>
                    <a:pt x="939450" y="94154"/>
                  </a:lnTo>
                  <a:lnTo>
                    <a:pt x="951193" y="94495"/>
                  </a:lnTo>
                  <a:lnTo>
                    <a:pt x="962936" y="94826"/>
                  </a:lnTo>
                  <a:lnTo>
                    <a:pt x="974679" y="95141"/>
                  </a:lnTo>
                  <a:lnTo>
                    <a:pt x="986422" y="95434"/>
                  </a:lnTo>
                  <a:lnTo>
                    <a:pt x="998165" y="95703"/>
                  </a:lnTo>
                  <a:lnTo>
                    <a:pt x="1009908" y="95942"/>
                  </a:lnTo>
                  <a:lnTo>
                    <a:pt x="1021652" y="96152"/>
                  </a:lnTo>
                  <a:lnTo>
                    <a:pt x="1033395" y="96329"/>
                  </a:lnTo>
                  <a:lnTo>
                    <a:pt x="1045138" y="96475"/>
                  </a:lnTo>
                  <a:lnTo>
                    <a:pt x="1056881" y="96590"/>
                  </a:lnTo>
                  <a:lnTo>
                    <a:pt x="1068624" y="96676"/>
                  </a:lnTo>
                  <a:lnTo>
                    <a:pt x="1080367" y="96736"/>
                  </a:lnTo>
                  <a:lnTo>
                    <a:pt x="1092110" y="96775"/>
                  </a:lnTo>
                  <a:lnTo>
                    <a:pt x="1103853" y="96798"/>
                  </a:lnTo>
                  <a:lnTo>
                    <a:pt x="1115597" y="96809"/>
                  </a:lnTo>
                  <a:lnTo>
                    <a:pt x="1127340" y="96814"/>
                  </a:lnTo>
                  <a:lnTo>
                    <a:pt x="1139083" y="96820"/>
                  </a:lnTo>
                  <a:lnTo>
                    <a:pt x="1150826" y="96832"/>
                  </a:lnTo>
                  <a:lnTo>
                    <a:pt x="1162569" y="96856"/>
                  </a:lnTo>
                  <a:lnTo>
                    <a:pt x="1174312" y="96895"/>
                  </a:lnTo>
                  <a:lnTo>
                    <a:pt x="1186055" y="96953"/>
                  </a:lnTo>
                  <a:lnTo>
                    <a:pt x="1197798" y="97030"/>
                  </a:lnTo>
                  <a:lnTo>
                    <a:pt x="1209542" y="97127"/>
                  </a:lnTo>
                  <a:lnTo>
                    <a:pt x="1221285" y="97242"/>
                  </a:lnTo>
                  <a:lnTo>
                    <a:pt x="1233028" y="97374"/>
                  </a:lnTo>
                  <a:lnTo>
                    <a:pt x="1244771" y="97518"/>
                  </a:lnTo>
                  <a:lnTo>
                    <a:pt x="1256514" y="97671"/>
                  </a:lnTo>
                  <a:lnTo>
                    <a:pt x="1268257" y="97828"/>
                  </a:lnTo>
                  <a:lnTo>
                    <a:pt x="1280000" y="97984"/>
                  </a:lnTo>
                  <a:lnTo>
                    <a:pt x="1291743" y="98137"/>
                  </a:lnTo>
                  <a:lnTo>
                    <a:pt x="1303487" y="98281"/>
                  </a:lnTo>
                  <a:lnTo>
                    <a:pt x="1315230" y="98415"/>
                  </a:lnTo>
                  <a:lnTo>
                    <a:pt x="1326973" y="98536"/>
                  </a:lnTo>
                  <a:lnTo>
                    <a:pt x="1338716" y="98643"/>
                  </a:lnTo>
                  <a:lnTo>
                    <a:pt x="1350459" y="98736"/>
                  </a:lnTo>
                  <a:lnTo>
                    <a:pt x="1362202" y="98813"/>
                  </a:lnTo>
                  <a:lnTo>
                    <a:pt x="1373945" y="98877"/>
                  </a:lnTo>
                  <a:lnTo>
                    <a:pt x="1385688" y="98929"/>
                  </a:lnTo>
                  <a:lnTo>
                    <a:pt x="1397432" y="98970"/>
                  </a:lnTo>
                  <a:lnTo>
                    <a:pt x="1409175" y="99003"/>
                  </a:lnTo>
                  <a:lnTo>
                    <a:pt x="1420918" y="99027"/>
                  </a:lnTo>
                  <a:lnTo>
                    <a:pt x="1432661" y="99046"/>
                  </a:lnTo>
                  <a:lnTo>
                    <a:pt x="1444404" y="99060"/>
                  </a:lnTo>
                  <a:lnTo>
                    <a:pt x="1456147" y="99070"/>
                  </a:lnTo>
                  <a:lnTo>
                    <a:pt x="1467890" y="99077"/>
                  </a:lnTo>
                  <a:lnTo>
                    <a:pt x="1479633" y="99082"/>
                  </a:lnTo>
                  <a:lnTo>
                    <a:pt x="1491377" y="99085"/>
                  </a:lnTo>
                  <a:lnTo>
                    <a:pt x="1503120" y="99087"/>
                  </a:lnTo>
                  <a:lnTo>
                    <a:pt x="1514863" y="99089"/>
                  </a:lnTo>
                  <a:lnTo>
                    <a:pt x="1526606" y="99090"/>
                  </a:lnTo>
                  <a:lnTo>
                    <a:pt x="1538349" y="99090"/>
                  </a:lnTo>
                  <a:lnTo>
                    <a:pt x="1550092" y="99091"/>
                  </a:lnTo>
                  <a:lnTo>
                    <a:pt x="1561835" y="99091"/>
                  </a:lnTo>
                  <a:lnTo>
                    <a:pt x="1573578" y="99091"/>
                  </a:lnTo>
                  <a:lnTo>
                    <a:pt x="1585322" y="99091"/>
                  </a:lnTo>
                  <a:lnTo>
                    <a:pt x="1597065" y="99090"/>
                  </a:lnTo>
                  <a:lnTo>
                    <a:pt x="1608808" y="99090"/>
                  </a:lnTo>
                  <a:lnTo>
                    <a:pt x="1620551" y="99089"/>
                  </a:lnTo>
                  <a:lnTo>
                    <a:pt x="1632294" y="99087"/>
                  </a:lnTo>
                  <a:lnTo>
                    <a:pt x="1644037" y="99085"/>
                  </a:lnTo>
                  <a:lnTo>
                    <a:pt x="1655780" y="99082"/>
                  </a:lnTo>
                  <a:lnTo>
                    <a:pt x="1667524" y="99078"/>
                  </a:lnTo>
                  <a:lnTo>
                    <a:pt x="1679267" y="99072"/>
                  </a:lnTo>
                  <a:lnTo>
                    <a:pt x="1691010" y="99064"/>
                  </a:lnTo>
                  <a:lnTo>
                    <a:pt x="1702753" y="99055"/>
                  </a:lnTo>
                  <a:lnTo>
                    <a:pt x="1714496" y="99042"/>
                  </a:lnTo>
                  <a:lnTo>
                    <a:pt x="1726239" y="99027"/>
                  </a:lnTo>
                  <a:lnTo>
                    <a:pt x="1737982" y="99008"/>
                  </a:lnTo>
                  <a:lnTo>
                    <a:pt x="1749725" y="98986"/>
                  </a:lnTo>
                  <a:lnTo>
                    <a:pt x="1761469" y="98961"/>
                  </a:lnTo>
                  <a:lnTo>
                    <a:pt x="1773212" y="98932"/>
                  </a:lnTo>
                  <a:lnTo>
                    <a:pt x="1784955" y="98901"/>
                  </a:lnTo>
                  <a:lnTo>
                    <a:pt x="1796698" y="98868"/>
                  </a:lnTo>
                  <a:lnTo>
                    <a:pt x="1808441" y="98834"/>
                  </a:lnTo>
                  <a:lnTo>
                    <a:pt x="1820184" y="98800"/>
                  </a:lnTo>
                  <a:lnTo>
                    <a:pt x="1831927" y="98769"/>
                  </a:lnTo>
                  <a:lnTo>
                    <a:pt x="1843670" y="98741"/>
                  </a:lnTo>
                  <a:lnTo>
                    <a:pt x="1855414" y="98717"/>
                  </a:lnTo>
                  <a:lnTo>
                    <a:pt x="1867157" y="98699"/>
                  </a:lnTo>
                  <a:lnTo>
                    <a:pt x="1878900" y="98688"/>
                  </a:lnTo>
                  <a:lnTo>
                    <a:pt x="1890643" y="98685"/>
                  </a:lnTo>
                  <a:lnTo>
                    <a:pt x="1902386" y="98688"/>
                  </a:lnTo>
                  <a:lnTo>
                    <a:pt x="1914129" y="98699"/>
                  </a:lnTo>
                  <a:lnTo>
                    <a:pt x="1925872" y="98717"/>
                  </a:lnTo>
                  <a:lnTo>
                    <a:pt x="1937615" y="98740"/>
                  </a:lnTo>
                  <a:lnTo>
                    <a:pt x="1949359" y="98768"/>
                  </a:lnTo>
                  <a:lnTo>
                    <a:pt x="1961102" y="98798"/>
                  </a:lnTo>
                  <a:lnTo>
                    <a:pt x="1972845" y="98829"/>
                  </a:lnTo>
                  <a:lnTo>
                    <a:pt x="1984588" y="98860"/>
                  </a:lnTo>
                  <a:lnTo>
                    <a:pt x="1996331" y="98889"/>
                  </a:lnTo>
                  <a:lnTo>
                    <a:pt x="2008074" y="98915"/>
                  </a:lnTo>
                  <a:lnTo>
                    <a:pt x="2019817" y="98936"/>
                  </a:lnTo>
                  <a:lnTo>
                    <a:pt x="2031560" y="98952"/>
                  </a:lnTo>
                  <a:lnTo>
                    <a:pt x="2043304" y="98962"/>
                  </a:lnTo>
                  <a:lnTo>
                    <a:pt x="2055047" y="98966"/>
                  </a:lnTo>
                  <a:lnTo>
                    <a:pt x="2066790" y="98963"/>
                  </a:lnTo>
                  <a:lnTo>
                    <a:pt x="2078533" y="98955"/>
                  </a:lnTo>
                  <a:lnTo>
                    <a:pt x="2090276" y="98940"/>
                  </a:lnTo>
                  <a:lnTo>
                    <a:pt x="2102019" y="98920"/>
                  </a:lnTo>
                  <a:lnTo>
                    <a:pt x="2113762" y="98895"/>
                  </a:lnTo>
                  <a:lnTo>
                    <a:pt x="2125505" y="98867"/>
                  </a:lnTo>
                  <a:lnTo>
                    <a:pt x="2137249" y="98836"/>
                  </a:lnTo>
                  <a:lnTo>
                    <a:pt x="2148992" y="98804"/>
                  </a:lnTo>
                  <a:lnTo>
                    <a:pt x="2160735" y="98773"/>
                  </a:lnTo>
                  <a:lnTo>
                    <a:pt x="2172478" y="98744"/>
                  </a:lnTo>
                  <a:lnTo>
                    <a:pt x="2184221" y="98719"/>
                  </a:lnTo>
                  <a:lnTo>
                    <a:pt x="2195964" y="98698"/>
                  </a:lnTo>
                  <a:lnTo>
                    <a:pt x="2207707" y="98684"/>
                  </a:lnTo>
                  <a:lnTo>
                    <a:pt x="2219450" y="98675"/>
                  </a:lnTo>
                  <a:lnTo>
                    <a:pt x="2231194" y="98673"/>
                  </a:lnTo>
                  <a:lnTo>
                    <a:pt x="2242937" y="98676"/>
                  </a:lnTo>
                  <a:lnTo>
                    <a:pt x="2254680" y="98683"/>
                  </a:lnTo>
                  <a:lnTo>
                    <a:pt x="2266423" y="98692"/>
                  </a:lnTo>
                  <a:lnTo>
                    <a:pt x="2278166" y="98702"/>
                  </a:lnTo>
                  <a:lnTo>
                    <a:pt x="2289909" y="98711"/>
                  </a:lnTo>
                  <a:lnTo>
                    <a:pt x="2301652" y="98714"/>
                  </a:lnTo>
                  <a:lnTo>
                    <a:pt x="2313395" y="98711"/>
                  </a:lnTo>
                  <a:lnTo>
                    <a:pt x="2325139" y="98698"/>
                  </a:lnTo>
                  <a:lnTo>
                    <a:pt x="2336882" y="98672"/>
                  </a:lnTo>
                  <a:lnTo>
                    <a:pt x="2348625" y="98633"/>
                  </a:lnTo>
                  <a:lnTo>
                    <a:pt x="2360368" y="98578"/>
                  </a:lnTo>
                  <a:lnTo>
                    <a:pt x="2372111" y="98505"/>
                  </a:lnTo>
                  <a:lnTo>
                    <a:pt x="2383854" y="98414"/>
                  </a:lnTo>
                  <a:lnTo>
                    <a:pt x="2395597" y="98306"/>
                  </a:lnTo>
                  <a:lnTo>
                    <a:pt x="2407340" y="98182"/>
                  </a:lnTo>
                  <a:lnTo>
                    <a:pt x="2419084" y="98042"/>
                  </a:lnTo>
                  <a:lnTo>
                    <a:pt x="2430827" y="97889"/>
                  </a:lnTo>
                  <a:lnTo>
                    <a:pt x="2442570" y="97724"/>
                  </a:lnTo>
                  <a:lnTo>
                    <a:pt x="2454313" y="97550"/>
                  </a:lnTo>
                  <a:lnTo>
                    <a:pt x="2466056" y="97370"/>
                  </a:lnTo>
                  <a:lnTo>
                    <a:pt x="2477799" y="97185"/>
                  </a:lnTo>
                  <a:lnTo>
                    <a:pt x="2489542" y="96998"/>
                  </a:lnTo>
                  <a:lnTo>
                    <a:pt x="2501286" y="96811"/>
                  </a:lnTo>
                  <a:lnTo>
                    <a:pt x="2513029" y="96625"/>
                  </a:lnTo>
                  <a:lnTo>
                    <a:pt x="2524772" y="96441"/>
                  </a:lnTo>
                  <a:lnTo>
                    <a:pt x="2536515" y="96258"/>
                  </a:lnTo>
                  <a:lnTo>
                    <a:pt x="2548258" y="96075"/>
                  </a:lnTo>
                  <a:lnTo>
                    <a:pt x="2560001" y="95891"/>
                  </a:lnTo>
                  <a:lnTo>
                    <a:pt x="2571744" y="95704"/>
                  </a:lnTo>
                  <a:lnTo>
                    <a:pt x="2583487" y="95510"/>
                  </a:lnTo>
                  <a:lnTo>
                    <a:pt x="2595231" y="95307"/>
                  </a:lnTo>
                  <a:lnTo>
                    <a:pt x="2606974" y="95091"/>
                  </a:lnTo>
                  <a:lnTo>
                    <a:pt x="2618717" y="94861"/>
                  </a:lnTo>
                  <a:lnTo>
                    <a:pt x="2630460" y="94613"/>
                  </a:lnTo>
                  <a:lnTo>
                    <a:pt x="2642203" y="94346"/>
                  </a:lnTo>
                  <a:lnTo>
                    <a:pt x="2653946" y="94057"/>
                  </a:lnTo>
                  <a:lnTo>
                    <a:pt x="2665689" y="93747"/>
                  </a:lnTo>
                  <a:lnTo>
                    <a:pt x="2677432" y="93416"/>
                  </a:lnTo>
                  <a:lnTo>
                    <a:pt x="2689176" y="93064"/>
                  </a:lnTo>
                  <a:lnTo>
                    <a:pt x="2700919" y="92694"/>
                  </a:lnTo>
                  <a:lnTo>
                    <a:pt x="2712662" y="92309"/>
                  </a:lnTo>
                  <a:lnTo>
                    <a:pt x="2724405" y="91914"/>
                  </a:lnTo>
                  <a:lnTo>
                    <a:pt x="2736148" y="91513"/>
                  </a:lnTo>
                  <a:lnTo>
                    <a:pt x="2747891" y="91114"/>
                  </a:lnTo>
                  <a:lnTo>
                    <a:pt x="2759634" y="90723"/>
                  </a:lnTo>
                  <a:lnTo>
                    <a:pt x="2771377" y="90348"/>
                  </a:lnTo>
                  <a:lnTo>
                    <a:pt x="2783121" y="89995"/>
                  </a:lnTo>
                  <a:lnTo>
                    <a:pt x="2794864" y="89669"/>
                  </a:lnTo>
                  <a:lnTo>
                    <a:pt x="2806607" y="89373"/>
                  </a:lnTo>
                  <a:lnTo>
                    <a:pt x="2818350" y="89111"/>
                  </a:lnTo>
                  <a:lnTo>
                    <a:pt x="2830093" y="88879"/>
                  </a:lnTo>
                  <a:lnTo>
                    <a:pt x="2841836" y="88677"/>
                  </a:lnTo>
                  <a:lnTo>
                    <a:pt x="2853579" y="88499"/>
                  </a:lnTo>
                  <a:lnTo>
                    <a:pt x="2865322" y="88338"/>
                  </a:lnTo>
                  <a:lnTo>
                    <a:pt x="2877066" y="88185"/>
                  </a:lnTo>
                  <a:lnTo>
                    <a:pt x="2888809" y="88033"/>
                  </a:lnTo>
                  <a:lnTo>
                    <a:pt x="2900552" y="87872"/>
                  </a:lnTo>
                  <a:lnTo>
                    <a:pt x="2912295" y="87695"/>
                  </a:lnTo>
                  <a:lnTo>
                    <a:pt x="2924038" y="87494"/>
                  </a:lnTo>
                  <a:lnTo>
                    <a:pt x="2935781" y="87265"/>
                  </a:lnTo>
                  <a:lnTo>
                    <a:pt x="2947524" y="87005"/>
                  </a:lnTo>
                  <a:lnTo>
                    <a:pt x="2959267" y="86715"/>
                  </a:lnTo>
                  <a:lnTo>
                    <a:pt x="2971011" y="86394"/>
                  </a:lnTo>
                  <a:lnTo>
                    <a:pt x="2982754" y="86050"/>
                  </a:lnTo>
                  <a:lnTo>
                    <a:pt x="2994497" y="85688"/>
                  </a:lnTo>
                  <a:lnTo>
                    <a:pt x="3006240" y="85317"/>
                  </a:lnTo>
                  <a:lnTo>
                    <a:pt x="3017983" y="84945"/>
                  </a:lnTo>
                  <a:lnTo>
                    <a:pt x="3029726" y="84581"/>
                  </a:lnTo>
                  <a:lnTo>
                    <a:pt x="3041469" y="84235"/>
                  </a:lnTo>
                  <a:lnTo>
                    <a:pt x="3053212" y="83912"/>
                  </a:lnTo>
                  <a:lnTo>
                    <a:pt x="3064956" y="83622"/>
                  </a:lnTo>
                  <a:lnTo>
                    <a:pt x="3076699" y="83369"/>
                  </a:lnTo>
                  <a:lnTo>
                    <a:pt x="3088442" y="83157"/>
                  </a:lnTo>
                  <a:lnTo>
                    <a:pt x="3100185" y="82990"/>
                  </a:lnTo>
                  <a:lnTo>
                    <a:pt x="3111928" y="82868"/>
                  </a:lnTo>
                  <a:lnTo>
                    <a:pt x="3123671" y="82792"/>
                  </a:lnTo>
                  <a:lnTo>
                    <a:pt x="3135414" y="82760"/>
                  </a:lnTo>
                  <a:lnTo>
                    <a:pt x="3147157" y="82768"/>
                  </a:lnTo>
                  <a:lnTo>
                    <a:pt x="3158901" y="82815"/>
                  </a:lnTo>
                  <a:lnTo>
                    <a:pt x="3170644" y="82898"/>
                  </a:lnTo>
                  <a:lnTo>
                    <a:pt x="3182387" y="83013"/>
                  </a:lnTo>
                  <a:lnTo>
                    <a:pt x="3194130" y="83156"/>
                  </a:lnTo>
                  <a:lnTo>
                    <a:pt x="3205873" y="83326"/>
                  </a:lnTo>
                  <a:lnTo>
                    <a:pt x="3217616" y="83520"/>
                  </a:lnTo>
                  <a:lnTo>
                    <a:pt x="3229359" y="83738"/>
                  </a:lnTo>
                  <a:lnTo>
                    <a:pt x="3241103" y="83977"/>
                  </a:lnTo>
                  <a:lnTo>
                    <a:pt x="3252846" y="84234"/>
                  </a:lnTo>
                  <a:lnTo>
                    <a:pt x="3264589" y="84508"/>
                  </a:lnTo>
                  <a:lnTo>
                    <a:pt x="3276332" y="84792"/>
                  </a:lnTo>
                  <a:lnTo>
                    <a:pt x="3288075" y="85080"/>
                  </a:lnTo>
                  <a:lnTo>
                    <a:pt x="3299818" y="85367"/>
                  </a:lnTo>
                  <a:lnTo>
                    <a:pt x="3311561" y="85644"/>
                  </a:lnTo>
                  <a:lnTo>
                    <a:pt x="3323304" y="85902"/>
                  </a:lnTo>
                  <a:lnTo>
                    <a:pt x="3335048" y="86132"/>
                  </a:lnTo>
                  <a:lnTo>
                    <a:pt x="3346791" y="86326"/>
                  </a:lnTo>
                  <a:lnTo>
                    <a:pt x="3358534" y="86477"/>
                  </a:lnTo>
                  <a:lnTo>
                    <a:pt x="3370277" y="86575"/>
                  </a:lnTo>
                  <a:lnTo>
                    <a:pt x="3382020" y="86619"/>
                  </a:lnTo>
                  <a:lnTo>
                    <a:pt x="3393763" y="86605"/>
                  </a:lnTo>
                  <a:lnTo>
                    <a:pt x="3405506" y="86532"/>
                  </a:lnTo>
                  <a:lnTo>
                    <a:pt x="3417249" y="86398"/>
                  </a:lnTo>
                  <a:lnTo>
                    <a:pt x="3428993" y="86202"/>
                  </a:lnTo>
                  <a:lnTo>
                    <a:pt x="3440736" y="85946"/>
                  </a:lnTo>
                  <a:lnTo>
                    <a:pt x="3452479" y="85627"/>
                  </a:lnTo>
                  <a:lnTo>
                    <a:pt x="3464222" y="85247"/>
                  </a:lnTo>
                  <a:lnTo>
                    <a:pt x="3475965" y="84803"/>
                  </a:lnTo>
                  <a:lnTo>
                    <a:pt x="3487708" y="84295"/>
                  </a:lnTo>
                  <a:lnTo>
                    <a:pt x="3499451" y="83722"/>
                  </a:lnTo>
                  <a:lnTo>
                    <a:pt x="3511194" y="83083"/>
                  </a:lnTo>
                  <a:lnTo>
                    <a:pt x="3522938" y="82378"/>
                  </a:lnTo>
                  <a:lnTo>
                    <a:pt x="3534681" y="81607"/>
                  </a:lnTo>
                  <a:lnTo>
                    <a:pt x="3546424" y="80770"/>
                  </a:lnTo>
                  <a:lnTo>
                    <a:pt x="3558167" y="79868"/>
                  </a:lnTo>
                  <a:lnTo>
                    <a:pt x="3569910" y="78895"/>
                  </a:lnTo>
                  <a:lnTo>
                    <a:pt x="3581653" y="77853"/>
                  </a:lnTo>
                  <a:lnTo>
                    <a:pt x="3593396" y="76738"/>
                  </a:lnTo>
                  <a:lnTo>
                    <a:pt x="3605139" y="75545"/>
                  </a:lnTo>
                  <a:lnTo>
                    <a:pt x="3616883" y="74267"/>
                  </a:lnTo>
                  <a:lnTo>
                    <a:pt x="3628626" y="72892"/>
                  </a:lnTo>
                  <a:lnTo>
                    <a:pt x="3640369" y="71410"/>
                  </a:lnTo>
                  <a:lnTo>
                    <a:pt x="3652112" y="69807"/>
                  </a:lnTo>
                  <a:lnTo>
                    <a:pt x="3663855" y="68072"/>
                  </a:lnTo>
                  <a:lnTo>
                    <a:pt x="3675598" y="66192"/>
                  </a:lnTo>
                  <a:lnTo>
                    <a:pt x="3687341" y="64159"/>
                  </a:lnTo>
                  <a:lnTo>
                    <a:pt x="3699084" y="61967"/>
                  </a:lnTo>
                  <a:lnTo>
                    <a:pt x="3710828" y="59617"/>
                  </a:lnTo>
                  <a:lnTo>
                    <a:pt x="3722571" y="57113"/>
                  </a:lnTo>
                  <a:lnTo>
                    <a:pt x="3734314" y="54466"/>
                  </a:lnTo>
                  <a:lnTo>
                    <a:pt x="3746057" y="51693"/>
                  </a:lnTo>
                  <a:lnTo>
                    <a:pt x="3757800" y="48816"/>
                  </a:lnTo>
                  <a:lnTo>
                    <a:pt x="3769543" y="45859"/>
                  </a:lnTo>
                  <a:lnTo>
                    <a:pt x="3781286" y="42854"/>
                  </a:lnTo>
                  <a:lnTo>
                    <a:pt x="3793029" y="39835"/>
                  </a:lnTo>
                  <a:lnTo>
                    <a:pt x="3804773" y="36829"/>
                  </a:lnTo>
                  <a:lnTo>
                    <a:pt x="3816516" y="33864"/>
                  </a:lnTo>
                  <a:lnTo>
                    <a:pt x="3828259" y="30963"/>
                  </a:lnTo>
                  <a:lnTo>
                    <a:pt x="3840002" y="28147"/>
                  </a:lnTo>
                  <a:lnTo>
                    <a:pt x="3851745" y="25430"/>
                  </a:lnTo>
                  <a:lnTo>
                    <a:pt x="3863488" y="22820"/>
                  </a:lnTo>
                  <a:lnTo>
                    <a:pt x="3875231" y="20326"/>
                  </a:lnTo>
                  <a:lnTo>
                    <a:pt x="3886974" y="17951"/>
                  </a:lnTo>
                  <a:lnTo>
                    <a:pt x="3898718" y="15697"/>
                  </a:lnTo>
                  <a:lnTo>
                    <a:pt x="3910461" y="13569"/>
                  </a:lnTo>
                  <a:lnTo>
                    <a:pt x="3922204" y="11570"/>
                  </a:lnTo>
                  <a:lnTo>
                    <a:pt x="3933947" y="9703"/>
                  </a:lnTo>
                  <a:lnTo>
                    <a:pt x="3945690" y="7975"/>
                  </a:lnTo>
                  <a:lnTo>
                    <a:pt x="3957433" y="6394"/>
                  </a:lnTo>
                  <a:lnTo>
                    <a:pt x="3969176" y="4973"/>
                  </a:lnTo>
                  <a:lnTo>
                    <a:pt x="3980919" y="3720"/>
                  </a:lnTo>
                  <a:lnTo>
                    <a:pt x="3992663" y="2639"/>
                  </a:lnTo>
                  <a:lnTo>
                    <a:pt x="4004406" y="1737"/>
                  </a:lnTo>
                  <a:lnTo>
                    <a:pt x="4016149" y="1020"/>
                  </a:lnTo>
                  <a:lnTo>
                    <a:pt x="4027892" y="490"/>
                  </a:lnTo>
                  <a:lnTo>
                    <a:pt x="4039635" y="150"/>
                  </a:lnTo>
                  <a:lnTo>
                    <a:pt x="4051378" y="0"/>
                  </a:lnTo>
                  <a:lnTo>
                    <a:pt x="4063121" y="35"/>
                  </a:lnTo>
                  <a:lnTo>
                    <a:pt x="4074865" y="251"/>
                  </a:lnTo>
                  <a:lnTo>
                    <a:pt x="4086608" y="642"/>
                  </a:lnTo>
                  <a:lnTo>
                    <a:pt x="4098351" y="1197"/>
                  </a:lnTo>
                  <a:lnTo>
                    <a:pt x="4110094" y="1904"/>
                  </a:lnTo>
                  <a:lnTo>
                    <a:pt x="4121837" y="2749"/>
                  </a:lnTo>
                  <a:lnTo>
                    <a:pt x="4133580" y="3716"/>
                  </a:lnTo>
                  <a:lnTo>
                    <a:pt x="4145323" y="4788"/>
                  </a:lnTo>
                  <a:lnTo>
                    <a:pt x="4157066" y="5947"/>
                  </a:lnTo>
                  <a:lnTo>
                    <a:pt x="4168810" y="7177"/>
                  </a:lnTo>
                  <a:lnTo>
                    <a:pt x="4180553" y="8460"/>
                  </a:lnTo>
                  <a:lnTo>
                    <a:pt x="4192296" y="9780"/>
                  </a:lnTo>
                  <a:lnTo>
                    <a:pt x="4204039" y="11124"/>
                  </a:lnTo>
                  <a:lnTo>
                    <a:pt x="4215782" y="12486"/>
                  </a:lnTo>
                  <a:lnTo>
                    <a:pt x="4227525" y="13860"/>
                  </a:lnTo>
                  <a:lnTo>
                    <a:pt x="4239268" y="15246"/>
                  </a:lnTo>
                  <a:lnTo>
                    <a:pt x="4251011" y="16644"/>
                  </a:lnTo>
                  <a:lnTo>
                    <a:pt x="4262755" y="18059"/>
                  </a:lnTo>
                  <a:lnTo>
                    <a:pt x="4274498" y="19496"/>
                  </a:lnTo>
                  <a:lnTo>
                    <a:pt x="4286241" y="20962"/>
                  </a:lnTo>
                  <a:lnTo>
                    <a:pt x="4297984" y="22464"/>
                  </a:lnTo>
                  <a:lnTo>
                    <a:pt x="4309727" y="24011"/>
                  </a:lnTo>
                  <a:lnTo>
                    <a:pt x="4321470" y="25610"/>
                  </a:lnTo>
                  <a:lnTo>
                    <a:pt x="4333213" y="27270"/>
                  </a:lnTo>
                  <a:lnTo>
                    <a:pt x="4344956" y="28997"/>
                  </a:lnTo>
                  <a:lnTo>
                    <a:pt x="4356700" y="30798"/>
                  </a:lnTo>
                  <a:lnTo>
                    <a:pt x="4368443" y="32680"/>
                  </a:lnTo>
                  <a:lnTo>
                    <a:pt x="4380186" y="34647"/>
                  </a:lnTo>
                  <a:lnTo>
                    <a:pt x="4391929" y="36695"/>
                  </a:lnTo>
                  <a:lnTo>
                    <a:pt x="4403672" y="38818"/>
                  </a:lnTo>
                  <a:lnTo>
                    <a:pt x="4415415" y="41008"/>
                  </a:lnTo>
                  <a:lnTo>
                    <a:pt x="4427158" y="43251"/>
                  </a:lnTo>
                  <a:lnTo>
                    <a:pt x="4438901" y="45530"/>
                  </a:lnTo>
                  <a:lnTo>
                    <a:pt x="4450645" y="47824"/>
                  </a:lnTo>
                  <a:lnTo>
                    <a:pt x="4462388" y="50108"/>
                  </a:lnTo>
                  <a:lnTo>
                    <a:pt x="4474131" y="52357"/>
                  </a:lnTo>
                  <a:lnTo>
                    <a:pt x="4485874" y="54548"/>
                  </a:lnTo>
                  <a:lnTo>
                    <a:pt x="4497617" y="56657"/>
                  </a:lnTo>
                  <a:lnTo>
                    <a:pt x="4509360" y="58665"/>
                  </a:lnTo>
                  <a:lnTo>
                    <a:pt x="4521103" y="60558"/>
                  </a:lnTo>
                  <a:lnTo>
                    <a:pt x="4532846" y="62326"/>
                  </a:lnTo>
                  <a:lnTo>
                    <a:pt x="4544590" y="63965"/>
                  </a:lnTo>
                  <a:lnTo>
                    <a:pt x="4556333" y="65480"/>
                  </a:lnTo>
                  <a:lnTo>
                    <a:pt x="4568076" y="66874"/>
                  </a:lnTo>
                  <a:lnTo>
                    <a:pt x="4579819" y="68159"/>
                  </a:lnTo>
                  <a:lnTo>
                    <a:pt x="4591562" y="69357"/>
                  </a:lnTo>
                  <a:lnTo>
                    <a:pt x="4603305" y="70482"/>
                  </a:lnTo>
                  <a:lnTo>
                    <a:pt x="4615048" y="71550"/>
                  </a:lnTo>
                  <a:lnTo>
                    <a:pt x="4626791" y="72575"/>
                  </a:lnTo>
                  <a:lnTo>
                    <a:pt x="4638535" y="73568"/>
                  </a:lnTo>
                  <a:lnTo>
                    <a:pt x="4650278" y="74535"/>
                  </a:lnTo>
                  <a:lnTo>
                    <a:pt x="4662021" y="75479"/>
                  </a:lnTo>
                  <a:lnTo>
                    <a:pt x="4673764" y="76396"/>
                  </a:lnTo>
                  <a:lnTo>
                    <a:pt x="4685507" y="77281"/>
                  </a:lnTo>
                  <a:lnTo>
                    <a:pt x="4697250" y="78125"/>
                  </a:lnTo>
                  <a:lnTo>
                    <a:pt x="4708993" y="78917"/>
                  </a:lnTo>
                  <a:lnTo>
                    <a:pt x="4720736" y="79646"/>
                  </a:lnTo>
                  <a:lnTo>
                    <a:pt x="4732480" y="80299"/>
                  </a:lnTo>
                  <a:lnTo>
                    <a:pt x="4744223" y="80869"/>
                  </a:lnTo>
                  <a:lnTo>
                    <a:pt x="4755966" y="81346"/>
                  </a:lnTo>
                  <a:lnTo>
                    <a:pt x="4767709" y="81724"/>
                  </a:lnTo>
                  <a:lnTo>
                    <a:pt x="4779452" y="82000"/>
                  </a:lnTo>
                  <a:lnTo>
                    <a:pt x="4791195" y="82180"/>
                  </a:lnTo>
                  <a:lnTo>
                    <a:pt x="4802938" y="82270"/>
                  </a:lnTo>
                  <a:lnTo>
                    <a:pt x="4814681" y="82277"/>
                  </a:lnTo>
                  <a:lnTo>
                    <a:pt x="4826425" y="82211"/>
                  </a:lnTo>
                  <a:lnTo>
                    <a:pt x="4838168" y="82082"/>
                  </a:lnTo>
                  <a:lnTo>
                    <a:pt x="4849911" y="81901"/>
                  </a:lnTo>
                  <a:lnTo>
                    <a:pt x="4861654" y="81680"/>
                  </a:lnTo>
                  <a:lnTo>
                    <a:pt x="4873397" y="81432"/>
                  </a:lnTo>
                  <a:lnTo>
                    <a:pt x="4885140" y="81166"/>
                  </a:lnTo>
                  <a:lnTo>
                    <a:pt x="4896883" y="80896"/>
                  </a:lnTo>
                  <a:lnTo>
                    <a:pt x="4908627" y="80631"/>
                  </a:lnTo>
                  <a:lnTo>
                    <a:pt x="4920370" y="80382"/>
                  </a:lnTo>
                  <a:lnTo>
                    <a:pt x="4932113" y="80159"/>
                  </a:lnTo>
                  <a:lnTo>
                    <a:pt x="4943856" y="79969"/>
                  </a:lnTo>
                  <a:lnTo>
                    <a:pt x="4955599" y="79822"/>
                  </a:lnTo>
                  <a:lnTo>
                    <a:pt x="4967342" y="79722"/>
                  </a:lnTo>
                  <a:lnTo>
                    <a:pt x="4979085" y="79677"/>
                  </a:lnTo>
                  <a:lnTo>
                    <a:pt x="4990828" y="79686"/>
                  </a:lnTo>
                  <a:lnTo>
                    <a:pt x="5002572" y="79747"/>
                  </a:lnTo>
                  <a:lnTo>
                    <a:pt x="5014315" y="79857"/>
                  </a:lnTo>
                  <a:lnTo>
                    <a:pt x="5026058" y="80013"/>
                  </a:lnTo>
                  <a:lnTo>
                    <a:pt x="5037801" y="80206"/>
                  </a:lnTo>
                  <a:lnTo>
                    <a:pt x="5049544" y="80430"/>
                  </a:lnTo>
                  <a:lnTo>
                    <a:pt x="5061287" y="80676"/>
                  </a:lnTo>
                  <a:lnTo>
                    <a:pt x="5073030" y="80936"/>
                  </a:lnTo>
                  <a:lnTo>
                    <a:pt x="5084773" y="81204"/>
                  </a:lnTo>
                  <a:lnTo>
                    <a:pt x="5096517" y="81474"/>
                  </a:lnTo>
                  <a:lnTo>
                    <a:pt x="5108260" y="81741"/>
                  </a:lnTo>
                  <a:lnTo>
                    <a:pt x="5120003" y="82005"/>
                  </a:lnTo>
                  <a:lnTo>
                    <a:pt x="5131746" y="82264"/>
                  </a:lnTo>
                  <a:lnTo>
                    <a:pt x="5143489" y="82521"/>
                  </a:lnTo>
                  <a:lnTo>
                    <a:pt x="5155232" y="82777"/>
                  </a:lnTo>
                  <a:lnTo>
                    <a:pt x="5166975" y="83036"/>
                  </a:lnTo>
                  <a:lnTo>
                    <a:pt x="5178718" y="83302"/>
                  </a:lnTo>
                  <a:lnTo>
                    <a:pt x="5190462" y="83577"/>
                  </a:lnTo>
                  <a:lnTo>
                    <a:pt x="5202205" y="83864"/>
                  </a:lnTo>
                  <a:lnTo>
                    <a:pt x="5213948" y="84165"/>
                  </a:lnTo>
                  <a:lnTo>
                    <a:pt x="5225691" y="84478"/>
                  </a:lnTo>
                  <a:lnTo>
                    <a:pt x="5237434" y="84805"/>
                  </a:lnTo>
                  <a:lnTo>
                    <a:pt x="5249177" y="85142"/>
                  </a:lnTo>
                  <a:lnTo>
                    <a:pt x="5260920" y="85489"/>
                  </a:lnTo>
                  <a:lnTo>
                    <a:pt x="5272663" y="85842"/>
                  </a:lnTo>
                  <a:lnTo>
                    <a:pt x="5284407" y="86200"/>
                  </a:lnTo>
                  <a:lnTo>
                    <a:pt x="5296150" y="86560"/>
                  </a:lnTo>
                  <a:lnTo>
                    <a:pt x="5307893" y="86919"/>
                  </a:lnTo>
                  <a:lnTo>
                    <a:pt x="5319636" y="87278"/>
                  </a:lnTo>
                  <a:lnTo>
                    <a:pt x="5331379" y="87634"/>
                  </a:lnTo>
                  <a:lnTo>
                    <a:pt x="5343122" y="87987"/>
                  </a:lnTo>
                  <a:lnTo>
                    <a:pt x="5354865" y="88336"/>
                  </a:lnTo>
                  <a:lnTo>
                    <a:pt x="5366608" y="88683"/>
                  </a:lnTo>
                  <a:lnTo>
                    <a:pt x="5378352" y="89027"/>
                  </a:lnTo>
                  <a:lnTo>
                    <a:pt x="5390095" y="89369"/>
                  </a:lnTo>
                  <a:lnTo>
                    <a:pt x="5401838" y="89711"/>
                  </a:lnTo>
                  <a:lnTo>
                    <a:pt x="5413581" y="90054"/>
                  </a:lnTo>
                  <a:lnTo>
                    <a:pt x="5425324" y="90400"/>
                  </a:lnTo>
                  <a:lnTo>
                    <a:pt x="5437067" y="90751"/>
                  </a:lnTo>
                  <a:lnTo>
                    <a:pt x="5448810" y="91107"/>
                  </a:lnTo>
                  <a:lnTo>
                    <a:pt x="5460553" y="91471"/>
                  </a:lnTo>
                  <a:lnTo>
                    <a:pt x="5472297" y="91842"/>
                  </a:lnTo>
                  <a:lnTo>
                    <a:pt x="5484040" y="92222"/>
                  </a:lnTo>
                  <a:lnTo>
                    <a:pt x="5495783" y="92611"/>
                  </a:lnTo>
                  <a:lnTo>
                    <a:pt x="5507526" y="93007"/>
                  </a:lnTo>
                  <a:lnTo>
                    <a:pt x="5519269" y="93409"/>
                  </a:lnTo>
                  <a:lnTo>
                    <a:pt x="5531012" y="93813"/>
                  </a:lnTo>
                  <a:lnTo>
                    <a:pt x="5542755" y="94219"/>
                  </a:lnTo>
                  <a:lnTo>
                    <a:pt x="5554498" y="94621"/>
                  </a:lnTo>
                  <a:lnTo>
                    <a:pt x="5566242" y="95016"/>
                  </a:lnTo>
                  <a:lnTo>
                    <a:pt x="5577985" y="95399"/>
                  </a:lnTo>
                  <a:lnTo>
                    <a:pt x="5589728" y="95768"/>
                  </a:lnTo>
                  <a:lnTo>
                    <a:pt x="5601471" y="96117"/>
                  </a:lnTo>
                  <a:lnTo>
                    <a:pt x="5613214" y="96444"/>
                  </a:lnTo>
                  <a:lnTo>
                    <a:pt x="5624957" y="96747"/>
                  </a:lnTo>
                  <a:lnTo>
                    <a:pt x="5636700" y="97022"/>
                  </a:lnTo>
                  <a:lnTo>
                    <a:pt x="5648444" y="97268"/>
                  </a:lnTo>
                  <a:lnTo>
                    <a:pt x="5660187" y="97485"/>
                  </a:lnTo>
                  <a:lnTo>
                    <a:pt x="5671930" y="97673"/>
                  </a:lnTo>
                  <a:lnTo>
                    <a:pt x="5683673" y="97833"/>
                  </a:lnTo>
                  <a:lnTo>
                    <a:pt x="5695416" y="97965"/>
                  </a:lnTo>
                  <a:lnTo>
                    <a:pt x="5707159" y="98074"/>
                  </a:lnTo>
                  <a:lnTo>
                    <a:pt x="5718902" y="98160"/>
                  </a:lnTo>
                  <a:lnTo>
                    <a:pt x="5730645" y="98228"/>
                  </a:lnTo>
                  <a:lnTo>
                    <a:pt x="5742389" y="98280"/>
                  </a:lnTo>
                  <a:lnTo>
                    <a:pt x="5754132" y="98319"/>
                  </a:lnTo>
                  <a:lnTo>
                    <a:pt x="5765875" y="98349"/>
                  </a:lnTo>
                  <a:lnTo>
                    <a:pt x="5777618" y="98371"/>
                  </a:lnTo>
                  <a:lnTo>
                    <a:pt x="5789361" y="98389"/>
                  </a:lnTo>
                  <a:lnTo>
                    <a:pt x="5801104" y="98405"/>
                  </a:lnTo>
                  <a:lnTo>
                    <a:pt x="5812847" y="98421"/>
                  </a:lnTo>
                  <a:lnTo>
                    <a:pt x="5824590" y="98438"/>
                  </a:lnTo>
                  <a:lnTo>
                    <a:pt x="5836334" y="98457"/>
                  </a:lnTo>
                  <a:lnTo>
                    <a:pt x="5848077" y="98478"/>
                  </a:lnTo>
                  <a:lnTo>
                    <a:pt x="5859820" y="98504"/>
                  </a:lnTo>
                  <a:lnTo>
                    <a:pt x="5871563" y="98533"/>
                  </a:lnTo>
                  <a:lnTo>
                    <a:pt x="5871563" y="99091"/>
                  </a:lnTo>
                  <a:lnTo>
                    <a:pt x="5859820" y="99091"/>
                  </a:lnTo>
                  <a:lnTo>
                    <a:pt x="5848077" y="99091"/>
                  </a:lnTo>
                  <a:lnTo>
                    <a:pt x="5836334" y="99091"/>
                  </a:lnTo>
                  <a:lnTo>
                    <a:pt x="5824590" y="99091"/>
                  </a:lnTo>
                  <a:lnTo>
                    <a:pt x="5812847" y="99091"/>
                  </a:lnTo>
                  <a:lnTo>
                    <a:pt x="5801104" y="99091"/>
                  </a:lnTo>
                  <a:lnTo>
                    <a:pt x="5789361" y="99091"/>
                  </a:lnTo>
                  <a:lnTo>
                    <a:pt x="5777618" y="99091"/>
                  </a:lnTo>
                  <a:lnTo>
                    <a:pt x="5765875" y="99091"/>
                  </a:lnTo>
                  <a:lnTo>
                    <a:pt x="5754132" y="99091"/>
                  </a:lnTo>
                  <a:lnTo>
                    <a:pt x="5742389" y="99091"/>
                  </a:lnTo>
                  <a:lnTo>
                    <a:pt x="5730645" y="99091"/>
                  </a:lnTo>
                  <a:lnTo>
                    <a:pt x="5718902" y="99091"/>
                  </a:lnTo>
                  <a:lnTo>
                    <a:pt x="5707159" y="99091"/>
                  </a:lnTo>
                  <a:lnTo>
                    <a:pt x="5695416" y="99091"/>
                  </a:lnTo>
                  <a:lnTo>
                    <a:pt x="5683673" y="99091"/>
                  </a:lnTo>
                  <a:lnTo>
                    <a:pt x="5671930" y="99091"/>
                  </a:lnTo>
                  <a:lnTo>
                    <a:pt x="5660187" y="99091"/>
                  </a:lnTo>
                  <a:lnTo>
                    <a:pt x="5648444" y="99091"/>
                  </a:lnTo>
                  <a:lnTo>
                    <a:pt x="5636700" y="99091"/>
                  </a:lnTo>
                  <a:lnTo>
                    <a:pt x="5624957" y="99091"/>
                  </a:lnTo>
                  <a:lnTo>
                    <a:pt x="5613214" y="99091"/>
                  </a:lnTo>
                  <a:lnTo>
                    <a:pt x="5601471" y="99091"/>
                  </a:lnTo>
                  <a:lnTo>
                    <a:pt x="5589728" y="99091"/>
                  </a:lnTo>
                  <a:lnTo>
                    <a:pt x="5577985" y="99091"/>
                  </a:lnTo>
                  <a:lnTo>
                    <a:pt x="5566242" y="99091"/>
                  </a:lnTo>
                  <a:lnTo>
                    <a:pt x="5554498" y="99091"/>
                  </a:lnTo>
                  <a:lnTo>
                    <a:pt x="5542755" y="99091"/>
                  </a:lnTo>
                  <a:lnTo>
                    <a:pt x="5531012" y="99091"/>
                  </a:lnTo>
                  <a:lnTo>
                    <a:pt x="5519269" y="99091"/>
                  </a:lnTo>
                  <a:lnTo>
                    <a:pt x="5507526" y="99091"/>
                  </a:lnTo>
                  <a:lnTo>
                    <a:pt x="5495783" y="99091"/>
                  </a:lnTo>
                  <a:lnTo>
                    <a:pt x="5484040" y="99091"/>
                  </a:lnTo>
                  <a:lnTo>
                    <a:pt x="5472297" y="99091"/>
                  </a:lnTo>
                  <a:lnTo>
                    <a:pt x="5460553" y="99091"/>
                  </a:lnTo>
                  <a:lnTo>
                    <a:pt x="5448810" y="99091"/>
                  </a:lnTo>
                  <a:lnTo>
                    <a:pt x="5437067" y="99091"/>
                  </a:lnTo>
                  <a:lnTo>
                    <a:pt x="5425324" y="99091"/>
                  </a:lnTo>
                  <a:lnTo>
                    <a:pt x="5413581" y="99091"/>
                  </a:lnTo>
                  <a:lnTo>
                    <a:pt x="5401838" y="99091"/>
                  </a:lnTo>
                  <a:lnTo>
                    <a:pt x="5390095" y="99091"/>
                  </a:lnTo>
                  <a:lnTo>
                    <a:pt x="5378352" y="99091"/>
                  </a:lnTo>
                  <a:lnTo>
                    <a:pt x="5366608" y="99091"/>
                  </a:lnTo>
                  <a:lnTo>
                    <a:pt x="5354865" y="99091"/>
                  </a:lnTo>
                  <a:lnTo>
                    <a:pt x="5343122" y="99091"/>
                  </a:lnTo>
                  <a:lnTo>
                    <a:pt x="5331379" y="99091"/>
                  </a:lnTo>
                  <a:lnTo>
                    <a:pt x="5319636" y="99091"/>
                  </a:lnTo>
                  <a:lnTo>
                    <a:pt x="5307893" y="99091"/>
                  </a:lnTo>
                  <a:lnTo>
                    <a:pt x="5296150" y="99091"/>
                  </a:lnTo>
                  <a:lnTo>
                    <a:pt x="5284407" y="99091"/>
                  </a:lnTo>
                  <a:lnTo>
                    <a:pt x="5272663" y="99091"/>
                  </a:lnTo>
                  <a:lnTo>
                    <a:pt x="5260920" y="99091"/>
                  </a:lnTo>
                  <a:lnTo>
                    <a:pt x="5249177" y="99091"/>
                  </a:lnTo>
                  <a:lnTo>
                    <a:pt x="5237434" y="99091"/>
                  </a:lnTo>
                  <a:lnTo>
                    <a:pt x="5225691" y="99091"/>
                  </a:lnTo>
                  <a:lnTo>
                    <a:pt x="5213948" y="99091"/>
                  </a:lnTo>
                  <a:lnTo>
                    <a:pt x="5202205" y="99091"/>
                  </a:lnTo>
                  <a:lnTo>
                    <a:pt x="5190462" y="99091"/>
                  </a:lnTo>
                  <a:lnTo>
                    <a:pt x="5178718" y="99091"/>
                  </a:lnTo>
                  <a:lnTo>
                    <a:pt x="5166975" y="99091"/>
                  </a:lnTo>
                  <a:lnTo>
                    <a:pt x="5155232" y="99091"/>
                  </a:lnTo>
                  <a:lnTo>
                    <a:pt x="5143489" y="99091"/>
                  </a:lnTo>
                  <a:lnTo>
                    <a:pt x="5131746" y="99091"/>
                  </a:lnTo>
                  <a:lnTo>
                    <a:pt x="5120003" y="99091"/>
                  </a:lnTo>
                  <a:lnTo>
                    <a:pt x="5108260" y="99091"/>
                  </a:lnTo>
                  <a:lnTo>
                    <a:pt x="5096517" y="99091"/>
                  </a:lnTo>
                  <a:lnTo>
                    <a:pt x="5084773" y="99091"/>
                  </a:lnTo>
                  <a:lnTo>
                    <a:pt x="5073030" y="99091"/>
                  </a:lnTo>
                  <a:lnTo>
                    <a:pt x="5061287" y="99091"/>
                  </a:lnTo>
                  <a:lnTo>
                    <a:pt x="5049544" y="99091"/>
                  </a:lnTo>
                  <a:lnTo>
                    <a:pt x="5037801" y="99091"/>
                  </a:lnTo>
                  <a:lnTo>
                    <a:pt x="5026058" y="99091"/>
                  </a:lnTo>
                  <a:lnTo>
                    <a:pt x="5014315" y="99091"/>
                  </a:lnTo>
                  <a:lnTo>
                    <a:pt x="5002572" y="99091"/>
                  </a:lnTo>
                  <a:lnTo>
                    <a:pt x="4990828" y="99091"/>
                  </a:lnTo>
                  <a:lnTo>
                    <a:pt x="4979085" y="99091"/>
                  </a:lnTo>
                  <a:lnTo>
                    <a:pt x="4967342" y="99091"/>
                  </a:lnTo>
                  <a:lnTo>
                    <a:pt x="4955599" y="99091"/>
                  </a:lnTo>
                  <a:lnTo>
                    <a:pt x="4943856" y="99091"/>
                  </a:lnTo>
                  <a:lnTo>
                    <a:pt x="4932113" y="99091"/>
                  </a:lnTo>
                  <a:lnTo>
                    <a:pt x="4920370" y="99091"/>
                  </a:lnTo>
                  <a:lnTo>
                    <a:pt x="4908627" y="99091"/>
                  </a:lnTo>
                  <a:lnTo>
                    <a:pt x="4896883" y="99091"/>
                  </a:lnTo>
                  <a:lnTo>
                    <a:pt x="4885140" y="99091"/>
                  </a:lnTo>
                  <a:lnTo>
                    <a:pt x="4873397" y="99091"/>
                  </a:lnTo>
                  <a:lnTo>
                    <a:pt x="4861654" y="99091"/>
                  </a:lnTo>
                  <a:lnTo>
                    <a:pt x="4849911" y="99091"/>
                  </a:lnTo>
                  <a:lnTo>
                    <a:pt x="4838168" y="99091"/>
                  </a:lnTo>
                  <a:lnTo>
                    <a:pt x="4826425" y="99091"/>
                  </a:lnTo>
                  <a:lnTo>
                    <a:pt x="4814681" y="99091"/>
                  </a:lnTo>
                  <a:lnTo>
                    <a:pt x="4802938" y="99091"/>
                  </a:lnTo>
                  <a:lnTo>
                    <a:pt x="4791195" y="99091"/>
                  </a:lnTo>
                  <a:lnTo>
                    <a:pt x="4779452" y="99091"/>
                  </a:lnTo>
                  <a:lnTo>
                    <a:pt x="4767709" y="99091"/>
                  </a:lnTo>
                  <a:lnTo>
                    <a:pt x="4755966" y="99091"/>
                  </a:lnTo>
                  <a:lnTo>
                    <a:pt x="4744223" y="99091"/>
                  </a:lnTo>
                  <a:lnTo>
                    <a:pt x="4732480" y="99091"/>
                  </a:lnTo>
                  <a:lnTo>
                    <a:pt x="4720736" y="99091"/>
                  </a:lnTo>
                  <a:lnTo>
                    <a:pt x="4708993" y="99091"/>
                  </a:lnTo>
                  <a:lnTo>
                    <a:pt x="4697250" y="99091"/>
                  </a:lnTo>
                  <a:lnTo>
                    <a:pt x="4685507" y="99091"/>
                  </a:lnTo>
                  <a:lnTo>
                    <a:pt x="4673764" y="99091"/>
                  </a:lnTo>
                  <a:lnTo>
                    <a:pt x="4662021" y="99091"/>
                  </a:lnTo>
                  <a:lnTo>
                    <a:pt x="4650278" y="99091"/>
                  </a:lnTo>
                  <a:lnTo>
                    <a:pt x="4638535" y="99091"/>
                  </a:lnTo>
                  <a:lnTo>
                    <a:pt x="4626791" y="99091"/>
                  </a:lnTo>
                  <a:lnTo>
                    <a:pt x="4615048" y="99091"/>
                  </a:lnTo>
                  <a:lnTo>
                    <a:pt x="4603305" y="99091"/>
                  </a:lnTo>
                  <a:lnTo>
                    <a:pt x="4591562" y="99091"/>
                  </a:lnTo>
                  <a:lnTo>
                    <a:pt x="4579819" y="99091"/>
                  </a:lnTo>
                  <a:lnTo>
                    <a:pt x="4568076" y="99091"/>
                  </a:lnTo>
                  <a:lnTo>
                    <a:pt x="4556333" y="99091"/>
                  </a:lnTo>
                  <a:lnTo>
                    <a:pt x="4544590" y="99091"/>
                  </a:lnTo>
                  <a:lnTo>
                    <a:pt x="4532846" y="99091"/>
                  </a:lnTo>
                  <a:lnTo>
                    <a:pt x="4521103" y="99091"/>
                  </a:lnTo>
                  <a:lnTo>
                    <a:pt x="4509360" y="99091"/>
                  </a:lnTo>
                  <a:lnTo>
                    <a:pt x="4497617" y="99091"/>
                  </a:lnTo>
                  <a:lnTo>
                    <a:pt x="4485874" y="99091"/>
                  </a:lnTo>
                  <a:lnTo>
                    <a:pt x="4474131" y="99091"/>
                  </a:lnTo>
                  <a:lnTo>
                    <a:pt x="4462388" y="99091"/>
                  </a:lnTo>
                  <a:lnTo>
                    <a:pt x="4450645" y="99091"/>
                  </a:lnTo>
                  <a:lnTo>
                    <a:pt x="4438901" y="99091"/>
                  </a:lnTo>
                  <a:lnTo>
                    <a:pt x="4427158" y="99091"/>
                  </a:lnTo>
                  <a:lnTo>
                    <a:pt x="4415415" y="99091"/>
                  </a:lnTo>
                  <a:lnTo>
                    <a:pt x="4403672" y="99091"/>
                  </a:lnTo>
                  <a:lnTo>
                    <a:pt x="4391929" y="99091"/>
                  </a:lnTo>
                  <a:lnTo>
                    <a:pt x="4380186" y="99091"/>
                  </a:lnTo>
                  <a:lnTo>
                    <a:pt x="4368443" y="99091"/>
                  </a:lnTo>
                  <a:lnTo>
                    <a:pt x="4356700" y="99091"/>
                  </a:lnTo>
                  <a:lnTo>
                    <a:pt x="4344956" y="99091"/>
                  </a:lnTo>
                  <a:lnTo>
                    <a:pt x="4333213" y="99091"/>
                  </a:lnTo>
                  <a:lnTo>
                    <a:pt x="4321470" y="99091"/>
                  </a:lnTo>
                  <a:lnTo>
                    <a:pt x="4309727" y="99091"/>
                  </a:lnTo>
                  <a:lnTo>
                    <a:pt x="4297984" y="99091"/>
                  </a:lnTo>
                  <a:lnTo>
                    <a:pt x="4286241" y="99091"/>
                  </a:lnTo>
                  <a:lnTo>
                    <a:pt x="4274498" y="99091"/>
                  </a:lnTo>
                  <a:lnTo>
                    <a:pt x="4262755" y="99091"/>
                  </a:lnTo>
                  <a:lnTo>
                    <a:pt x="4251011" y="99091"/>
                  </a:lnTo>
                  <a:lnTo>
                    <a:pt x="4239268" y="99091"/>
                  </a:lnTo>
                  <a:lnTo>
                    <a:pt x="4227525" y="99091"/>
                  </a:lnTo>
                  <a:lnTo>
                    <a:pt x="4215782" y="99091"/>
                  </a:lnTo>
                  <a:lnTo>
                    <a:pt x="4204039" y="99091"/>
                  </a:lnTo>
                  <a:lnTo>
                    <a:pt x="4192296" y="99091"/>
                  </a:lnTo>
                  <a:lnTo>
                    <a:pt x="4180553" y="99091"/>
                  </a:lnTo>
                  <a:lnTo>
                    <a:pt x="4168810" y="99091"/>
                  </a:lnTo>
                  <a:lnTo>
                    <a:pt x="4157066" y="99091"/>
                  </a:lnTo>
                  <a:lnTo>
                    <a:pt x="4145323" y="99091"/>
                  </a:lnTo>
                  <a:lnTo>
                    <a:pt x="4133580" y="99091"/>
                  </a:lnTo>
                  <a:lnTo>
                    <a:pt x="4121837" y="99091"/>
                  </a:lnTo>
                  <a:lnTo>
                    <a:pt x="4110094" y="99091"/>
                  </a:lnTo>
                  <a:lnTo>
                    <a:pt x="4098351" y="99091"/>
                  </a:lnTo>
                  <a:lnTo>
                    <a:pt x="4086608" y="99091"/>
                  </a:lnTo>
                  <a:lnTo>
                    <a:pt x="4074865" y="99091"/>
                  </a:lnTo>
                  <a:lnTo>
                    <a:pt x="4063121" y="99091"/>
                  </a:lnTo>
                  <a:lnTo>
                    <a:pt x="4051378" y="99091"/>
                  </a:lnTo>
                  <a:lnTo>
                    <a:pt x="4039635" y="99091"/>
                  </a:lnTo>
                  <a:lnTo>
                    <a:pt x="4027892" y="99091"/>
                  </a:lnTo>
                  <a:lnTo>
                    <a:pt x="4016149" y="99091"/>
                  </a:lnTo>
                  <a:lnTo>
                    <a:pt x="4004406" y="99091"/>
                  </a:lnTo>
                  <a:lnTo>
                    <a:pt x="3992663" y="99091"/>
                  </a:lnTo>
                  <a:lnTo>
                    <a:pt x="3980919" y="99091"/>
                  </a:lnTo>
                  <a:lnTo>
                    <a:pt x="3969176" y="99091"/>
                  </a:lnTo>
                  <a:lnTo>
                    <a:pt x="3957433" y="99091"/>
                  </a:lnTo>
                  <a:lnTo>
                    <a:pt x="3945690" y="99091"/>
                  </a:lnTo>
                  <a:lnTo>
                    <a:pt x="3933947" y="99091"/>
                  </a:lnTo>
                  <a:lnTo>
                    <a:pt x="3922204" y="99091"/>
                  </a:lnTo>
                  <a:lnTo>
                    <a:pt x="3910461" y="99091"/>
                  </a:lnTo>
                  <a:lnTo>
                    <a:pt x="3898718" y="99091"/>
                  </a:lnTo>
                  <a:lnTo>
                    <a:pt x="3886974" y="99091"/>
                  </a:lnTo>
                  <a:lnTo>
                    <a:pt x="3875231" y="99091"/>
                  </a:lnTo>
                  <a:lnTo>
                    <a:pt x="3863488" y="99091"/>
                  </a:lnTo>
                  <a:lnTo>
                    <a:pt x="3851745" y="99091"/>
                  </a:lnTo>
                  <a:lnTo>
                    <a:pt x="3840002" y="99091"/>
                  </a:lnTo>
                  <a:lnTo>
                    <a:pt x="3828259" y="99091"/>
                  </a:lnTo>
                  <a:lnTo>
                    <a:pt x="3816516" y="99091"/>
                  </a:lnTo>
                  <a:lnTo>
                    <a:pt x="3804773" y="99091"/>
                  </a:lnTo>
                  <a:lnTo>
                    <a:pt x="3793029" y="99091"/>
                  </a:lnTo>
                  <a:lnTo>
                    <a:pt x="3781286" y="99091"/>
                  </a:lnTo>
                  <a:lnTo>
                    <a:pt x="3769543" y="99091"/>
                  </a:lnTo>
                  <a:lnTo>
                    <a:pt x="3757800" y="99091"/>
                  </a:lnTo>
                  <a:lnTo>
                    <a:pt x="3746057" y="99091"/>
                  </a:lnTo>
                  <a:lnTo>
                    <a:pt x="3734314" y="99091"/>
                  </a:lnTo>
                  <a:lnTo>
                    <a:pt x="3722571" y="99091"/>
                  </a:lnTo>
                  <a:lnTo>
                    <a:pt x="3710828" y="99091"/>
                  </a:lnTo>
                  <a:lnTo>
                    <a:pt x="3699084" y="99091"/>
                  </a:lnTo>
                  <a:lnTo>
                    <a:pt x="3687341" y="99091"/>
                  </a:lnTo>
                  <a:lnTo>
                    <a:pt x="3675598" y="99091"/>
                  </a:lnTo>
                  <a:lnTo>
                    <a:pt x="3663855" y="99091"/>
                  </a:lnTo>
                  <a:lnTo>
                    <a:pt x="3652112" y="99091"/>
                  </a:lnTo>
                  <a:lnTo>
                    <a:pt x="3640369" y="99091"/>
                  </a:lnTo>
                  <a:lnTo>
                    <a:pt x="3628626" y="99091"/>
                  </a:lnTo>
                  <a:lnTo>
                    <a:pt x="3616883" y="99091"/>
                  </a:lnTo>
                  <a:lnTo>
                    <a:pt x="3605139" y="99091"/>
                  </a:lnTo>
                  <a:lnTo>
                    <a:pt x="3593396" y="99091"/>
                  </a:lnTo>
                  <a:lnTo>
                    <a:pt x="3581653" y="99091"/>
                  </a:lnTo>
                  <a:lnTo>
                    <a:pt x="3569910" y="99091"/>
                  </a:lnTo>
                  <a:lnTo>
                    <a:pt x="3558167" y="99091"/>
                  </a:lnTo>
                  <a:lnTo>
                    <a:pt x="3546424" y="99091"/>
                  </a:lnTo>
                  <a:lnTo>
                    <a:pt x="3534681" y="99091"/>
                  </a:lnTo>
                  <a:lnTo>
                    <a:pt x="3522938" y="99091"/>
                  </a:lnTo>
                  <a:lnTo>
                    <a:pt x="3511194" y="99091"/>
                  </a:lnTo>
                  <a:lnTo>
                    <a:pt x="3499451" y="99091"/>
                  </a:lnTo>
                  <a:lnTo>
                    <a:pt x="3487708" y="99091"/>
                  </a:lnTo>
                  <a:lnTo>
                    <a:pt x="3475965" y="99091"/>
                  </a:lnTo>
                  <a:lnTo>
                    <a:pt x="3464222" y="99091"/>
                  </a:lnTo>
                  <a:lnTo>
                    <a:pt x="3452479" y="99091"/>
                  </a:lnTo>
                  <a:lnTo>
                    <a:pt x="3440736" y="99091"/>
                  </a:lnTo>
                  <a:lnTo>
                    <a:pt x="3428993" y="99091"/>
                  </a:lnTo>
                  <a:lnTo>
                    <a:pt x="3417249" y="99091"/>
                  </a:lnTo>
                  <a:lnTo>
                    <a:pt x="3405506" y="99091"/>
                  </a:lnTo>
                  <a:lnTo>
                    <a:pt x="3393763" y="99091"/>
                  </a:lnTo>
                  <a:lnTo>
                    <a:pt x="3382020" y="99091"/>
                  </a:lnTo>
                  <a:lnTo>
                    <a:pt x="3370277" y="99091"/>
                  </a:lnTo>
                  <a:lnTo>
                    <a:pt x="3358534" y="99091"/>
                  </a:lnTo>
                  <a:lnTo>
                    <a:pt x="3346791" y="99091"/>
                  </a:lnTo>
                  <a:lnTo>
                    <a:pt x="3335048" y="99091"/>
                  </a:lnTo>
                  <a:lnTo>
                    <a:pt x="3323304" y="99091"/>
                  </a:lnTo>
                  <a:lnTo>
                    <a:pt x="3311561" y="99091"/>
                  </a:lnTo>
                  <a:lnTo>
                    <a:pt x="3299818" y="99091"/>
                  </a:lnTo>
                  <a:lnTo>
                    <a:pt x="3288075" y="99091"/>
                  </a:lnTo>
                  <a:lnTo>
                    <a:pt x="3276332" y="99091"/>
                  </a:lnTo>
                  <a:lnTo>
                    <a:pt x="3264589" y="99091"/>
                  </a:lnTo>
                  <a:lnTo>
                    <a:pt x="3252846" y="99091"/>
                  </a:lnTo>
                  <a:lnTo>
                    <a:pt x="3241103" y="99091"/>
                  </a:lnTo>
                  <a:lnTo>
                    <a:pt x="3229359" y="99091"/>
                  </a:lnTo>
                  <a:lnTo>
                    <a:pt x="3217616" y="99091"/>
                  </a:lnTo>
                  <a:lnTo>
                    <a:pt x="3205873" y="99091"/>
                  </a:lnTo>
                  <a:lnTo>
                    <a:pt x="3194130" y="99091"/>
                  </a:lnTo>
                  <a:lnTo>
                    <a:pt x="3182387" y="99091"/>
                  </a:lnTo>
                  <a:lnTo>
                    <a:pt x="3170644" y="99091"/>
                  </a:lnTo>
                  <a:lnTo>
                    <a:pt x="3158901" y="99091"/>
                  </a:lnTo>
                  <a:lnTo>
                    <a:pt x="3147157" y="99091"/>
                  </a:lnTo>
                  <a:lnTo>
                    <a:pt x="3135414" y="99091"/>
                  </a:lnTo>
                  <a:lnTo>
                    <a:pt x="3123671" y="99091"/>
                  </a:lnTo>
                  <a:lnTo>
                    <a:pt x="3111928" y="99091"/>
                  </a:lnTo>
                  <a:lnTo>
                    <a:pt x="3100185" y="99091"/>
                  </a:lnTo>
                  <a:lnTo>
                    <a:pt x="3088442" y="99091"/>
                  </a:lnTo>
                  <a:lnTo>
                    <a:pt x="3076699" y="99091"/>
                  </a:lnTo>
                  <a:lnTo>
                    <a:pt x="3064956" y="99091"/>
                  </a:lnTo>
                  <a:lnTo>
                    <a:pt x="3053212" y="99091"/>
                  </a:lnTo>
                  <a:lnTo>
                    <a:pt x="3041469" y="99091"/>
                  </a:lnTo>
                  <a:lnTo>
                    <a:pt x="3029726" y="99091"/>
                  </a:lnTo>
                  <a:lnTo>
                    <a:pt x="3017983" y="99091"/>
                  </a:lnTo>
                  <a:lnTo>
                    <a:pt x="3006240" y="99091"/>
                  </a:lnTo>
                  <a:lnTo>
                    <a:pt x="2994497" y="99091"/>
                  </a:lnTo>
                  <a:lnTo>
                    <a:pt x="2982754" y="99091"/>
                  </a:lnTo>
                  <a:lnTo>
                    <a:pt x="2971011" y="99091"/>
                  </a:lnTo>
                  <a:lnTo>
                    <a:pt x="2959267" y="99091"/>
                  </a:lnTo>
                  <a:lnTo>
                    <a:pt x="2947524" y="99091"/>
                  </a:lnTo>
                  <a:lnTo>
                    <a:pt x="2935781" y="99091"/>
                  </a:lnTo>
                  <a:lnTo>
                    <a:pt x="2924038" y="99091"/>
                  </a:lnTo>
                  <a:lnTo>
                    <a:pt x="2912295" y="99091"/>
                  </a:lnTo>
                  <a:lnTo>
                    <a:pt x="2900552" y="99091"/>
                  </a:lnTo>
                  <a:lnTo>
                    <a:pt x="2888809" y="99091"/>
                  </a:lnTo>
                  <a:lnTo>
                    <a:pt x="2877066" y="99091"/>
                  </a:lnTo>
                  <a:lnTo>
                    <a:pt x="2865322" y="99091"/>
                  </a:lnTo>
                  <a:lnTo>
                    <a:pt x="2853579" y="99091"/>
                  </a:lnTo>
                  <a:lnTo>
                    <a:pt x="2841836" y="99091"/>
                  </a:lnTo>
                  <a:lnTo>
                    <a:pt x="2830093" y="99091"/>
                  </a:lnTo>
                  <a:lnTo>
                    <a:pt x="2818350" y="99091"/>
                  </a:lnTo>
                  <a:lnTo>
                    <a:pt x="2806607" y="99091"/>
                  </a:lnTo>
                  <a:lnTo>
                    <a:pt x="2794864" y="99091"/>
                  </a:lnTo>
                  <a:lnTo>
                    <a:pt x="2783121" y="99091"/>
                  </a:lnTo>
                  <a:lnTo>
                    <a:pt x="2771377" y="99091"/>
                  </a:lnTo>
                  <a:lnTo>
                    <a:pt x="2759634" y="99091"/>
                  </a:lnTo>
                  <a:lnTo>
                    <a:pt x="2747891" y="99091"/>
                  </a:lnTo>
                  <a:lnTo>
                    <a:pt x="2736148" y="99091"/>
                  </a:lnTo>
                  <a:lnTo>
                    <a:pt x="2724405" y="99091"/>
                  </a:lnTo>
                  <a:lnTo>
                    <a:pt x="2712662" y="99091"/>
                  </a:lnTo>
                  <a:lnTo>
                    <a:pt x="2700919" y="99091"/>
                  </a:lnTo>
                  <a:lnTo>
                    <a:pt x="2689176" y="99091"/>
                  </a:lnTo>
                  <a:lnTo>
                    <a:pt x="2677432" y="99091"/>
                  </a:lnTo>
                  <a:lnTo>
                    <a:pt x="2665689" y="99091"/>
                  </a:lnTo>
                  <a:lnTo>
                    <a:pt x="2653946" y="99091"/>
                  </a:lnTo>
                  <a:lnTo>
                    <a:pt x="2642203" y="99091"/>
                  </a:lnTo>
                  <a:lnTo>
                    <a:pt x="2630460" y="99091"/>
                  </a:lnTo>
                  <a:lnTo>
                    <a:pt x="2618717" y="99091"/>
                  </a:lnTo>
                  <a:lnTo>
                    <a:pt x="2606974" y="99091"/>
                  </a:lnTo>
                  <a:lnTo>
                    <a:pt x="2595231" y="99091"/>
                  </a:lnTo>
                  <a:lnTo>
                    <a:pt x="2583487" y="99091"/>
                  </a:lnTo>
                  <a:lnTo>
                    <a:pt x="2571744" y="99091"/>
                  </a:lnTo>
                  <a:lnTo>
                    <a:pt x="2560001" y="99091"/>
                  </a:lnTo>
                  <a:lnTo>
                    <a:pt x="2548258" y="99091"/>
                  </a:lnTo>
                  <a:lnTo>
                    <a:pt x="2536515" y="99091"/>
                  </a:lnTo>
                  <a:lnTo>
                    <a:pt x="2524772" y="99091"/>
                  </a:lnTo>
                  <a:lnTo>
                    <a:pt x="2513029" y="99091"/>
                  </a:lnTo>
                  <a:lnTo>
                    <a:pt x="2501286" y="99091"/>
                  </a:lnTo>
                  <a:lnTo>
                    <a:pt x="2489542" y="99091"/>
                  </a:lnTo>
                  <a:lnTo>
                    <a:pt x="2477799" y="99091"/>
                  </a:lnTo>
                  <a:lnTo>
                    <a:pt x="2466056" y="99091"/>
                  </a:lnTo>
                  <a:lnTo>
                    <a:pt x="2454313" y="99091"/>
                  </a:lnTo>
                  <a:lnTo>
                    <a:pt x="2442570" y="99091"/>
                  </a:lnTo>
                  <a:lnTo>
                    <a:pt x="2430827" y="99091"/>
                  </a:lnTo>
                  <a:lnTo>
                    <a:pt x="2419084" y="99091"/>
                  </a:lnTo>
                  <a:lnTo>
                    <a:pt x="2407340" y="99091"/>
                  </a:lnTo>
                  <a:lnTo>
                    <a:pt x="2395597" y="99091"/>
                  </a:lnTo>
                  <a:lnTo>
                    <a:pt x="2383854" y="99091"/>
                  </a:lnTo>
                  <a:lnTo>
                    <a:pt x="2372111" y="99091"/>
                  </a:lnTo>
                  <a:lnTo>
                    <a:pt x="2360368" y="99091"/>
                  </a:lnTo>
                  <a:lnTo>
                    <a:pt x="2348625" y="99091"/>
                  </a:lnTo>
                  <a:lnTo>
                    <a:pt x="2336882" y="99091"/>
                  </a:lnTo>
                  <a:lnTo>
                    <a:pt x="2325139" y="99091"/>
                  </a:lnTo>
                  <a:lnTo>
                    <a:pt x="2313395" y="99091"/>
                  </a:lnTo>
                  <a:lnTo>
                    <a:pt x="2301652" y="99091"/>
                  </a:lnTo>
                  <a:lnTo>
                    <a:pt x="2289909" y="99091"/>
                  </a:lnTo>
                  <a:lnTo>
                    <a:pt x="2278166" y="99091"/>
                  </a:lnTo>
                  <a:lnTo>
                    <a:pt x="2266423" y="99091"/>
                  </a:lnTo>
                  <a:lnTo>
                    <a:pt x="2254680" y="99091"/>
                  </a:lnTo>
                  <a:lnTo>
                    <a:pt x="2242937" y="99091"/>
                  </a:lnTo>
                  <a:lnTo>
                    <a:pt x="2231194" y="99091"/>
                  </a:lnTo>
                  <a:lnTo>
                    <a:pt x="2219450" y="99091"/>
                  </a:lnTo>
                  <a:lnTo>
                    <a:pt x="2207707" y="99091"/>
                  </a:lnTo>
                  <a:lnTo>
                    <a:pt x="2195964" y="99091"/>
                  </a:lnTo>
                  <a:lnTo>
                    <a:pt x="2184221" y="99091"/>
                  </a:lnTo>
                  <a:lnTo>
                    <a:pt x="2172478" y="99091"/>
                  </a:lnTo>
                  <a:lnTo>
                    <a:pt x="2160735" y="99091"/>
                  </a:lnTo>
                  <a:lnTo>
                    <a:pt x="2148992" y="99091"/>
                  </a:lnTo>
                  <a:lnTo>
                    <a:pt x="2137249" y="99091"/>
                  </a:lnTo>
                  <a:lnTo>
                    <a:pt x="2125505" y="99091"/>
                  </a:lnTo>
                  <a:lnTo>
                    <a:pt x="2113762" y="99091"/>
                  </a:lnTo>
                  <a:lnTo>
                    <a:pt x="2102019" y="99091"/>
                  </a:lnTo>
                  <a:lnTo>
                    <a:pt x="2090276" y="99091"/>
                  </a:lnTo>
                  <a:lnTo>
                    <a:pt x="2078533" y="99091"/>
                  </a:lnTo>
                  <a:lnTo>
                    <a:pt x="2066790" y="99091"/>
                  </a:lnTo>
                  <a:lnTo>
                    <a:pt x="2055047" y="99091"/>
                  </a:lnTo>
                  <a:lnTo>
                    <a:pt x="2043304" y="99091"/>
                  </a:lnTo>
                  <a:lnTo>
                    <a:pt x="2031560" y="99091"/>
                  </a:lnTo>
                  <a:lnTo>
                    <a:pt x="2019817" y="99091"/>
                  </a:lnTo>
                  <a:lnTo>
                    <a:pt x="2008074" y="99091"/>
                  </a:lnTo>
                  <a:lnTo>
                    <a:pt x="1996331" y="99091"/>
                  </a:lnTo>
                  <a:lnTo>
                    <a:pt x="1984588" y="99091"/>
                  </a:lnTo>
                  <a:lnTo>
                    <a:pt x="1972845" y="99091"/>
                  </a:lnTo>
                  <a:lnTo>
                    <a:pt x="1961102" y="99091"/>
                  </a:lnTo>
                  <a:lnTo>
                    <a:pt x="1949359" y="99091"/>
                  </a:lnTo>
                  <a:lnTo>
                    <a:pt x="1937615" y="99091"/>
                  </a:lnTo>
                  <a:lnTo>
                    <a:pt x="1925872" y="99091"/>
                  </a:lnTo>
                  <a:lnTo>
                    <a:pt x="1914129" y="99091"/>
                  </a:lnTo>
                  <a:lnTo>
                    <a:pt x="1902386" y="99091"/>
                  </a:lnTo>
                  <a:lnTo>
                    <a:pt x="1890643" y="99091"/>
                  </a:lnTo>
                  <a:lnTo>
                    <a:pt x="1878900" y="99091"/>
                  </a:lnTo>
                  <a:lnTo>
                    <a:pt x="1867157" y="99091"/>
                  </a:lnTo>
                  <a:lnTo>
                    <a:pt x="1855414" y="99091"/>
                  </a:lnTo>
                  <a:lnTo>
                    <a:pt x="1843670" y="99091"/>
                  </a:lnTo>
                  <a:lnTo>
                    <a:pt x="1831927" y="99091"/>
                  </a:lnTo>
                  <a:lnTo>
                    <a:pt x="1820184" y="99091"/>
                  </a:lnTo>
                  <a:lnTo>
                    <a:pt x="1808441" y="99091"/>
                  </a:lnTo>
                  <a:lnTo>
                    <a:pt x="1796698" y="99091"/>
                  </a:lnTo>
                  <a:lnTo>
                    <a:pt x="1784955" y="99091"/>
                  </a:lnTo>
                  <a:lnTo>
                    <a:pt x="1773212" y="99091"/>
                  </a:lnTo>
                  <a:lnTo>
                    <a:pt x="1761469" y="99091"/>
                  </a:lnTo>
                  <a:lnTo>
                    <a:pt x="1749725" y="99091"/>
                  </a:lnTo>
                  <a:lnTo>
                    <a:pt x="1737982" y="99091"/>
                  </a:lnTo>
                  <a:lnTo>
                    <a:pt x="1726239" y="99091"/>
                  </a:lnTo>
                  <a:lnTo>
                    <a:pt x="1714496" y="99091"/>
                  </a:lnTo>
                  <a:lnTo>
                    <a:pt x="1702753" y="99091"/>
                  </a:lnTo>
                  <a:lnTo>
                    <a:pt x="1691010" y="99091"/>
                  </a:lnTo>
                  <a:lnTo>
                    <a:pt x="1679267" y="99091"/>
                  </a:lnTo>
                  <a:lnTo>
                    <a:pt x="1667524" y="99091"/>
                  </a:lnTo>
                  <a:lnTo>
                    <a:pt x="1655780" y="99091"/>
                  </a:lnTo>
                  <a:lnTo>
                    <a:pt x="1644037" y="99091"/>
                  </a:lnTo>
                  <a:lnTo>
                    <a:pt x="1632294" y="99091"/>
                  </a:lnTo>
                  <a:lnTo>
                    <a:pt x="1620551" y="99091"/>
                  </a:lnTo>
                  <a:lnTo>
                    <a:pt x="1608808" y="99091"/>
                  </a:lnTo>
                  <a:lnTo>
                    <a:pt x="1597065" y="99091"/>
                  </a:lnTo>
                  <a:lnTo>
                    <a:pt x="1585322" y="99091"/>
                  </a:lnTo>
                  <a:lnTo>
                    <a:pt x="1573578" y="99091"/>
                  </a:lnTo>
                  <a:lnTo>
                    <a:pt x="1561835" y="99091"/>
                  </a:lnTo>
                  <a:lnTo>
                    <a:pt x="1550092" y="99091"/>
                  </a:lnTo>
                  <a:lnTo>
                    <a:pt x="1538349" y="99091"/>
                  </a:lnTo>
                  <a:lnTo>
                    <a:pt x="1526606" y="99091"/>
                  </a:lnTo>
                  <a:lnTo>
                    <a:pt x="1514863" y="99091"/>
                  </a:lnTo>
                  <a:lnTo>
                    <a:pt x="1503120" y="99091"/>
                  </a:lnTo>
                  <a:lnTo>
                    <a:pt x="1491377" y="99091"/>
                  </a:lnTo>
                  <a:lnTo>
                    <a:pt x="1479633" y="99091"/>
                  </a:lnTo>
                  <a:lnTo>
                    <a:pt x="1467890" y="99091"/>
                  </a:lnTo>
                  <a:lnTo>
                    <a:pt x="1456147" y="99091"/>
                  </a:lnTo>
                  <a:lnTo>
                    <a:pt x="1444404" y="99091"/>
                  </a:lnTo>
                  <a:lnTo>
                    <a:pt x="1432661" y="99091"/>
                  </a:lnTo>
                  <a:lnTo>
                    <a:pt x="1420918" y="99091"/>
                  </a:lnTo>
                  <a:lnTo>
                    <a:pt x="1409175" y="99091"/>
                  </a:lnTo>
                  <a:lnTo>
                    <a:pt x="1397432" y="99091"/>
                  </a:lnTo>
                  <a:lnTo>
                    <a:pt x="1385688" y="99091"/>
                  </a:lnTo>
                  <a:lnTo>
                    <a:pt x="1373945" y="99091"/>
                  </a:lnTo>
                  <a:lnTo>
                    <a:pt x="1362202" y="99091"/>
                  </a:lnTo>
                  <a:lnTo>
                    <a:pt x="1350459" y="99091"/>
                  </a:lnTo>
                  <a:lnTo>
                    <a:pt x="1338716" y="99091"/>
                  </a:lnTo>
                  <a:lnTo>
                    <a:pt x="1326973" y="99091"/>
                  </a:lnTo>
                  <a:lnTo>
                    <a:pt x="1315230" y="99091"/>
                  </a:lnTo>
                  <a:lnTo>
                    <a:pt x="1303487" y="99091"/>
                  </a:lnTo>
                  <a:lnTo>
                    <a:pt x="1291743" y="99091"/>
                  </a:lnTo>
                  <a:lnTo>
                    <a:pt x="1280000" y="99091"/>
                  </a:lnTo>
                  <a:lnTo>
                    <a:pt x="1268257" y="99091"/>
                  </a:lnTo>
                  <a:lnTo>
                    <a:pt x="1256514" y="99091"/>
                  </a:lnTo>
                  <a:lnTo>
                    <a:pt x="1244771" y="99091"/>
                  </a:lnTo>
                  <a:lnTo>
                    <a:pt x="1233028" y="99091"/>
                  </a:lnTo>
                  <a:lnTo>
                    <a:pt x="1221285" y="99091"/>
                  </a:lnTo>
                  <a:lnTo>
                    <a:pt x="1209542" y="99091"/>
                  </a:lnTo>
                  <a:lnTo>
                    <a:pt x="1197798" y="99091"/>
                  </a:lnTo>
                  <a:lnTo>
                    <a:pt x="1186055" y="99091"/>
                  </a:lnTo>
                  <a:lnTo>
                    <a:pt x="1174312" y="99091"/>
                  </a:lnTo>
                  <a:lnTo>
                    <a:pt x="1162569" y="99091"/>
                  </a:lnTo>
                  <a:lnTo>
                    <a:pt x="1150826" y="99091"/>
                  </a:lnTo>
                  <a:lnTo>
                    <a:pt x="1139083" y="99091"/>
                  </a:lnTo>
                  <a:lnTo>
                    <a:pt x="1127340" y="99091"/>
                  </a:lnTo>
                  <a:lnTo>
                    <a:pt x="1115597" y="99091"/>
                  </a:lnTo>
                  <a:lnTo>
                    <a:pt x="1103853" y="99091"/>
                  </a:lnTo>
                  <a:lnTo>
                    <a:pt x="1092110" y="99091"/>
                  </a:lnTo>
                  <a:lnTo>
                    <a:pt x="1080367" y="99091"/>
                  </a:lnTo>
                  <a:lnTo>
                    <a:pt x="1068624" y="99091"/>
                  </a:lnTo>
                  <a:lnTo>
                    <a:pt x="1056881" y="99091"/>
                  </a:lnTo>
                  <a:lnTo>
                    <a:pt x="1045138" y="99091"/>
                  </a:lnTo>
                  <a:lnTo>
                    <a:pt x="1033395" y="99091"/>
                  </a:lnTo>
                  <a:lnTo>
                    <a:pt x="1021652" y="99091"/>
                  </a:lnTo>
                  <a:lnTo>
                    <a:pt x="1009908" y="99091"/>
                  </a:lnTo>
                  <a:lnTo>
                    <a:pt x="998165" y="99091"/>
                  </a:lnTo>
                  <a:lnTo>
                    <a:pt x="986422" y="99091"/>
                  </a:lnTo>
                  <a:lnTo>
                    <a:pt x="974679" y="99091"/>
                  </a:lnTo>
                  <a:lnTo>
                    <a:pt x="962936" y="99091"/>
                  </a:lnTo>
                  <a:lnTo>
                    <a:pt x="951193" y="99091"/>
                  </a:lnTo>
                  <a:lnTo>
                    <a:pt x="939450" y="99091"/>
                  </a:lnTo>
                  <a:lnTo>
                    <a:pt x="927707" y="99091"/>
                  </a:lnTo>
                  <a:lnTo>
                    <a:pt x="915963" y="99091"/>
                  </a:lnTo>
                  <a:lnTo>
                    <a:pt x="904220" y="99091"/>
                  </a:lnTo>
                  <a:lnTo>
                    <a:pt x="892477" y="99091"/>
                  </a:lnTo>
                  <a:lnTo>
                    <a:pt x="880734" y="99091"/>
                  </a:lnTo>
                  <a:lnTo>
                    <a:pt x="868991" y="99091"/>
                  </a:lnTo>
                  <a:lnTo>
                    <a:pt x="857248" y="99091"/>
                  </a:lnTo>
                  <a:lnTo>
                    <a:pt x="845505" y="99091"/>
                  </a:lnTo>
                  <a:lnTo>
                    <a:pt x="833762" y="99091"/>
                  </a:lnTo>
                  <a:lnTo>
                    <a:pt x="822018" y="99091"/>
                  </a:lnTo>
                  <a:lnTo>
                    <a:pt x="810275" y="99091"/>
                  </a:lnTo>
                  <a:lnTo>
                    <a:pt x="798532" y="99091"/>
                  </a:lnTo>
                  <a:lnTo>
                    <a:pt x="786789" y="99091"/>
                  </a:lnTo>
                  <a:lnTo>
                    <a:pt x="775046" y="99091"/>
                  </a:lnTo>
                  <a:lnTo>
                    <a:pt x="763303" y="99091"/>
                  </a:lnTo>
                  <a:lnTo>
                    <a:pt x="751560" y="99091"/>
                  </a:lnTo>
                  <a:lnTo>
                    <a:pt x="739816" y="99091"/>
                  </a:lnTo>
                  <a:lnTo>
                    <a:pt x="728073" y="99091"/>
                  </a:lnTo>
                  <a:lnTo>
                    <a:pt x="716330" y="99091"/>
                  </a:lnTo>
                  <a:lnTo>
                    <a:pt x="704587" y="99091"/>
                  </a:lnTo>
                  <a:lnTo>
                    <a:pt x="692844" y="99091"/>
                  </a:lnTo>
                  <a:lnTo>
                    <a:pt x="681101" y="99091"/>
                  </a:lnTo>
                  <a:lnTo>
                    <a:pt x="669358" y="99091"/>
                  </a:lnTo>
                  <a:lnTo>
                    <a:pt x="657615" y="99091"/>
                  </a:lnTo>
                  <a:lnTo>
                    <a:pt x="645871" y="99091"/>
                  </a:lnTo>
                  <a:lnTo>
                    <a:pt x="634128" y="99091"/>
                  </a:lnTo>
                  <a:lnTo>
                    <a:pt x="622385" y="99091"/>
                  </a:lnTo>
                  <a:lnTo>
                    <a:pt x="610642" y="99091"/>
                  </a:lnTo>
                  <a:lnTo>
                    <a:pt x="598899" y="99091"/>
                  </a:lnTo>
                  <a:lnTo>
                    <a:pt x="587156" y="99091"/>
                  </a:lnTo>
                  <a:lnTo>
                    <a:pt x="575413" y="99091"/>
                  </a:lnTo>
                  <a:lnTo>
                    <a:pt x="563670" y="99091"/>
                  </a:lnTo>
                  <a:lnTo>
                    <a:pt x="551926" y="99091"/>
                  </a:lnTo>
                  <a:lnTo>
                    <a:pt x="540183" y="99091"/>
                  </a:lnTo>
                  <a:lnTo>
                    <a:pt x="528440" y="99091"/>
                  </a:lnTo>
                  <a:lnTo>
                    <a:pt x="516697" y="99091"/>
                  </a:lnTo>
                  <a:lnTo>
                    <a:pt x="504954" y="99091"/>
                  </a:lnTo>
                  <a:lnTo>
                    <a:pt x="493211" y="99091"/>
                  </a:lnTo>
                  <a:lnTo>
                    <a:pt x="481468" y="99091"/>
                  </a:lnTo>
                  <a:lnTo>
                    <a:pt x="469725" y="99091"/>
                  </a:lnTo>
                  <a:lnTo>
                    <a:pt x="457981" y="99091"/>
                  </a:lnTo>
                  <a:lnTo>
                    <a:pt x="446238" y="99091"/>
                  </a:lnTo>
                  <a:lnTo>
                    <a:pt x="434495" y="99091"/>
                  </a:lnTo>
                  <a:lnTo>
                    <a:pt x="422752" y="99091"/>
                  </a:lnTo>
                  <a:lnTo>
                    <a:pt x="411009" y="99091"/>
                  </a:lnTo>
                  <a:lnTo>
                    <a:pt x="399266" y="99091"/>
                  </a:lnTo>
                  <a:lnTo>
                    <a:pt x="387523" y="99091"/>
                  </a:lnTo>
                  <a:lnTo>
                    <a:pt x="375780" y="99091"/>
                  </a:lnTo>
                  <a:lnTo>
                    <a:pt x="364036" y="99091"/>
                  </a:lnTo>
                  <a:lnTo>
                    <a:pt x="352293" y="99091"/>
                  </a:lnTo>
                  <a:lnTo>
                    <a:pt x="340550" y="99091"/>
                  </a:lnTo>
                  <a:lnTo>
                    <a:pt x="328807" y="99091"/>
                  </a:lnTo>
                  <a:lnTo>
                    <a:pt x="317064" y="99091"/>
                  </a:lnTo>
                  <a:lnTo>
                    <a:pt x="305321" y="99091"/>
                  </a:lnTo>
                  <a:lnTo>
                    <a:pt x="293578" y="99091"/>
                  </a:lnTo>
                  <a:lnTo>
                    <a:pt x="281835" y="99091"/>
                  </a:lnTo>
                  <a:lnTo>
                    <a:pt x="270091" y="99091"/>
                  </a:lnTo>
                  <a:lnTo>
                    <a:pt x="258348" y="99091"/>
                  </a:lnTo>
                  <a:lnTo>
                    <a:pt x="246605" y="99091"/>
                  </a:lnTo>
                  <a:lnTo>
                    <a:pt x="234862" y="99091"/>
                  </a:lnTo>
                  <a:lnTo>
                    <a:pt x="223119" y="99091"/>
                  </a:lnTo>
                  <a:lnTo>
                    <a:pt x="211376" y="99091"/>
                  </a:lnTo>
                  <a:lnTo>
                    <a:pt x="199633" y="99091"/>
                  </a:lnTo>
                  <a:lnTo>
                    <a:pt x="187890" y="99091"/>
                  </a:lnTo>
                  <a:lnTo>
                    <a:pt x="176146" y="99091"/>
                  </a:lnTo>
                  <a:lnTo>
                    <a:pt x="164403" y="99091"/>
                  </a:lnTo>
                  <a:lnTo>
                    <a:pt x="152660" y="99091"/>
                  </a:lnTo>
                  <a:lnTo>
                    <a:pt x="140917" y="99091"/>
                  </a:lnTo>
                  <a:lnTo>
                    <a:pt x="129174" y="99091"/>
                  </a:lnTo>
                  <a:lnTo>
                    <a:pt x="117431" y="99091"/>
                  </a:lnTo>
                  <a:lnTo>
                    <a:pt x="105688" y="99091"/>
                  </a:lnTo>
                  <a:lnTo>
                    <a:pt x="93945" y="99091"/>
                  </a:lnTo>
                  <a:lnTo>
                    <a:pt x="82201" y="99091"/>
                  </a:lnTo>
                  <a:lnTo>
                    <a:pt x="70458" y="99091"/>
                  </a:lnTo>
                  <a:lnTo>
                    <a:pt x="58715" y="99091"/>
                  </a:lnTo>
                  <a:lnTo>
                    <a:pt x="46972" y="99091"/>
                  </a:lnTo>
                  <a:lnTo>
                    <a:pt x="35229" y="99091"/>
                  </a:lnTo>
                  <a:lnTo>
                    <a:pt x="23486" y="99091"/>
                  </a:lnTo>
                  <a:lnTo>
                    <a:pt x="11743" y="99091"/>
                  </a:lnTo>
                  <a:lnTo>
                    <a:pt x="0" y="99091"/>
                  </a:lnTo>
                  <a:close/>
                </a:path>
              </a:pathLst>
            </a:custGeom>
            <a:solidFill>
              <a:srgbClr val="3C8C5A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074181" y="3580679"/>
              <a:ext cx="8037350" cy="67359"/>
            </a:xfrm>
            <a:custGeom>
              <a:avLst/>
              <a:pathLst>
                <a:path w="8037350" h="67359">
                  <a:moveTo>
                    <a:pt x="0" y="67225"/>
                  </a:moveTo>
                  <a:lnTo>
                    <a:pt x="16074" y="67215"/>
                  </a:lnTo>
                  <a:lnTo>
                    <a:pt x="32149" y="67209"/>
                  </a:lnTo>
                  <a:lnTo>
                    <a:pt x="48224" y="67205"/>
                  </a:lnTo>
                  <a:lnTo>
                    <a:pt x="64298" y="67203"/>
                  </a:lnTo>
                  <a:lnTo>
                    <a:pt x="80373" y="67205"/>
                  </a:lnTo>
                  <a:lnTo>
                    <a:pt x="96448" y="67209"/>
                  </a:lnTo>
                  <a:lnTo>
                    <a:pt x="112522" y="67214"/>
                  </a:lnTo>
                  <a:lnTo>
                    <a:pt x="128597" y="67221"/>
                  </a:lnTo>
                  <a:lnTo>
                    <a:pt x="144672" y="67229"/>
                  </a:lnTo>
                  <a:lnTo>
                    <a:pt x="160747" y="67237"/>
                  </a:lnTo>
                  <a:lnTo>
                    <a:pt x="176821" y="67246"/>
                  </a:lnTo>
                  <a:lnTo>
                    <a:pt x="192896" y="67253"/>
                  </a:lnTo>
                  <a:lnTo>
                    <a:pt x="208971" y="67260"/>
                  </a:lnTo>
                  <a:lnTo>
                    <a:pt x="225045" y="67266"/>
                  </a:lnTo>
                  <a:lnTo>
                    <a:pt x="241120" y="67271"/>
                  </a:lnTo>
                  <a:lnTo>
                    <a:pt x="257195" y="67276"/>
                  </a:lnTo>
                  <a:lnTo>
                    <a:pt x="273269" y="67280"/>
                  </a:lnTo>
                  <a:lnTo>
                    <a:pt x="289344" y="67285"/>
                  </a:lnTo>
                  <a:lnTo>
                    <a:pt x="305419" y="67290"/>
                  </a:lnTo>
                  <a:lnTo>
                    <a:pt x="321494" y="67295"/>
                  </a:lnTo>
                  <a:lnTo>
                    <a:pt x="337568" y="67300"/>
                  </a:lnTo>
                  <a:lnTo>
                    <a:pt x="353643" y="67306"/>
                  </a:lnTo>
                  <a:lnTo>
                    <a:pt x="369718" y="67313"/>
                  </a:lnTo>
                  <a:lnTo>
                    <a:pt x="385792" y="67319"/>
                  </a:lnTo>
                  <a:lnTo>
                    <a:pt x="401867" y="67325"/>
                  </a:lnTo>
                  <a:lnTo>
                    <a:pt x="417942" y="67331"/>
                  </a:lnTo>
                  <a:lnTo>
                    <a:pt x="434016" y="67337"/>
                  </a:lnTo>
                  <a:lnTo>
                    <a:pt x="450091" y="67341"/>
                  </a:lnTo>
                  <a:lnTo>
                    <a:pt x="466166" y="67346"/>
                  </a:lnTo>
                  <a:lnTo>
                    <a:pt x="482241" y="67349"/>
                  </a:lnTo>
                  <a:lnTo>
                    <a:pt x="498315" y="67352"/>
                  </a:lnTo>
                  <a:lnTo>
                    <a:pt x="514390" y="67354"/>
                  </a:lnTo>
                  <a:lnTo>
                    <a:pt x="530465" y="67356"/>
                  </a:lnTo>
                  <a:lnTo>
                    <a:pt x="546539" y="67357"/>
                  </a:lnTo>
                  <a:lnTo>
                    <a:pt x="562614" y="67357"/>
                  </a:lnTo>
                  <a:lnTo>
                    <a:pt x="578689" y="67358"/>
                  </a:lnTo>
                  <a:lnTo>
                    <a:pt x="594763" y="67358"/>
                  </a:lnTo>
                  <a:lnTo>
                    <a:pt x="610838" y="67357"/>
                  </a:lnTo>
                  <a:lnTo>
                    <a:pt x="626913" y="67357"/>
                  </a:lnTo>
                  <a:lnTo>
                    <a:pt x="642988" y="67356"/>
                  </a:lnTo>
                  <a:lnTo>
                    <a:pt x="659062" y="67354"/>
                  </a:lnTo>
                  <a:lnTo>
                    <a:pt x="675137" y="67352"/>
                  </a:lnTo>
                  <a:lnTo>
                    <a:pt x="691212" y="67350"/>
                  </a:lnTo>
                  <a:lnTo>
                    <a:pt x="707286" y="67347"/>
                  </a:lnTo>
                  <a:lnTo>
                    <a:pt x="723361" y="67343"/>
                  </a:lnTo>
                  <a:lnTo>
                    <a:pt x="739436" y="67338"/>
                  </a:lnTo>
                  <a:lnTo>
                    <a:pt x="755510" y="67333"/>
                  </a:lnTo>
                  <a:lnTo>
                    <a:pt x="771585" y="67327"/>
                  </a:lnTo>
                  <a:lnTo>
                    <a:pt x="787660" y="67322"/>
                  </a:lnTo>
                  <a:lnTo>
                    <a:pt x="803735" y="67316"/>
                  </a:lnTo>
                  <a:lnTo>
                    <a:pt x="819809" y="67311"/>
                  </a:lnTo>
                  <a:lnTo>
                    <a:pt x="835884" y="67307"/>
                  </a:lnTo>
                  <a:lnTo>
                    <a:pt x="851959" y="67304"/>
                  </a:lnTo>
                  <a:lnTo>
                    <a:pt x="868033" y="67302"/>
                  </a:lnTo>
                  <a:lnTo>
                    <a:pt x="884108" y="67302"/>
                  </a:lnTo>
                  <a:lnTo>
                    <a:pt x="900183" y="67302"/>
                  </a:lnTo>
                  <a:lnTo>
                    <a:pt x="916257" y="67304"/>
                  </a:lnTo>
                  <a:lnTo>
                    <a:pt x="932332" y="67307"/>
                  </a:lnTo>
                  <a:lnTo>
                    <a:pt x="948407" y="67311"/>
                  </a:lnTo>
                  <a:lnTo>
                    <a:pt x="964482" y="67314"/>
                  </a:lnTo>
                  <a:lnTo>
                    <a:pt x="980556" y="67317"/>
                  </a:lnTo>
                  <a:lnTo>
                    <a:pt x="996631" y="67319"/>
                  </a:lnTo>
                  <a:lnTo>
                    <a:pt x="1012706" y="67319"/>
                  </a:lnTo>
                  <a:lnTo>
                    <a:pt x="1028780" y="67318"/>
                  </a:lnTo>
                  <a:lnTo>
                    <a:pt x="1044855" y="67315"/>
                  </a:lnTo>
                  <a:lnTo>
                    <a:pt x="1060930" y="67310"/>
                  </a:lnTo>
                  <a:lnTo>
                    <a:pt x="1077005" y="67303"/>
                  </a:lnTo>
                  <a:lnTo>
                    <a:pt x="1093079" y="67294"/>
                  </a:lnTo>
                  <a:lnTo>
                    <a:pt x="1109154" y="67285"/>
                  </a:lnTo>
                  <a:lnTo>
                    <a:pt x="1125229" y="67275"/>
                  </a:lnTo>
                  <a:lnTo>
                    <a:pt x="1141303" y="67265"/>
                  </a:lnTo>
                  <a:lnTo>
                    <a:pt x="1157378" y="67255"/>
                  </a:lnTo>
                  <a:lnTo>
                    <a:pt x="1173453" y="67248"/>
                  </a:lnTo>
                  <a:lnTo>
                    <a:pt x="1189527" y="67242"/>
                  </a:lnTo>
                  <a:lnTo>
                    <a:pt x="1205602" y="67238"/>
                  </a:lnTo>
                  <a:lnTo>
                    <a:pt x="1221677" y="67236"/>
                  </a:lnTo>
                  <a:lnTo>
                    <a:pt x="1237752" y="67236"/>
                  </a:lnTo>
                  <a:lnTo>
                    <a:pt x="1253826" y="67237"/>
                  </a:lnTo>
                  <a:lnTo>
                    <a:pt x="1269901" y="67240"/>
                  </a:lnTo>
                  <a:lnTo>
                    <a:pt x="1285976" y="67243"/>
                  </a:lnTo>
                  <a:lnTo>
                    <a:pt x="1302050" y="67247"/>
                  </a:lnTo>
                  <a:lnTo>
                    <a:pt x="1318125" y="67249"/>
                  </a:lnTo>
                  <a:lnTo>
                    <a:pt x="1334200" y="67251"/>
                  </a:lnTo>
                  <a:lnTo>
                    <a:pt x="1350274" y="67252"/>
                  </a:lnTo>
                  <a:lnTo>
                    <a:pt x="1366349" y="67252"/>
                  </a:lnTo>
                  <a:lnTo>
                    <a:pt x="1382424" y="67250"/>
                  </a:lnTo>
                  <a:lnTo>
                    <a:pt x="1398499" y="67248"/>
                  </a:lnTo>
                  <a:lnTo>
                    <a:pt x="1414573" y="67246"/>
                  </a:lnTo>
                  <a:lnTo>
                    <a:pt x="1430648" y="67242"/>
                  </a:lnTo>
                  <a:lnTo>
                    <a:pt x="1446723" y="67239"/>
                  </a:lnTo>
                  <a:lnTo>
                    <a:pt x="1462797" y="67234"/>
                  </a:lnTo>
                  <a:lnTo>
                    <a:pt x="1478872" y="67229"/>
                  </a:lnTo>
                  <a:lnTo>
                    <a:pt x="1494947" y="67222"/>
                  </a:lnTo>
                  <a:lnTo>
                    <a:pt x="1511021" y="67213"/>
                  </a:lnTo>
                  <a:lnTo>
                    <a:pt x="1527096" y="67202"/>
                  </a:lnTo>
                  <a:lnTo>
                    <a:pt x="1543171" y="67188"/>
                  </a:lnTo>
                  <a:lnTo>
                    <a:pt x="1559246" y="67171"/>
                  </a:lnTo>
                  <a:lnTo>
                    <a:pt x="1575320" y="67149"/>
                  </a:lnTo>
                  <a:lnTo>
                    <a:pt x="1591395" y="67124"/>
                  </a:lnTo>
                  <a:lnTo>
                    <a:pt x="1607470" y="67096"/>
                  </a:lnTo>
                  <a:lnTo>
                    <a:pt x="1623544" y="67065"/>
                  </a:lnTo>
                  <a:lnTo>
                    <a:pt x="1639619" y="67031"/>
                  </a:lnTo>
                  <a:lnTo>
                    <a:pt x="1655694" y="66994"/>
                  </a:lnTo>
                  <a:lnTo>
                    <a:pt x="1671768" y="66957"/>
                  </a:lnTo>
                  <a:lnTo>
                    <a:pt x="1687843" y="66919"/>
                  </a:lnTo>
                  <a:lnTo>
                    <a:pt x="1703918" y="66880"/>
                  </a:lnTo>
                  <a:lnTo>
                    <a:pt x="1719993" y="66842"/>
                  </a:lnTo>
                  <a:lnTo>
                    <a:pt x="1736067" y="66805"/>
                  </a:lnTo>
                  <a:lnTo>
                    <a:pt x="1752142" y="66769"/>
                  </a:lnTo>
                  <a:lnTo>
                    <a:pt x="1768217" y="66735"/>
                  </a:lnTo>
                  <a:lnTo>
                    <a:pt x="1784291" y="66704"/>
                  </a:lnTo>
                  <a:lnTo>
                    <a:pt x="1800366" y="66676"/>
                  </a:lnTo>
                  <a:lnTo>
                    <a:pt x="1816441" y="66653"/>
                  </a:lnTo>
                  <a:lnTo>
                    <a:pt x="1832515" y="66634"/>
                  </a:lnTo>
                  <a:lnTo>
                    <a:pt x="1848590" y="66621"/>
                  </a:lnTo>
                  <a:lnTo>
                    <a:pt x="1864665" y="66614"/>
                  </a:lnTo>
                  <a:lnTo>
                    <a:pt x="1880740" y="66612"/>
                  </a:lnTo>
                  <a:lnTo>
                    <a:pt x="1896814" y="66616"/>
                  </a:lnTo>
                  <a:lnTo>
                    <a:pt x="1912889" y="66625"/>
                  </a:lnTo>
                  <a:lnTo>
                    <a:pt x="1928964" y="66637"/>
                  </a:lnTo>
                  <a:lnTo>
                    <a:pt x="1945038" y="66652"/>
                  </a:lnTo>
                  <a:lnTo>
                    <a:pt x="1961113" y="66667"/>
                  </a:lnTo>
                  <a:lnTo>
                    <a:pt x="1977188" y="66681"/>
                  </a:lnTo>
                  <a:lnTo>
                    <a:pt x="1993262" y="66692"/>
                  </a:lnTo>
                  <a:lnTo>
                    <a:pt x="2009337" y="66698"/>
                  </a:lnTo>
                  <a:lnTo>
                    <a:pt x="2025412" y="66698"/>
                  </a:lnTo>
                  <a:lnTo>
                    <a:pt x="2041487" y="66689"/>
                  </a:lnTo>
                  <a:lnTo>
                    <a:pt x="2057561" y="66672"/>
                  </a:lnTo>
                  <a:lnTo>
                    <a:pt x="2073636" y="66645"/>
                  </a:lnTo>
                  <a:lnTo>
                    <a:pt x="2089711" y="66608"/>
                  </a:lnTo>
                  <a:lnTo>
                    <a:pt x="2105785" y="66563"/>
                  </a:lnTo>
                  <a:lnTo>
                    <a:pt x="2121860" y="66509"/>
                  </a:lnTo>
                  <a:lnTo>
                    <a:pt x="2137935" y="66450"/>
                  </a:lnTo>
                  <a:lnTo>
                    <a:pt x="2154010" y="66388"/>
                  </a:lnTo>
                  <a:lnTo>
                    <a:pt x="2170084" y="66324"/>
                  </a:lnTo>
                  <a:lnTo>
                    <a:pt x="2186159" y="66261"/>
                  </a:lnTo>
                  <a:lnTo>
                    <a:pt x="2202234" y="66204"/>
                  </a:lnTo>
                  <a:lnTo>
                    <a:pt x="2218308" y="66153"/>
                  </a:lnTo>
                  <a:lnTo>
                    <a:pt x="2234383" y="66110"/>
                  </a:lnTo>
                  <a:lnTo>
                    <a:pt x="2250458" y="66078"/>
                  </a:lnTo>
                  <a:lnTo>
                    <a:pt x="2266532" y="66056"/>
                  </a:lnTo>
                  <a:lnTo>
                    <a:pt x="2282607" y="66044"/>
                  </a:lnTo>
                  <a:lnTo>
                    <a:pt x="2298682" y="66041"/>
                  </a:lnTo>
                  <a:lnTo>
                    <a:pt x="2314757" y="66045"/>
                  </a:lnTo>
                  <a:lnTo>
                    <a:pt x="2330831" y="66053"/>
                  </a:lnTo>
                  <a:lnTo>
                    <a:pt x="2346906" y="66063"/>
                  </a:lnTo>
                  <a:lnTo>
                    <a:pt x="2362981" y="66075"/>
                  </a:lnTo>
                  <a:lnTo>
                    <a:pt x="2379055" y="66085"/>
                  </a:lnTo>
                  <a:lnTo>
                    <a:pt x="2395130" y="66092"/>
                  </a:lnTo>
                  <a:lnTo>
                    <a:pt x="2411205" y="66098"/>
                  </a:lnTo>
                  <a:lnTo>
                    <a:pt x="2427279" y="66101"/>
                  </a:lnTo>
                  <a:lnTo>
                    <a:pt x="2443354" y="66102"/>
                  </a:lnTo>
                  <a:lnTo>
                    <a:pt x="2459429" y="66101"/>
                  </a:lnTo>
                  <a:lnTo>
                    <a:pt x="2475504" y="66100"/>
                  </a:lnTo>
                  <a:lnTo>
                    <a:pt x="2491578" y="66097"/>
                  </a:lnTo>
                  <a:lnTo>
                    <a:pt x="2507653" y="66093"/>
                  </a:lnTo>
                  <a:lnTo>
                    <a:pt x="2523728" y="66085"/>
                  </a:lnTo>
                  <a:lnTo>
                    <a:pt x="2539802" y="66073"/>
                  </a:lnTo>
                  <a:lnTo>
                    <a:pt x="2555877" y="66054"/>
                  </a:lnTo>
                  <a:lnTo>
                    <a:pt x="2571952" y="66025"/>
                  </a:lnTo>
                  <a:lnTo>
                    <a:pt x="2588026" y="65985"/>
                  </a:lnTo>
                  <a:lnTo>
                    <a:pt x="2604101" y="65932"/>
                  </a:lnTo>
                  <a:lnTo>
                    <a:pt x="2620176" y="65866"/>
                  </a:lnTo>
                  <a:lnTo>
                    <a:pt x="2636251" y="65786"/>
                  </a:lnTo>
                  <a:lnTo>
                    <a:pt x="2652325" y="65694"/>
                  </a:lnTo>
                  <a:lnTo>
                    <a:pt x="2668400" y="65592"/>
                  </a:lnTo>
                  <a:lnTo>
                    <a:pt x="2684475" y="65482"/>
                  </a:lnTo>
                  <a:lnTo>
                    <a:pt x="2700549" y="65369"/>
                  </a:lnTo>
                  <a:lnTo>
                    <a:pt x="2716624" y="65255"/>
                  </a:lnTo>
                  <a:lnTo>
                    <a:pt x="2732699" y="65144"/>
                  </a:lnTo>
                  <a:lnTo>
                    <a:pt x="2748773" y="65039"/>
                  </a:lnTo>
                  <a:lnTo>
                    <a:pt x="2764848" y="64942"/>
                  </a:lnTo>
                  <a:lnTo>
                    <a:pt x="2780923" y="64855"/>
                  </a:lnTo>
                  <a:lnTo>
                    <a:pt x="2796998" y="64779"/>
                  </a:lnTo>
                  <a:lnTo>
                    <a:pt x="2813072" y="64713"/>
                  </a:lnTo>
                  <a:lnTo>
                    <a:pt x="2829147" y="64654"/>
                  </a:lnTo>
                  <a:lnTo>
                    <a:pt x="2845222" y="64601"/>
                  </a:lnTo>
                  <a:lnTo>
                    <a:pt x="2861296" y="64550"/>
                  </a:lnTo>
                  <a:lnTo>
                    <a:pt x="2877371" y="64497"/>
                  </a:lnTo>
                  <a:lnTo>
                    <a:pt x="2893446" y="64438"/>
                  </a:lnTo>
                  <a:lnTo>
                    <a:pt x="2909520" y="64369"/>
                  </a:lnTo>
                  <a:lnTo>
                    <a:pt x="2925595" y="64286"/>
                  </a:lnTo>
                  <a:lnTo>
                    <a:pt x="2941670" y="64187"/>
                  </a:lnTo>
                  <a:lnTo>
                    <a:pt x="2957745" y="64071"/>
                  </a:lnTo>
                  <a:lnTo>
                    <a:pt x="2973819" y="63936"/>
                  </a:lnTo>
                  <a:lnTo>
                    <a:pt x="2989894" y="63784"/>
                  </a:lnTo>
                  <a:lnTo>
                    <a:pt x="3005969" y="63617"/>
                  </a:lnTo>
                  <a:lnTo>
                    <a:pt x="3022043" y="63436"/>
                  </a:lnTo>
                  <a:lnTo>
                    <a:pt x="3038118" y="63244"/>
                  </a:lnTo>
                  <a:lnTo>
                    <a:pt x="3054193" y="63044"/>
                  </a:lnTo>
                  <a:lnTo>
                    <a:pt x="3070267" y="62836"/>
                  </a:lnTo>
                  <a:lnTo>
                    <a:pt x="3086342" y="62623"/>
                  </a:lnTo>
                  <a:lnTo>
                    <a:pt x="3102417" y="62404"/>
                  </a:lnTo>
                  <a:lnTo>
                    <a:pt x="3118492" y="62178"/>
                  </a:lnTo>
                  <a:lnTo>
                    <a:pt x="3134566" y="61947"/>
                  </a:lnTo>
                  <a:lnTo>
                    <a:pt x="3150641" y="61708"/>
                  </a:lnTo>
                  <a:lnTo>
                    <a:pt x="3166716" y="61461"/>
                  </a:lnTo>
                  <a:lnTo>
                    <a:pt x="3182790" y="61205"/>
                  </a:lnTo>
                  <a:lnTo>
                    <a:pt x="3198865" y="60938"/>
                  </a:lnTo>
                  <a:lnTo>
                    <a:pt x="3214940" y="60656"/>
                  </a:lnTo>
                  <a:lnTo>
                    <a:pt x="3231015" y="60359"/>
                  </a:lnTo>
                  <a:lnTo>
                    <a:pt x="3247089" y="60041"/>
                  </a:lnTo>
                  <a:lnTo>
                    <a:pt x="3263164" y="59699"/>
                  </a:lnTo>
                  <a:lnTo>
                    <a:pt x="3279239" y="59326"/>
                  </a:lnTo>
                  <a:lnTo>
                    <a:pt x="3295313" y="58920"/>
                  </a:lnTo>
                  <a:lnTo>
                    <a:pt x="3311388" y="58481"/>
                  </a:lnTo>
                  <a:lnTo>
                    <a:pt x="3327463" y="58006"/>
                  </a:lnTo>
                  <a:lnTo>
                    <a:pt x="3343537" y="57500"/>
                  </a:lnTo>
                  <a:lnTo>
                    <a:pt x="3359612" y="56964"/>
                  </a:lnTo>
                  <a:lnTo>
                    <a:pt x="3375687" y="56405"/>
                  </a:lnTo>
                  <a:lnTo>
                    <a:pt x="3391762" y="55830"/>
                  </a:lnTo>
                  <a:lnTo>
                    <a:pt x="3407836" y="55247"/>
                  </a:lnTo>
                  <a:lnTo>
                    <a:pt x="3423911" y="54663"/>
                  </a:lnTo>
                  <a:lnTo>
                    <a:pt x="3439986" y="54083"/>
                  </a:lnTo>
                  <a:lnTo>
                    <a:pt x="3456060" y="53515"/>
                  </a:lnTo>
                  <a:lnTo>
                    <a:pt x="3472135" y="52959"/>
                  </a:lnTo>
                  <a:lnTo>
                    <a:pt x="3488210" y="52417"/>
                  </a:lnTo>
                  <a:lnTo>
                    <a:pt x="3504284" y="51888"/>
                  </a:lnTo>
                  <a:lnTo>
                    <a:pt x="3520359" y="51366"/>
                  </a:lnTo>
                  <a:lnTo>
                    <a:pt x="3536434" y="50845"/>
                  </a:lnTo>
                  <a:lnTo>
                    <a:pt x="3552509" y="50319"/>
                  </a:lnTo>
                  <a:lnTo>
                    <a:pt x="3568583" y="49778"/>
                  </a:lnTo>
                  <a:lnTo>
                    <a:pt x="3584658" y="49217"/>
                  </a:lnTo>
                  <a:lnTo>
                    <a:pt x="3600733" y="48626"/>
                  </a:lnTo>
                  <a:lnTo>
                    <a:pt x="3616807" y="47999"/>
                  </a:lnTo>
                  <a:lnTo>
                    <a:pt x="3632882" y="47331"/>
                  </a:lnTo>
                  <a:lnTo>
                    <a:pt x="3648957" y="46615"/>
                  </a:lnTo>
                  <a:lnTo>
                    <a:pt x="3665031" y="45849"/>
                  </a:lnTo>
                  <a:lnTo>
                    <a:pt x="3681106" y="45029"/>
                  </a:lnTo>
                  <a:lnTo>
                    <a:pt x="3697181" y="44155"/>
                  </a:lnTo>
                  <a:lnTo>
                    <a:pt x="3713256" y="43225"/>
                  </a:lnTo>
                  <a:lnTo>
                    <a:pt x="3729330" y="42241"/>
                  </a:lnTo>
                  <a:lnTo>
                    <a:pt x="3745405" y="41208"/>
                  </a:lnTo>
                  <a:lnTo>
                    <a:pt x="3761480" y="40130"/>
                  </a:lnTo>
                  <a:lnTo>
                    <a:pt x="3777554" y="39012"/>
                  </a:lnTo>
                  <a:lnTo>
                    <a:pt x="3793629" y="37867"/>
                  </a:lnTo>
                  <a:lnTo>
                    <a:pt x="3809704" y="36703"/>
                  </a:lnTo>
                  <a:lnTo>
                    <a:pt x="3825778" y="35529"/>
                  </a:lnTo>
                  <a:lnTo>
                    <a:pt x="3841853" y="34350"/>
                  </a:lnTo>
                  <a:lnTo>
                    <a:pt x="3857928" y="33170"/>
                  </a:lnTo>
                  <a:lnTo>
                    <a:pt x="3874003" y="31990"/>
                  </a:lnTo>
                  <a:lnTo>
                    <a:pt x="3890077" y="30805"/>
                  </a:lnTo>
                  <a:lnTo>
                    <a:pt x="3906152" y="29609"/>
                  </a:lnTo>
                  <a:lnTo>
                    <a:pt x="3922227" y="28393"/>
                  </a:lnTo>
                  <a:lnTo>
                    <a:pt x="3938301" y="27146"/>
                  </a:lnTo>
                  <a:lnTo>
                    <a:pt x="3954376" y="25861"/>
                  </a:lnTo>
                  <a:lnTo>
                    <a:pt x="3970451" y="24528"/>
                  </a:lnTo>
                  <a:lnTo>
                    <a:pt x="3986525" y="23146"/>
                  </a:lnTo>
                  <a:lnTo>
                    <a:pt x="4002600" y="21716"/>
                  </a:lnTo>
                  <a:lnTo>
                    <a:pt x="4018675" y="20243"/>
                  </a:lnTo>
                  <a:lnTo>
                    <a:pt x="4034750" y="18740"/>
                  </a:lnTo>
                  <a:lnTo>
                    <a:pt x="4050824" y="17221"/>
                  </a:lnTo>
                  <a:lnTo>
                    <a:pt x="4066899" y="15704"/>
                  </a:lnTo>
                  <a:lnTo>
                    <a:pt x="4082974" y="14204"/>
                  </a:lnTo>
                  <a:lnTo>
                    <a:pt x="4099048" y="12735"/>
                  </a:lnTo>
                  <a:lnTo>
                    <a:pt x="4115123" y="11311"/>
                  </a:lnTo>
                  <a:lnTo>
                    <a:pt x="4131198" y="9943"/>
                  </a:lnTo>
                  <a:lnTo>
                    <a:pt x="4147272" y="8640"/>
                  </a:lnTo>
                  <a:lnTo>
                    <a:pt x="4163347" y="7409"/>
                  </a:lnTo>
                  <a:lnTo>
                    <a:pt x="4179422" y="6257"/>
                  </a:lnTo>
                  <a:lnTo>
                    <a:pt x="4195497" y="5189"/>
                  </a:lnTo>
                  <a:lnTo>
                    <a:pt x="4211571" y="4210"/>
                  </a:lnTo>
                  <a:lnTo>
                    <a:pt x="4227646" y="3326"/>
                  </a:lnTo>
                  <a:lnTo>
                    <a:pt x="4243721" y="2544"/>
                  </a:lnTo>
                  <a:lnTo>
                    <a:pt x="4259795" y="1868"/>
                  </a:lnTo>
                  <a:lnTo>
                    <a:pt x="4275870" y="1308"/>
                  </a:lnTo>
                  <a:lnTo>
                    <a:pt x="4291945" y="857"/>
                  </a:lnTo>
                  <a:lnTo>
                    <a:pt x="4308020" y="512"/>
                  </a:lnTo>
                  <a:lnTo>
                    <a:pt x="4324094" y="265"/>
                  </a:lnTo>
                  <a:lnTo>
                    <a:pt x="4340169" y="107"/>
                  </a:lnTo>
                  <a:lnTo>
                    <a:pt x="4356244" y="23"/>
                  </a:lnTo>
                  <a:lnTo>
                    <a:pt x="4372318" y="0"/>
                  </a:lnTo>
                  <a:lnTo>
                    <a:pt x="4388393" y="21"/>
                  </a:lnTo>
                  <a:lnTo>
                    <a:pt x="4404468" y="75"/>
                  </a:lnTo>
                  <a:lnTo>
                    <a:pt x="4420542" y="152"/>
                  </a:lnTo>
                  <a:lnTo>
                    <a:pt x="4436617" y="244"/>
                  </a:lnTo>
                  <a:lnTo>
                    <a:pt x="4452692" y="350"/>
                  </a:lnTo>
                  <a:lnTo>
                    <a:pt x="4468767" y="472"/>
                  </a:lnTo>
                  <a:lnTo>
                    <a:pt x="4484841" y="615"/>
                  </a:lnTo>
                  <a:lnTo>
                    <a:pt x="4500916" y="787"/>
                  </a:lnTo>
                  <a:lnTo>
                    <a:pt x="4516991" y="998"/>
                  </a:lnTo>
                  <a:lnTo>
                    <a:pt x="4533065" y="1255"/>
                  </a:lnTo>
                  <a:lnTo>
                    <a:pt x="4549140" y="1564"/>
                  </a:lnTo>
                  <a:lnTo>
                    <a:pt x="4565215" y="1927"/>
                  </a:lnTo>
                  <a:lnTo>
                    <a:pt x="4581289" y="2345"/>
                  </a:lnTo>
                  <a:lnTo>
                    <a:pt x="4597364" y="2818"/>
                  </a:lnTo>
                  <a:lnTo>
                    <a:pt x="4613439" y="3342"/>
                  </a:lnTo>
                  <a:lnTo>
                    <a:pt x="4629514" y="3914"/>
                  </a:lnTo>
                  <a:lnTo>
                    <a:pt x="4645588" y="4529"/>
                  </a:lnTo>
                  <a:lnTo>
                    <a:pt x="4661663" y="5185"/>
                  </a:lnTo>
                  <a:lnTo>
                    <a:pt x="4677738" y="5876"/>
                  </a:lnTo>
                  <a:lnTo>
                    <a:pt x="4693812" y="6601"/>
                  </a:lnTo>
                  <a:lnTo>
                    <a:pt x="4709887" y="7357"/>
                  </a:lnTo>
                  <a:lnTo>
                    <a:pt x="4725962" y="8143"/>
                  </a:lnTo>
                  <a:lnTo>
                    <a:pt x="4742036" y="8958"/>
                  </a:lnTo>
                  <a:lnTo>
                    <a:pt x="4758111" y="9802"/>
                  </a:lnTo>
                  <a:lnTo>
                    <a:pt x="4774186" y="10676"/>
                  </a:lnTo>
                  <a:lnTo>
                    <a:pt x="4790261" y="11579"/>
                  </a:lnTo>
                  <a:lnTo>
                    <a:pt x="4806335" y="12512"/>
                  </a:lnTo>
                  <a:lnTo>
                    <a:pt x="4822410" y="13477"/>
                  </a:lnTo>
                  <a:lnTo>
                    <a:pt x="4838485" y="14476"/>
                  </a:lnTo>
                  <a:lnTo>
                    <a:pt x="4854559" y="15514"/>
                  </a:lnTo>
                  <a:lnTo>
                    <a:pt x="4870634" y="16595"/>
                  </a:lnTo>
                  <a:lnTo>
                    <a:pt x="4886709" y="17720"/>
                  </a:lnTo>
                  <a:lnTo>
                    <a:pt x="4902783" y="18892"/>
                  </a:lnTo>
                  <a:lnTo>
                    <a:pt x="4918858" y="20111"/>
                  </a:lnTo>
                  <a:lnTo>
                    <a:pt x="4934933" y="21371"/>
                  </a:lnTo>
                  <a:lnTo>
                    <a:pt x="4951008" y="22665"/>
                  </a:lnTo>
                  <a:lnTo>
                    <a:pt x="4967082" y="23982"/>
                  </a:lnTo>
                  <a:lnTo>
                    <a:pt x="4983157" y="25307"/>
                  </a:lnTo>
                  <a:lnTo>
                    <a:pt x="4999232" y="26624"/>
                  </a:lnTo>
                  <a:lnTo>
                    <a:pt x="5015306" y="27914"/>
                  </a:lnTo>
                  <a:lnTo>
                    <a:pt x="5031381" y="29163"/>
                  </a:lnTo>
                  <a:lnTo>
                    <a:pt x="5047456" y="30361"/>
                  </a:lnTo>
                  <a:lnTo>
                    <a:pt x="5063530" y="31500"/>
                  </a:lnTo>
                  <a:lnTo>
                    <a:pt x="5079605" y="32579"/>
                  </a:lnTo>
                  <a:lnTo>
                    <a:pt x="5095680" y="33599"/>
                  </a:lnTo>
                  <a:lnTo>
                    <a:pt x="5111755" y="34566"/>
                  </a:lnTo>
                  <a:lnTo>
                    <a:pt x="5127829" y="35486"/>
                  </a:lnTo>
                  <a:lnTo>
                    <a:pt x="5143904" y="36366"/>
                  </a:lnTo>
                  <a:lnTo>
                    <a:pt x="5159979" y="37213"/>
                  </a:lnTo>
                  <a:lnTo>
                    <a:pt x="5176053" y="38032"/>
                  </a:lnTo>
                  <a:lnTo>
                    <a:pt x="5192128" y="38825"/>
                  </a:lnTo>
                  <a:lnTo>
                    <a:pt x="5208203" y="39591"/>
                  </a:lnTo>
                  <a:lnTo>
                    <a:pt x="5224277" y="40328"/>
                  </a:lnTo>
                  <a:lnTo>
                    <a:pt x="5240352" y="41032"/>
                  </a:lnTo>
                  <a:lnTo>
                    <a:pt x="5256427" y="41696"/>
                  </a:lnTo>
                  <a:lnTo>
                    <a:pt x="5272502" y="42314"/>
                  </a:lnTo>
                  <a:lnTo>
                    <a:pt x="5288576" y="42885"/>
                  </a:lnTo>
                  <a:lnTo>
                    <a:pt x="5304651" y="43407"/>
                  </a:lnTo>
                  <a:lnTo>
                    <a:pt x="5320726" y="43883"/>
                  </a:lnTo>
                  <a:lnTo>
                    <a:pt x="5336800" y="44318"/>
                  </a:lnTo>
                  <a:lnTo>
                    <a:pt x="5352875" y="44719"/>
                  </a:lnTo>
                  <a:lnTo>
                    <a:pt x="5368950" y="45096"/>
                  </a:lnTo>
                  <a:lnTo>
                    <a:pt x="5385025" y="45461"/>
                  </a:lnTo>
                  <a:lnTo>
                    <a:pt x="5401099" y="45826"/>
                  </a:lnTo>
                  <a:lnTo>
                    <a:pt x="5417174" y="46202"/>
                  </a:lnTo>
                  <a:lnTo>
                    <a:pt x="5433249" y="46599"/>
                  </a:lnTo>
                  <a:lnTo>
                    <a:pt x="5449323" y="47022"/>
                  </a:lnTo>
                  <a:lnTo>
                    <a:pt x="5465398" y="47476"/>
                  </a:lnTo>
                  <a:lnTo>
                    <a:pt x="5481473" y="47959"/>
                  </a:lnTo>
                  <a:lnTo>
                    <a:pt x="5497547" y="48468"/>
                  </a:lnTo>
                  <a:lnTo>
                    <a:pt x="5513622" y="48997"/>
                  </a:lnTo>
                  <a:lnTo>
                    <a:pt x="5529697" y="49535"/>
                  </a:lnTo>
                  <a:lnTo>
                    <a:pt x="5545772" y="50070"/>
                  </a:lnTo>
                  <a:lnTo>
                    <a:pt x="5561846" y="50592"/>
                  </a:lnTo>
                  <a:lnTo>
                    <a:pt x="5577921" y="51092"/>
                  </a:lnTo>
                  <a:lnTo>
                    <a:pt x="5593996" y="51559"/>
                  </a:lnTo>
                  <a:lnTo>
                    <a:pt x="5610070" y="51989"/>
                  </a:lnTo>
                  <a:lnTo>
                    <a:pt x="5626145" y="52375"/>
                  </a:lnTo>
                  <a:lnTo>
                    <a:pt x="5642220" y="52716"/>
                  </a:lnTo>
                  <a:lnTo>
                    <a:pt x="5658294" y="53011"/>
                  </a:lnTo>
                  <a:lnTo>
                    <a:pt x="5674369" y="53262"/>
                  </a:lnTo>
                  <a:lnTo>
                    <a:pt x="5690444" y="53474"/>
                  </a:lnTo>
                  <a:lnTo>
                    <a:pt x="5706519" y="53653"/>
                  </a:lnTo>
                  <a:lnTo>
                    <a:pt x="5722593" y="53808"/>
                  </a:lnTo>
                  <a:lnTo>
                    <a:pt x="5738668" y="53948"/>
                  </a:lnTo>
                  <a:lnTo>
                    <a:pt x="5754743" y="54084"/>
                  </a:lnTo>
                  <a:lnTo>
                    <a:pt x="5770817" y="54226"/>
                  </a:lnTo>
                  <a:lnTo>
                    <a:pt x="5786892" y="54382"/>
                  </a:lnTo>
                  <a:lnTo>
                    <a:pt x="5802967" y="54560"/>
                  </a:lnTo>
                  <a:lnTo>
                    <a:pt x="5819041" y="54760"/>
                  </a:lnTo>
                  <a:lnTo>
                    <a:pt x="5835116" y="54985"/>
                  </a:lnTo>
                  <a:lnTo>
                    <a:pt x="5851191" y="55231"/>
                  </a:lnTo>
                  <a:lnTo>
                    <a:pt x="5867266" y="55493"/>
                  </a:lnTo>
                  <a:lnTo>
                    <a:pt x="5883340" y="55764"/>
                  </a:lnTo>
                  <a:lnTo>
                    <a:pt x="5899415" y="56035"/>
                  </a:lnTo>
                  <a:lnTo>
                    <a:pt x="5915490" y="56300"/>
                  </a:lnTo>
                  <a:lnTo>
                    <a:pt x="5931564" y="56550"/>
                  </a:lnTo>
                  <a:lnTo>
                    <a:pt x="5947639" y="56783"/>
                  </a:lnTo>
                  <a:lnTo>
                    <a:pt x="5963714" y="56994"/>
                  </a:lnTo>
                  <a:lnTo>
                    <a:pt x="5979788" y="57186"/>
                  </a:lnTo>
                  <a:lnTo>
                    <a:pt x="5995863" y="57360"/>
                  </a:lnTo>
                  <a:lnTo>
                    <a:pt x="6011938" y="57524"/>
                  </a:lnTo>
                  <a:lnTo>
                    <a:pt x="6028013" y="57685"/>
                  </a:lnTo>
                  <a:lnTo>
                    <a:pt x="6044087" y="57852"/>
                  </a:lnTo>
                  <a:lnTo>
                    <a:pt x="6060162" y="58030"/>
                  </a:lnTo>
                  <a:lnTo>
                    <a:pt x="6076237" y="58225"/>
                  </a:lnTo>
                  <a:lnTo>
                    <a:pt x="6092311" y="58441"/>
                  </a:lnTo>
                  <a:lnTo>
                    <a:pt x="6108386" y="58679"/>
                  </a:lnTo>
                  <a:lnTo>
                    <a:pt x="6124461" y="58936"/>
                  </a:lnTo>
                  <a:lnTo>
                    <a:pt x="6140535" y="59211"/>
                  </a:lnTo>
                  <a:lnTo>
                    <a:pt x="6156610" y="59498"/>
                  </a:lnTo>
                  <a:lnTo>
                    <a:pt x="6172685" y="59794"/>
                  </a:lnTo>
                  <a:lnTo>
                    <a:pt x="6188760" y="60092"/>
                  </a:lnTo>
                  <a:lnTo>
                    <a:pt x="6204834" y="60390"/>
                  </a:lnTo>
                  <a:lnTo>
                    <a:pt x="6220909" y="60685"/>
                  </a:lnTo>
                  <a:lnTo>
                    <a:pt x="6236984" y="60975"/>
                  </a:lnTo>
                  <a:lnTo>
                    <a:pt x="6253058" y="61260"/>
                  </a:lnTo>
                  <a:lnTo>
                    <a:pt x="6269133" y="61540"/>
                  </a:lnTo>
                  <a:lnTo>
                    <a:pt x="6285208" y="61818"/>
                  </a:lnTo>
                  <a:lnTo>
                    <a:pt x="6301282" y="62094"/>
                  </a:lnTo>
                  <a:lnTo>
                    <a:pt x="6317357" y="62369"/>
                  </a:lnTo>
                  <a:lnTo>
                    <a:pt x="6333432" y="62642"/>
                  </a:lnTo>
                  <a:lnTo>
                    <a:pt x="6349507" y="62913"/>
                  </a:lnTo>
                  <a:lnTo>
                    <a:pt x="6365581" y="63179"/>
                  </a:lnTo>
                  <a:lnTo>
                    <a:pt x="6381656" y="63438"/>
                  </a:lnTo>
                  <a:lnTo>
                    <a:pt x="6397731" y="63689"/>
                  </a:lnTo>
                  <a:lnTo>
                    <a:pt x="6413805" y="63929"/>
                  </a:lnTo>
                  <a:lnTo>
                    <a:pt x="6429880" y="64158"/>
                  </a:lnTo>
                  <a:lnTo>
                    <a:pt x="6445955" y="64373"/>
                  </a:lnTo>
                  <a:lnTo>
                    <a:pt x="6462030" y="64575"/>
                  </a:lnTo>
                  <a:lnTo>
                    <a:pt x="6478104" y="64763"/>
                  </a:lnTo>
                  <a:lnTo>
                    <a:pt x="6494179" y="64938"/>
                  </a:lnTo>
                  <a:lnTo>
                    <a:pt x="6510254" y="65100"/>
                  </a:lnTo>
                  <a:lnTo>
                    <a:pt x="6526328" y="65249"/>
                  </a:lnTo>
                  <a:lnTo>
                    <a:pt x="6542403" y="65385"/>
                  </a:lnTo>
                  <a:lnTo>
                    <a:pt x="6558478" y="65509"/>
                  </a:lnTo>
                  <a:lnTo>
                    <a:pt x="6574552" y="65621"/>
                  </a:lnTo>
                  <a:lnTo>
                    <a:pt x="6590627" y="65719"/>
                  </a:lnTo>
                  <a:lnTo>
                    <a:pt x="6606702" y="65804"/>
                  </a:lnTo>
                  <a:lnTo>
                    <a:pt x="6622777" y="65876"/>
                  </a:lnTo>
                  <a:lnTo>
                    <a:pt x="6638851" y="65936"/>
                  </a:lnTo>
                  <a:lnTo>
                    <a:pt x="6654926" y="65983"/>
                  </a:lnTo>
                  <a:lnTo>
                    <a:pt x="6671001" y="66018"/>
                  </a:lnTo>
                  <a:lnTo>
                    <a:pt x="6687075" y="66042"/>
                  </a:lnTo>
                  <a:lnTo>
                    <a:pt x="6703150" y="66056"/>
                  </a:lnTo>
                  <a:lnTo>
                    <a:pt x="6719225" y="66061"/>
                  </a:lnTo>
                  <a:lnTo>
                    <a:pt x="6735299" y="66060"/>
                  </a:lnTo>
                  <a:lnTo>
                    <a:pt x="6751374" y="66054"/>
                  </a:lnTo>
                  <a:lnTo>
                    <a:pt x="6767449" y="66045"/>
                  </a:lnTo>
                  <a:lnTo>
                    <a:pt x="6783524" y="66036"/>
                  </a:lnTo>
                  <a:lnTo>
                    <a:pt x="6799598" y="66028"/>
                  </a:lnTo>
                  <a:lnTo>
                    <a:pt x="6815673" y="66023"/>
                  </a:lnTo>
                  <a:lnTo>
                    <a:pt x="6831748" y="66024"/>
                  </a:lnTo>
                  <a:lnTo>
                    <a:pt x="6847822" y="66029"/>
                  </a:lnTo>
                  <a:lnTo>
                    <a:pt x="6863897" y="66040"/>
                  </a:lnTo>
                  <a:lnTo>
                    <a:pt x="6879972" y="66057"/>
                  </a:lnTo>
                  <a:lnTo>
                    <a:pt x="6896046" y="66077"/>
                  </a:lnTo>
                  <a:lnTo>
                    <a:pt x="6912121" y="66100"/>
                  </a:lnTo>
                  <a:lnTo>
                    <a:pt x="6928196" y="66124"/>
                  </a:lnTo>
                  <a:lnTo>
                    <a:pt x="6944271" y="66147"/>
                  </a:lnTo>
                  <a:lnTo>
                    <a:pt x="6960345" y="66166"/>
                  </a:lnTo>
                  <a:lnTo>
                    <a:pt x="6976420" y="66181"/>
                  </a:lnTo>
                  <a:lnTo>
                    <a:pt x="6992495" y="66190"/>
                  </a:lnTo>
                  <a:lnTo>
                    <a:pt x="7008569" y="66190"/>
                  </a:lnTo>
                  <a:lnTo>
                    <a:pt x="7024644" y="66181"/>
                  </a:lnTo>
                  <a:lnTo>
                    <a:pt x="7040719" y="66162"/>
                  </a:lnTo>
                  <a:lnTo>
                    <a:pt x="7056793" y="66133"/>
                  </a:lnTo>
                  <a:lnTo>
                    <a:pt x="7072868" y="66093"/>
                  </a:lnTo>
                  <a:lnTo>
                    <a:pt x="7088943" y="66042"/>
                  </a:lnTo>
                  <a:lnTo>
                    <a:pt x="7105018" y="65981"/>
                  </a:lnTo>
                  <a:lnTo>
                    <a:pt x="7121092" y="65910"/>
                  </a:lnTo>
                  <a:lnTo>
                    <a:pt x="7137167" y="65831"/>
                  </a:lnTo>
                  <a:lnTo>
                    <a:pt x="7153242" y="65746"/>
                  </a:lnTo>
                  <a:lnTo>
                    <a:pt x="7169316" y="65657"/>
                  </a:lnTo>
                  <a:lnTo>
                    <a:pt x="7185391" y="65565"/>
                  </a:lnTo>
                  <a:lnTo>
                    <a:pt x="7201466" y="65474"/>
                  </a:lnTo>
                  <a:lnTo>
                    <a:pt x="7217540" y="65385"/>
                  </a:lnTo>
                  <a:lnTo>
                    <a:pt x="7233615" y="65301"/>
                  </a:lnTo>
                  <a:lnTo>
                    <a:pt x="7249690" y="65223"/>
                  </a:lnTo>
                  <a:lnTo>
                    <a:pt x="7265765" y="65155"/>
                  </a:lnTo>
                  <a:lnTo>
                    <a:pt x="7281839" y="65096"/>
                  </a:lnTo>
                  <a:lnTo>
                    <a:pt x="7297914" y="65047"/>
                  </a:lnTo>
                  <a:lnTo>
                    <a:pt x="7313989" y="65010"/>
                  </a:lnTo>
                  <a:lnTo>
                    <a:pt x="7330063" y="64984"/>
                  </a:lnTo>
                  <a:lnTo>
                    <a:pt x="7346138" y="64968"/>
                  </a:lnTo>
                  <a:lnTo>
                    <a:pt x="7362213" y="64964"/>
                  </a:lnTo>
                  <a:lnTo>
                    <a:pt x="7378287" y="64970"/>
                  </a:lnTo>
                  <a:lnTo>
                    <a:pt x="7394362" y="64987"/>
                  </a:lnTo>
                  <a:lnTo>
                    <a:pt x="7410437" y="65013"/>
                  </a:lnTo>
                  <a:lnTo>
                    <a:pt x="7426512" y="65048"/>
                  </a:lnTo>
                  <a:lnTo>
                    <a:pt x="7442586" y="65092"/>
                  </a:lnTo>
                  <a:lnTo>
                    <a:pt x="7458661" y="65144"/>
                  </a:lnTo>
                  <a:lnTo>
                    <a:pt x="7474736" y="65203"/>
                  </a:lnTo>
                  <a:lnTo>
                    <a:pt x="7490810" y="65269"/>
                  </a:lnTo>
                  <a:lnTo>
                    <a:pt x="7506885" y="65341"/>
                  </a:lnTo>
                  <a:lnTo>
                    <a:pt x="7522960" y="65417"/>
                  </a:lnTo>
                  <a:lnTo>
                    <a:pt x="7539035" y="65496"/>
                  </a:lnTo>
                  <a:lnTo>
                    <a:pt x="7555109" y="65578"/>
                  </a:lnTo>
                  <a:lnTo>
                    <a:pt x="7571184" y="65660"/>
                  </a:lnTo>
                  <a:lnTo>
                    <a:pt x="7587259" y="65742"/>
                  </a:lnTo>
                  <a:lnTo>
                    <a:pt x="7603333" y="65825"/>
                  </a:lnTo>
                  <a:lnTo>
                    <a:pt x="7619408" y="65907"/>
                  </a:lnTo>
                  <a:lnTo>
                    <a:pt x="7635483" y="65988"/>
                  </a:lnTo>
                  <a:lnTo>
                    <a:pt x="7651557" y="66068"/>
                  </a:lnTo>
                  <a:lnTo>
                    <a:pt x="7667632" y="66149"/>
                  </a:lnTo>
                  <a:lnTo>
                    <a:pt x="7683707" y="66229"/>
                  </a:lnTo>
                  <a:lnTo>
                    <a:pt x="7699782" y="66308"/>
                  </a:lnTo>
                  <a:lnTo>
                    <a:pt x="7715856" y="66387"/>
                  </a:lnTo>
                  <a:lnTo>
                    <a:pt x="7731931" y="66466"/>
                  </a:lnTo>
                  <a:lnTo>
                    <a:pt x="7748006" y="66543"/>
                  </a:lnTo>
                  <a:lnTo>
                    <a:pt x="7764080" y="66618"/>
                  </a:lnTo>
                  <a:lnTo>
                    <a:pt x="7780155" y="66692"/>
                  </a:lnTo>
                  <a:lnTo>
                    <a:pt x="7796230" y="66761"/>
                  </a:lnTo>
                  <a:lnTo>
                    <a:pt x="7812304" y="66827"/>
                  </a:lnTo>
                  <a:lnTo>
                    <a:pt x="7828379" y="66889"/>
                  </a:lnTo>
                  <a:lnTo>
                    <a:pt x="7844454" y="66944"/>
                  </a:lnTo>
                  <a:lnTo>
                    <a:pt x="7860529" y="66995"/>
                  </a:lnTo>
                  <a:lnTo>
                    <a:pt x="7876603" y="67038"/>
                  </a:lnTo>
                  <a:lnTo>
                    <a:pt x="7892678" y="67076"/>
                  </a:lnTo>
                  <a:lnTo>
                    <a:pt x="7908753" y="67108"/>
                  </a:lnTo>
                  <a:lnTo>
                    <a:pt x="7924827" y="67135"/>
                  </a:lnTo>
                  <a:lnTo>
                    <a:pt x="7940902" y="67156"/>
                  </a:lnTo>
                  <a:lnTo>
                    <a:pt x="7956977" y="67174"/>
                  </a:lnTo>
                  <a:lnTo>
                    <a:pt x="7973051" y="67189"/>
                  </a:lnTo>
                  <a:lnTo>
                    <a:pt x="7989126" y="67202"/>
                  </a:lnTo>
                  <a:lnTo>
                    <a:pt x="8005201" y="67214"/>
                  </a:lnTo>
                  <a:lnTo>
                    <a:pt x="8021276" y="67225"/>
                  </a:lnTo>
                  <a:lnTo>
                    <a:pt x="8037350" y="67359"/>
                  </a:lnTo>
                  <a:lnTo>
                    <a:pt x="8021276" y="67359"/>
                  </a:lnTo>
                  <a:lnTo>
                    <a:pt x="8005201" y="67359"/>
                  </a:lnTo>
                  <a:lnTo>
                    <a:pt x="7989126" y="67359"/>
                  </a:lnTo>
                  <a:lnTo>
                    <a:pt x="7973051" y="67359"/>
                  </a:lnTo>
                  <a:lnTo>
                    <a:pt x="7956977" y="67359"/>
                  </a:lnTo>
                  <a:lnTo>
                    <a:pt x="7940902" y="67359"/>
                  </a:lnTo>
                  <a:lnTo>
                    <a:pt x="7924827" y="67359"/>
                  </a:lnTo>
                  <a:lnTo>
                    <a:pt x="7908753" y="67359"/>
                  </a:lnTo>
                  <a:lnTo>
                    <a:pt x="7892678" y="67359"/>
                  </a:lnTo>
                  <a:lnTo>
                    <a:pt x="7876603" y="67359"/>
                  </a:lnTo>
                  <a:lnTo>
                    <a:pt x="7860529" y="67359"/>
                  </a:lnTo>
                  <a:lnTo>
                    <a:pt x="7844454" y="67359"/>
                  </a:lnTo>
                  <a:lnTo>
                    <a:pt x="7828379" y="67359"/>
                  </a:lnTo>
                  <a:lnTo>
                    <a:pt x="7812304" y="67359"/>
                  </a:lnTo>
                  <a:lnTo>
                    <a:pt x="7796230" y="67359"/>
                  </a:lnTo>
                  <a:lnTo>
                    <a:pt x="7780155" y="67359"/>
                  </a:lnTo>
                  <a:lnTo>
                    <a:pt x="7764080" y="67359"/>
                  </a:lnTo>
                  <a:lnTo>
                    <a:pt x="7748006" y="67359"/>
                  </a:lnTo>
                  <a:lnTo>
                    <a:pt x="7731931" y="67359"/>
                  </a:lnTo>
                  <a:lnTo>
                    <a:pt x="7715856" y="67359"/>
                  </a:lnTo>
                  <a:lnTo>
                    <a:pt x="7699782" y="67359"/>
                  </a:lnTo>
                  <a:lnTo>
                    <a:pt x="7683707" y="67359"/>
                  </a:lnTo>
                  <a:lnTo>
                    <a:pt x="7667632" y="67359"/>
                  </a:lnTo>
                  <a:lnTo>
                    <a:pt x="7651557" y="67359"/>
                  </a:lnTo>
                  <a:lnTo>
                    <a:pt x="7635483" y="67359"/>
                  </a:lnTo>
                  <a:lnTo>
                    <a:pt x="7619408" y="67359"/>
                  </a:lnTo>
                  <a:lnTo>
                    <a:pt x="7603333" y="67359"/>
                  </a:lnTo>
                  <a:lnTo>
                    <a:pt x="7587259" y="67359"/>
                  </a:lnTo>
                  <a:lnTo>
                    <a:pt x="7571184" y="67359"/>
                  </a:lnTo>
                  <a:lnTo>
                    <a:pt x="7555109" y="67359"/>
                  </a:lnTo>
                  <a:lnTo>
                    <a:pt x="7539035" y="67359"/>
                  </a:lnTo>
                  <a:lnTo>
                    <a:pt x="7522960" y="67359"/>
                  </a:lnTo>
                  <a:lnTo>
                    <a:pt x="7506885" y="67359"/>
                  </a:lnTo>
                  <a:lnTo>
                    <a:pt x="7490810" y="67359"/>
                  </a:lnTo>
                  <a:lnTo>
                    <a:pt x="7474736" y="67359"/>
                  </a:lnTo>
                  <a:lnTo>
                    <a:pt x="7458661" y="67359"/>
                  </a:lnTo>
                  <a:lnTo>
                    <a:pt x="7442586" y="67359"/>
                  </a:lnTo>
                  <a:lnTo>
                    <a:pt x="7426512" y="67359"/>
                  </a:lnTo>
                  <a:lnTo>
                    <a:pt x="7410437" y="67359"/>
                  </a:lnTo>
                  <a:lnTo>
                    <a:pt x="7394362" y="67359"/>
                  </a:lnTo>
                  <a:lnTo>
                    <a:pt x="7378287" y="67359"/>
                  </a:lnTo>
                  <a:lnTo>
                    <a:pt x="7362213" y="67359"/>
                  </a:lnTo>
                  <a:lnTo>
                    <a:pt x="7346138" y="67359"/>
                  </a:lnTo>
                  <a:lnTo>
                    <a:pt x="7330063" y="67359"/>
                  </a:lnTo>
                  <a:lnTo>
                    <a:pt x="7313989" y="67359"/>
                  </a:lnTo>
                  <a:lnTo>
                    <a:pt x="7297914" y="67359"/>
                  </a:lnTo>
                  <a:lnTo>
                    <a:pt x="7281839" y="67359"/>
                  </a:lnTo>
                  <a:lnTo>
                    <a:pt x="7265765" y="67359"/>
                  </a:lnTo>
                  <a:lnTo>
                    <a:pt x="7249690" y="67359"/>
                  </a:lnTo>
                  <a:lnTo>
                    <a:pt x="7233615" y="67359"/>
                  </a:lnTo>
                  <a:lnTo>
                    <a:pt x="7217540" y="67359"/>
                  </a:lnTo>
                  <a:lnTo>
                    <a:pt x="7201466" y="67359"/>
                  </a:lnTo>
                  <a:lnTo>
                    <a:pt x="7185391" y="67359"/>
                  </a:lnTo>
                  <a:lnTo>
                    <a:pt x="7169316" y="67359"/>
                  </a:lnTo>
                  <a:lnTo>
                    <a:pt x="7153242" y="67359"/>
                  </a:lnTo>
                  <a:lnTo>
                    <a:pt x="7137167" y="67359"/>
                  </a:lnTo>
                  <a:lnTo>
                    <a:pt x="7121092" y="67359"/>
                  </a:lnTo>
                  <a:lnTo>
                    <a:pt x="7105018" y="67359"/>
                  </a:lnTo>
                  <a:lnTo>
                    <a:pt x="7088943" y="67359"/>
                  </a:lnTo>
                  <a:lnTo>
                    <a:pt x="7072868" y="67359"/>
                  </a:lnTo>
                  <a:lnTo>
                    <a:pt x="7056793" y="67359"/>
                  </a:lnTo>
                  <a:lnTo>
                    <a:pt x="7040719" y="67359"/>
                  </a:lnTo>
                  <a:lnTo>
                    <a:pt x="7024644" y="67359"/>
                  </a:lnTo>
                  <a:lnTo>
                    <a:pt x="7008569" y="67359"/>
                  </a:lnTo>
                  <a:lnTo>
                    <a:pt x="6992495" y="67359"/>
                  </a:lnTo>
                  <a:lnTo>
                    <a:pt x="6976420" y="67359"/>
                  </a:lnTo>
                  <a:lnTo>
                    <a:pt x="6960345" y="67359"/>
                  </a:lnTo>
                  <a:lnTo>
                    <a:pt x="6944271" y="67359"/>
                  </a:lnTo>
                  <a:lnTo>
                    <a:pt x="6928196" y="67359"/>
                  </a:lnTo>
                  <a:lnTo>
                    <a:pt x="6912121" y="67359"/>
                  </a:lnTo>
                  <a:lnTo>
                    <a:pt x="6896046" y="67359"/>
                  </a:lnTo>
                  <a:lnTo>
                    <a:pt x="6879972" y="67359"/>
                  </a:lnTo>
                  <a:lnTo>
                    <a:pt x="6863897" y="67359"/>
                  </a:lnTo>
                  <a:lnTo>
                    <a:pt x="6847822" y="67359"/>
                  </a:lnTo>
                  <a:lnTo>
                    <a:pt x="6831748" y="67359"/>
                  </a:lnTo>
                  <a:lnTo>
                    <a:pt x="6815673" y="67359"/>
                  </a:lnTo>
                  <a:lnTo>
                    <a:pt x="6799598" y="67359"/>
                  </a:lnTo>
                  <a:lnTo>
                    <a:pt x="6783524" y="67359"/>
                  </a:lnTo>
                  <a:lnTo>
                    <a:pt x="6767449" y="67359"/>
                  </a:lnTo>
                  <a:lnTo>
                    <a:pt x="6751374" y="67359"/>
                  </a:lnTo>
                  <a:lnTo>
                    <a:pt x="6735299" y="67359"/>
                  </a:lnTo>
                  <a:lnTo>
                    <a:pt x="6719225" y="67359"/>
                  </a:lnTo>
                  <a:lnTo>
                    <a:pt x="6703150" y="67359"/>
                  </a:lnTo>
                  <a:lnTo>
                    <a:pt x="6687075" y="67359"/>
                  </a:lnTo>
                  <a:lnTo>
                    <a:pt x="6671001" y="67359"/>
                  </a:lnTo>
                  <a:lnTo>
                    <a:pt x="6654926" y="67359"/>
                  </a:lnTo>
                  <a:lnTo>
                    <a:pt x="6638851" y="67359"/>
                  </a:lnTo>
                  <a:lnTo>
                    <a:pt x="6622777" y="67359"/>
                  </a:lnTo>
                  <a:lnTo>
                    <a:pt x="6606702" y="67359"/>
                  </a:lnTo>
                  <a:lnTo>
                    <a:pt x="6590627" y="67359"/>
                  </a:lnTo>
                  <a:lnTo>
                    <a:pt x="6574552" y="67359"/>
                  </a:lnTo>
                  <a:lnTo>
                    <a:pt x="6558478" y="67359"/>
                  </a:lnTo>
                  <a:lnTo>
                    <a:pt x="6542403" y="67359"/>
                  </a:lnTo>
                  <a:lnTo>
                    <a:pt x="6526328" y="67359"/>
                  </a:lnTo>
                  <a:lnTo>
                    <a:pt x="6510254" y="67359"/>
                  </a:lnTo>
                  <a:lnTo>
                    <a:pt x="6494179" y="67359"/>
                  </a:lnTo>
                  <a:lnTo>
                    <a:pt x="6478104" y="67359"/>
                  </a:lnTo>
                  <a:lnTo>
                    <a:pt x="6462030" y="67359"/>
                  </a:lnTo>
                  <a:lnTo>
                    <a:pt x="6445955" y="67359"/>
                  </a:lnTo>
                  <a:lnTo>
                    <a:pt x="6429880" y="67359"/>
                  </a:lnTo>
                  <a:lnTo>
                    <a:pt x="6413805" y="67359"/>
                  </a:lnTo>
                  <a:lnTo>
                    <a:pt x="6397731" y="67359"/>
                  </a:lnTo>
                  <a:lnTo>
                    <a:pt x="6381656" y="67359"/>
                  </a:lnTo>
                  <a:lnTo>
                    <a:pt x="6365581" y="67359"/>
                  </a:lnTo>
                  <a:lnTo>
                    <a:pt x="6349507" y="67359"/>
                  </a:lnTo>
                  <a:lnTo>
                    <a:pt x="6333432" y="67359"/>
                  </a:lnTo>
                  <a:lnTo>
                    <a:pt x="6317357" y="67359"/>
                  </a:lnTo>
                  <a:lnTo>
                    <a:pt x="6301282" y="67359"/>
                  </a:lnTo>
                  <a:lnTo>
                    <a:pt x="6285208" y="67359"/>
                  </a:lnTo>
                  <a:lnTo>
                    <a:pt x="6269133" y="67359"/>
                  </a:lnTo>
                  <a:lnTo>
                    <a:pt x="6253058" y="67359"/>
                  </a:lnTo>
                  <a:lnTo>
                    <a:pt x="6236984" y="67359"/>
                  </a:lnTo>
                  <a:lnTo>
                    <a:pt x="6220909" y="67359"/>
                  </a:lnTo>
                  <a:lnTo>
                    <a:pt x="6204834" y="67359"/>
                  </a:lnTo>
                  <a:lnTo>
                    <a:pt x="6188760" y="67359"/>
                  </a:lnTo>
                  <a:lnTo>
                    <a:pt x="6172685" y="67359"/>
                  </a:lnTo>
                  <a:lnTo>
                    <a:pt x="6156610" y="67359"/>
                  </a:lnTo>
                  <a:lnTo>
                    <a:pt x="6140535" y="67359"/>
                  </a:lnTo>
                  <a:lnTo>
                    <a:pt x="6124461" y="67359"/>
                  </a:lnTo>
                  <a:lnTo>
                    <a:pt x="6108386" y="67359"/>
                  </a:lnTo>
                  <a:lnTo>
                    <a:pt x="6092311" y="67359"/>
                  </a:lnTo>
                  <a:lnTo>
                    <a:pt x="6076237" y="67359"/>
                  </a:lnTo>
                  <a:lnTo>
                    <a:pt x="6060162" y="67359"/>
                  </a:lnTo>
                  <a:lnTo>
                    <a:pt x="6044087" y="67359"/>
                  </a:lnTo>
                  <a:lnTo>
                    <a:pt x="6028013" y="67359"/>
                  </a:lnTo>
                  <a:lnTo>
                    <a:pt x="6011938" y="67359"/>
                  </a:lnTo>
                  <a:lnTo>
                    <a:pt x="5995863" y="67359"/>
                  </a:lnTo>
                  <a:lnTo>
                    <a:pt x="5979788" y="67359"/>
                  </a:lnTo>
                  <a:lnTo>
                    <a:pt x="5963714" y="67359"/>
                  </a:lnTo>
                  <a:lnTo>
                    <a:pt x="5947639" y="67359"/>
                  </a:lnTo>
                  <a:lnTo>
                    <a:pt x="5931564" y="67359"/>
                  </a:lnTo>
                  <a:lnTo>
                    <a:pt x="5915490" y="67359"/>
                  </a:lnTo>
                  <a:lnTo>
                    <a:pt x="5899415" y="67359"/>
                  </a:lnTo>
                  <a:lnTo>
                    <a:pt x="5883340" y="67359"/>
                  </a:lnTo>
                  <a:lnTo>
                    <a:pt x="5867266" y="67359"/>
                  </a:lnTo>
                  <a:lnTo>
                    <a:pt x="5851191" y="67359"/>
                  </a:lnTo>
                  <a:lnTo>
                    <a:pt x="5835116" y="67359"/>
                  </a:lnTo>
                  <a:lnTo>
                    <a:pt x="5819041" y="67359"/>
                  </a:lnTo>
                  <a:lnTo>
                    <a:pt x="5802967" y="67359"/>
                  </a:lnTo>
                  <a:lnTo>
                    <a:pt x="5786892" y="67359"/>
                  </a:lnTo>
                  <a:lnTo>
                    <a:pt x="5770817" y="67359"/>
                  </a:lnTo>
                  <a:lnTo>
                    <a:pt x="5754743" y="67359"/>
                  </a:lnTo>
                  <a:lnTo>
                    <a:pt x="5738668" y="67359"/>
                  </a:lnTo>
                  <a:lnTo>
                    <a:pt x="5722593" y="67359"/>
                  </a:lnTo>
                  <a:lnTo>
                    <a:pt x="5706519" y="67359"/>
                  </a:lnTo>
                  <a:lnTo>
                    <a:pt x="5690444" y="67359"/>
                  </a:lnTo>
                  <a:lnTo>
                    <a:pt x="5674369" y="67359"/>
                  </a:lnTo>
                  <a:lnTo>
                    <a:pt x="5658294" y="67359"/>
                  </a:lnTo>
                  <a:lnTo>
                    <a:pt x="5642220" y="67359"/>
                  </a:lnTo>
                  <a:lnTo>
                    <a:pt x="5626145" y="67359"/>
                  </a:lnTo>
                  <a:lnTo>
                    <a:pt x="5610070" y="67359"/>
                  </a:lnTo>
                  <a:lnTo>
                    <a:pt x="5593996" y="67359"/>
                  </a:lnTo>
                  <a:lnTo>
                    <a:pt x="5577921" y="67359"/>
                  </a:lnTo>
                  <a:lnTo>
                    <a:pt x="5561846" y="67359"/>
                  </a:lnTo>
                  <a:lnTo>
                    <a:pt x="5545772" y="67359"/>
                  </a:lnTo>
                  <a:lnTo>
                    <a:pt x="5529697" y="67359"/>
                  </a:lnTo>
                  <a:lnTo>
                    <a:pt x="5513622" y="67359"/>
                  </a:lnTo>
                  <a:lnTo>
                    <a:pt x="5497547" y="67359"/>
                  </a:lnTo>
                  <a:lnTo>
                    <a:pt x="5481473" y="67359"/>
                  </a:lnTo>
                  <a:lnTo>
                    <a:pt x="5465398" y="67359"/>
                  </a:lnTo>
                  <a:lnTo>
                    <a:pt x="5449323" y="67359"/>
                  </a:lnTo>
                  <a:lnTo>
                    <a:pt x="5433249" y="67359"/>
                  </a:lnTo>
                  <a:lnTo>
                    <a:pt x="5417174" y="67359"/>
                  </a:lnTo>
                  <a:lnTo>
                    <a:pt x="5401099" y="67359"/>
                  </a:lnTo>
                  <a:lnTo>
                    <a:pt x="5385025" y="67359"/>
                  </a:lnTo>
                  <a:lnTo>
                    <a:pt x="5368950" y="67359"/>
                  </a:lnTo>
                  <a:lnTo>
                    <a:pt x="5352875" y="67359"/>
                  </a:lnTo>
                  <a:lnTo>
                    <a:pt x="5336800" y="67359"/>
                  </a:lnTo>
                  <a:lnTo>
                    <a:pt x="5320726" y="67359"/>
                  </a:lnTo>
                  <a:lnTo>
                    <a:pt x="5304651" y="67359"/>
                  </a:lnTo>
                  <a:lnTo>
                    <a:pt x="5288576" y="67359"/>
                  </a:lnTo>
                  <a:lnTo>
                    <a:pt x="5272502" y="67359"/>
                  </a:lnTo>
                  <a:lnTo>
                    <a:pt x="5256427" y="67359"/>
                  </a:lnTo>
                  <a:lnTo>
                    <a:pt x="5240352" y="67359"/>
                  </a:lnTo>
                  <a:lnTo>
                    <a:pt x="5224277" y="67359"/>
                  </a:lnTo>
                  <a:lnTo>
                    <a:pt x="5208203" y="67359"/>
                  </a:lnTo>
                  <a:lnTo>
                    <a:pt x="5192128" y="67359"/>
                  </a:lnTo>
                  <a:lnTo>
                    <a:pt x="5176053" y="67359"/>
                  </a:lnTo>
                  <a:lnTo>
                    <a:pt x="5159979" y="67359"/>
                  </a:lnTo>
                  <a:lnTo>
                    <a:pt x="5143904" y="67359"/>
                  </a:lnTo>
                  <a:lnTo>
                    <a:pt x="5127829" y="67359"/>
                  </a:lnTo>
                  <a:lnTo>
                    <a:pt x="5111755" y="67359"/>
                  </a:lnTo>
                  <a:lnTo>
                    <a:pt x="5095680" y="67359"/>
                  </a:lnTo>
                  <a:lnTo>
                    <a:pt x="5079605" y="67359"/>
                  </a:lnTo>
                  <a:lnTo>
                    <a:pt x="5063530" y="67359"/>
                  </a:lnTo>
                  <a:lnTo>
                    <a:pt x="5047456" y="67359"/>
                  </a:lnTo>
                  <a:lnTo>
                    <a:pt x="5031381" y="67359"/>
                  </a:lnTo>
                  <a:lnTo>
                    <a:pt x="5015306" y="67359"/>
                  </a:lnTo>
                  <a:lnTo>
                    <a:pt x="4999232" y="67359"/>
                  </a:lnTo>
                  <a:lnTo>
                    <a:pt x="4983157" y="67359"/>
                  </a:lnTo>
                  <a:lnTo>
                    <a:pt x="4967082" y="67359"/>
                  </a:lnTo>
                  <a:lnTo>
                    <a:pt x="4951008" y="67359"/>
                  </a:lnTo>
                  <a:lnTo>
                    <a:pt x="4934933" y="67359"/>
                  </a:lnTo>
                  <a:lnTo>
                    <a:pt x="4918858" y="67359"/>
                  </a:lnTo>
                  <a:lnTo>
                    <a:pt x="4902783" y="67359"/>
                  </a:lnTo>
                  <a:lnTo>
                    <a:pt x="4886709" y="67359"/>
                  </a:lnTo>
                  <a:lnTo>
                    <a:pt x="4870634" y="67359"/>
                  </a:lnTo>
                  <a:lnTo>
                    <a:pt x="4854559" y="67359"/>
                  </a:lnTo>
                  <a:lnTo>
                    <a:pt x="4838485" y="67359"/>
                  </a:lnTo>
                  <a:lnTo>
                    <a:pt x="4822410" y="67359"/>
                  </a:lnTo>
                  <a:lnTo>
                    <a:pt x="4806335" y="67359"/>
                  </a:lnTo>
                  <a:lnTo>
                    <a:pt x="4790261" y="67359"/>
                  </a:lnTo>
                  <a:lnTo>
                    <a:pt x="4774186" y="67359"/>
                  </a:lnTo>
                  <a:lnTo>
                    <a:pt x="4758111" y="67359"/>
                  </a:lnTo>
                  <a:lnTo>
                    <a:pt x="4742036" y="67359"/>
                  </a:lnTo>
                  <a:lnTo>
                    <a:pt x="4725962" y="67359"/>
                  </a:lnTo>
                  <a:lnTo>
                    <a:pt x="4709887" y="67359"/>
                  </a:lnTo>
                  <a:lnTo>
                    <a:pt x="4693812" y="67359"/>
                  </a:lnTo>
                  <a:lnTo>
                    <a:pt x="4677738" y="67359"/>
                  </a:lnTo>
                  <a:lnTo>
                    <a:pt x="4661663" y="67359"/>
                  </a:lnTo>
                  <a:lnTo>
                    <a:pt x="4645588" y="67359"/>
                  </a:lnTo>
                  <a:lnTo>
                    <a:pt x="4629514" y="67359"/>
                  </a:lnTo>
                  <a:lnTo>
                    <a:pt x="4613439" y="67359"/>
                  </a:lnTo>
                  <a:lnTo>
                    <a:pt x="4597364" y="67359"/>
                  </a:lnTo>
                  <a:lnTo>
                    <a:pt x="4581289" y="67359"/>
                  </a:lnTo>
                  <a:lnTo>
                    <a:pt x="4565215" y="67359"/>
                  </a:lnTo>
                  <a:lnTo>
                    <a:pt x="4549140" y="67359"/>
                  </a:lnTo>
                  <a:lnTo>
                    <a:pt x="4533065" y="67359"/>
                  </a:lnTo>
                  <a:lnTo>
                    <a:pt x="4516991" y="67359"/>
                  </a:lnTo>
                  <a:lnTo>
                    <a:pt x="4500916" y="67359"/>
                  </a:lnTo>
                  <a:lnTo>
                    <a:pt x="4484841" y="67359"/>
                  </a:lnTo>
                  <a:lnTo>
                    <a:pt x="4468767" y="67359"/>
                  </a:lnTo>
                  <a:lnTo>
                    <a:pt x="4452692" y="67359"/>
                  </a:lnTo>
                  <a:lnTo>
                    <a:pt x="4436617" y="67359"/>
                  </a:lnTo>
                  <a:lnTo>
                    <a:pt x="4420542" y="67359"/>
                  </a:lnTo>
                  <a:lnTo>
                    <a:pt x="4404468" y="67359"/>
                  </a:lnTo>
                  <a:lnTo>
                    <a:pt x="4388393" y="67359"/>
                  </a:lnTo>
                  <a:lnTo>
                    <a:pt x="4372318" y="67359"/>
                  </a:lnTo>
                  <a:lnTo>
                    <a:pt x="4356244" y="67359"/>
                  </a:lnTo>
                  <a:lnTo>
                    <a:pt x="4340169" y="67359"/>
                  </a:lnTo>
                  <a:lnTo>
                    <a:pt x="4324094" y="67359"/>
                  </a:lnTo>
                  <a:lnTo>
                    <a:pt x="4308020" y="67359"/>
                  </a:lnTo>
                  <a:lnTo>
                    <a:pt x="4291945" y="67359"/>
                  </a:lnTo>
                  <a:lnTo>
                    <a:pt x="4275870" y="67359"/>
                  </a:lnTo>
                  <a:lnTo>
                    <a:pt x="4259795" y="67359"/>
                  </a:lnTo>
                  <a:lnTo>
                    <a:pt x="4243721" y="67359"/>
                  </a:lnTo>
                  <a:lnTo>
                    <a:pt x="4227646" y="67359"/>
                  </a:lnTo>
                  <a:lnTo>
                    <a:pt x="4211571" y="67359"/>
                  </a:lnTo>
                  <a:lnTo>
                    <a:pt x="4195497" y="67359"/>
                  </a:lnTo>
                  <a:lnTo>
                    <a:pt x="4179422" y="67359"/>
                  </a:lnTo>
                  <a:lnTo>
                    <a:pt x="4163347" y="67359"/>
                  </a:lnTo>
                  <a:lnTo>
                    <a:pt x="4147272" y="67359"/>
                  </a:lnTo>
                  <a:lnTo>
                    <a:pt x="4131198" y="67359"/>
                  </a:lnTo>
                  <a:lnTo>
                    <a:pt x="4115123" y="67359"/>
                  </a:lnTo>
                  <a:lnTo>
                    <a:pt x="4099048" y="67359"/>
                  </a:lnTo>
                  <a:lnTo>
                    <a:pt x="4082974" y="67359"/>
                  </a:lnTo>
                  <a:lnTo>
                    <a:pt x="4066899" y="67359"/>
                  </a:lnTo>
                  <a:lnTo>
                    <a:pt x="4050824" y="67359"/>
                  </a:lnTo>
                  <a:lnTo>
                    <a:pt x="4034750" y="67359"/>
                  </a:lnTo>
                  <a:lnTo>
                    <a:pt x="4018675" y="67359"/>
                  </a:lnTo>
                  <a:lnTo>
                    <a:pt x="4002600" y="67359"/>
                  </a:lnTo>
                  <a:lnTo>
                    <a:pt x="3986525" y="67359"/>
                  </a:lnTo>
                  <a:lnTo>
                    <a:pt x="3970451" y="67359"/>
                  </a:lnTo>
                  <a:lnTo>
                    <a:pt x="3954376" y="67359"/>
                  </a:lnTo>
                  <a:lnTo>
                    <a:pt x="3938301" y="67359"/>
                  </a:lnTo>
                  <a:lnTo>
                    <a:pt x="3922227" y="67359"/>
                  </a:lnTo>
                  <a:lnTo>
                    <a:pt x="3906152" y="67359"/>
                  </a:lnTo>
                  <a:lnTo>
                    <a:pt x="3890077" y="67359"/>
                  </a:lnTo>
                  <a:lnTo>
                    <a:pt x="3874003" y="67359"/>
                  </a:lnTo>
                  <a:lnTo>
                    <a:pt x="3857928" y="67359"/>
                  </a:lnTo>
                  <a:lnTo>
                    <a:pt x="3841853" y="67359"/>
                  </a:lnTo>
                  <a:lnTo>
                    <a:pt x="3825778" y="67359"/>
                  </a:lnTo>
                  <a:lnTo>
                    <a:pt x="3809704" y="67359"/>
                  </a:lnTo>
                  <a:lnTo>
                    <a:pt x="3793629" y="67359"/>
                  </a:lnTo>
                  <a:lnTo>
                    <a:pt x="3777554" y="67359"/>
                  </a:lnTo>
                  <a:lnTo>
                    <a:pt x="3761480" y="67359"/>
                  </a:lnTo>
                  <a:lnTo>
                    <a:pt x="3745405" y="67359"/>
                  </a:lnTo>
                  <a:lnTo>
                    <a:pt x="3729330" y="67359"/>
                  </a:lnTo>
                  <a:lnTo>
                    <a:pt x="3713256" y="67359"/>
                  </a:lnTo>
                  <a:lnTo>
                    <a:pt x="3697181" y="67359"/>
                  </a:lnTo>
                  <a:lnTo>
                    <a:pt x="3681106" y="67359"/>
                  </a:lnTo>
                  <a:lnTo>
                    <a:pt x="3665031" y="67359"/>
                  </a:lnTo>
                  <a:lnTo>
                    <a:pt x="3648957" y="67359"/>
                  </a:lnTo>
                  <a:lnTo>
                    <a:pt x="3632882" y="67359"/>
                  </a:lnTo>
                  <a:lnTo>
                    <a:pt x="3616807" y="67359"/>
                  </a:lnTo>
                  <a:lnTo>
                    <a:pt x="3600733" y="67359"/>
                  </a:lnTo>
                  <a:lnTo>
                    <a:pt x="3584658" y="67359"/>
                  </a:lnTo>
                  <a:lnTo>
                    <a:pt x="3568583" y="67359"/>
                  </a:lnTo>
                  <a:lnTo>
                    <a:pt x="3552509" y="67359"/>
                  </a:lnTo>
                  <a:lnTo>
                    <a:pt x="3536434" y="67359"/>
                  </a:lnTo>
                  <a:lnTo>
                    <a:pt x="3520359" y="67359"/>
                  </a:lnTo>
                  <a:lnTo>
                    <a:pt x="3504284" y="67359"/>
                  </a:lnTo>
                  <a:lnTo>
                    <a:pt x="3488210" y="67359"/>
                  </a:lnTo>
                  <a:lnTo>
                    <a:pt x="3472135" y="67359"/>
                  </a:lnTo>
                  <a:lnTo>
                    <a:pt x="3456060" y="67359"/>
                  </a:lnTo>
                  <a:lnTo>
                    <a:pt x="3439986" y="67359"/>
                  </a:lnTo>
                  <a:lnTo>
                    <a:pt x="3423911" y="67359"/>
                  </a:lnTo>
                  <a:lnTo>
                    <a:pt x="3407836" y="67359"/>
                  </a:lnTo>
                  <a:lnTo>
                    <a:pt x="3391762" y="67359"/>
                  </a:lnTo>
                  <a:lnTo>
                    <a:pt x="3375687" y="67359"/>
                  </a:lnTo>
                  <a:lnTo>
                    <a:pt x="3359612" y="67359"/>
                  </a:lnTo>
                  <a:lnTo>
                    <a:pt x="3343537" y="67359"/>
                  </a:lnTo>
                  <a:lnTo>
                    <a:pt x="3327463" y="67359"/>
                  </a:lnTo>
                  <a:lnTo>
                    <a:pt x="3311388" y="67359"/>
                  </a:lnTo>
                  <a:lnTo>
                    <a:pt x="3295313" y="67359"/>
                  </a:lnTo>
                  <a:lnTo>
                    <a:pt x="3279239" y="67359"/>
                  </a:lnTo>
                  <a:lnTo>
                    <a:pt x="3263164" y="67359"/>
                  </a:lnTo>
                  <a:lnTo>
                    <a:pt x="3247089" y="67359"/>
                  </a:lnTo>
                  <a:lnTo>
                    <a:pt x="3231015" y="67359"/>
                  </a:lnTo>
                  <a:lnTo>
                    <a:pt x="3214940" y="67359"/>
                  </a:lnTo>
                  <a:lnTo>
                    <a:pt x="3198865" y="67359"/>
                  </a:lnTo>
                  <a:lnTo>
                    <a:pt x="3182790" y="67359"/>
                  </a:lnTo>
                  <a:lnTo>
                    <a:pt x="3166716" y="67359"/>
                  </a:lnTo>
                  <a:lnTo>
                    <a:pt x="3150641" y="67359"/>
                  </a:lnTo>
                  <a:lnTo>
                    <a:pt x="3134566" y="67359"/>
                  </a:lnTo>
                  <a:lnTo>
                    <a:pt x="3118492" y="67359"/>
                  </a:lnTo>
                  <a:lnTo>
                    <a:pt x="3102417" y="67359"/>
                  </a:lnTo>
                  <a:lnTo>
                    <a:pt x="3086342" y="67359"/>
                  </a:lnTo>
                  <a:lnTo>
                    <a:pt x="3070267" y="67359"/>
                  </a:lnTo>
                  <a:lnTo>
                    <a:pt x="3054193" y="67359"/>
                  </a:lnTo>
                  <a:lnTo>
                    <a:pt x="3038118" y="67359"/>
                  </a:lnTo>
                  <a:lnTo>
                    <a:pt x="3022043" y="67359"/>
                  </a:lnTo>
                  <a:lnTo>
                    <a:pt x="3005969" y="67359"/>
                  </a:lnTo>
                  <a:lnTo>
                    <a:pt x="2989894" y="67359"/>
                  </a:lnTo>
                  <a:lnTo>
                    <a:pt x="2973819" y="67359"/>
                  </a:lnTo>
                  <a:lnTo>
                    <a:pt x="2957745" y="67359"/>
                  </a:lnTo>
                  <a:lnTo>
                    <a:pt x="2941670" y="67359"/>
                  </a:lnTo>
                  <a:lnTo>
                    <a:pt x="2925595" y="67359"/>
                  </a:lnTo>
                  <a:lnTo>
                    <a:pt x="2909520" y="67359"/>
                  </a:lnTo>
                  <a:lnTo>
                    <a:pt x="2893446" y="67359"/>
                  </a:lnTo>
                  <a:lnTo>
                    <a:pt x="2877371" y="67359"/>
                  </a:lnTo>
                  <a:lnTo>
                    <a:pt x="2861296" y="67359"/>
                  </a:lnTo>
                  <a:lnTo>
                    <a:pt x="2845222" y="67359"/>
                  </a:lnTo>
                  <a:lnTo>
                    <a:pt x="2829147" y="67359"/>
                  </a:lnTo>
                  <a:lnTo>
                    <a:pt x="2813072" y="67359"/>
                  </a:lnTo>
                  <a:lnTo>
                    <a:pt x="2796998" y="67359"/>
                  </a:lnTo>
                  <a:lnTo>
                    <a:pt x="2780923" y="67359"/>
                  </a:lnTo>
                  <a:lnTo>
                    <a:pt x="2764848" y="67359"/>
                  </a:lnTo>
                  <a:lnTo>
                    <a:pt x="2748773" y="67359"/>
                  </a:lnTo>
                  <a:lnTo>
                    <a:pt x="2732699" y="67359"/>
                  </a:lnTo>
                  <a:lnTo>
                    <a:pt x="2716624" y="67359"/>
                  </a:lnTo>
                  <a:lnTo>
                    <a:pt x="2700549" y="67359"/>
                  </a:lnTo>
                  <a:lnTo>
                    <a:pt x="2684475" y="67359"/>
                  </a:lnTo>
                  <a:lnTo>
                    <a:pt x="2668400" y="67359"/>
                  </a:lnTo>
                  <a:lnTo>
                    <a:pt x="2652325" y="67359"/>
                  </a:lnTo>
                  <a:lnTo>
                    <a:pt x="2636251" y="67359"/>
                  </a:lnTo>
                  <a:lnTo>
                    <a:pt x="2620176" y="67359"/>
                  </a:lnTo>
                  <a:lnTo>
                    <a:pt x="2604101" y="67359"/>
                  </a:lnTo>
                  <a:lnTo>
                    <a:pt x="2588026" y="67359"/>
                  </a:lnTo>
                  <a:lnTo>
                    <a:pt x="2571952" y="67359"/>
                  </a:lnTo>
                  <a:lnTo>
                    <a:pt x="2555877" y="67359"/>
                  </a:lnTo>
                  <a:lnTo>
                    <a:pt x="2539802" y="67359"/>
                  </a:lnTo>
                  <a:lnTo>
                    <a:pt x="2523728" y="67359"/>
                  </a:lnTo>
                  <a:lnTo>
                    <a:pt x="2507653" y="67359"/>
                  </a:lnTo>
                  <a:lnTo>
                    <a:pt x="2491578" y="67359"/>
                  </a:lnTo>
                  <a:lnTo>
                    <a:pt x="2475504" y="67359"/>
                  </a:lnTo>
                  <a:lnTo>
                    <a:pt x="2459429" y="67359"/>
                  </a:lnTo>
                  <a:lnTo>
                    <a:pt x="2443354" y="67359"/>
                  </a:lnTo>
                  <a:lnTo>
                    <a:pt x="2427279" y="67359"/>
                  </a:lnTo>
                  <a:lnTo>
                    <a:pt x="2411205" y="67359"/>
                  </a:lnTo>
                  <a:lnTo>
                    <a:pt x="2395130" y="67359"/>
                  </a:lnTo>
                  <a:lnTo>
                    <a:pt x="2379055" y="67359"/>
                  </a:lnTo>
                  <a:lnTo>
                    <a:pt x="2362981" y="67359"/>
                  </a:lnTo>
                  <a:lnTo>
                    <a:pt x="2346906" y="67359"/>
                  </a:lnTo>
                  <a:lnTo>
                    <a:pt x="2330831" y="67359"/>
                  </a:lnTo>
                  <a:lnTo>
                    <a:pt x="2314757" y="67359"/>
                  </a:lnTo>
                  <a:lnTo>
                    <a:pt x="2298682" y="67359"/>
                  </a:lnTo>
                  <a:lnTo>
                    <a:pt x="2282607" y="67359"/>
                  </a:lnTo>
                  <a:lnTo>
                    <a:pt x="2266532" y="67359"/>
                  </a:lnTo>
                  <a:lnTo>
                    <a:pt x="2250458" y="67359"/>
                  </a:lnTo>
                  <a:lnTo>
                    <a:pt x="2234383" y="67359"/>
                  </a:lnTo>
                  <a:lnTo>
                    <a:pt x="2218308" y="67359"/>
                  </a:lnTo>
                  <a:lnTo>
                    <a:pt x="2202234" y="67359"/>
                  </a:lnTo>
                  <a:lnTo>
                    <a:pt x="2186159" y="67359"/>
                  </a:lnTo>
                  <a:lnTo>
                    <a:pt x="2170084" y="67359"/>
                  </a:lnTo>
                  <a:lnTo>
                    <a:pt x="2154010" y="67359"/>
                  </a:lnTo>
                  <a:lnTo>
                    <a:pt x="2137935" y="67359"/>
                  </a:lnTo>
                  <a:lnTo>
                    <a:pt x="2121860" y="67359"/>
                  </a:lnTo>
                  <a:lnTo>
                    <a:pt x="2105785" y="67359"/>
                  </a:lnTo>
                  <a:lnTo>
                    <a:pt x="2089711" y="67359"/>
                  </a:lnTo>
                  <a:lnTo>
                    <a:pt x="2073636" y="67359"/>
                  </a:lnTo>
                  <a:lnTo>
                    <a:pt x="2057561" y="67359"/>
                  </a:lnTo>
                  <a:lnTo>
                    <a:pt x="2041487" y="67359"/>
                  </a:lnTo>
                  <a:lnTo>
                    <a:pt x="2025412" y="67359"/>
                  </a:lnTo>
                  <a:lnTo>
                    <a:pt x="2009337" y="67359"/>
                  </a:lnTo>
                  <a:lnTo>
                    <a:pt x="1993262" y="67359"/>
                  </a:lnTo>
                  <a:lnTo>
                    <a:pt x="1977188" y="67359"/>
                  </a:lnTo>
                  <a:lnTo>
                    <a:pt x="1961113" y="67359"/>
                  </a:lnTo>
                  <a:lnTo>
                    <a:pt x="1945038" y="67359"/>
                  </a:lnTo>
                  <a:lnTo>
                    <a:pt x="1928964" y="67359"/>
                  </a:lnTo>
                  <a:lnTo>
                    <a:pt x="1912889" y="67359"/>
                  </a:lnTo>
                  <a:lnTo>
                    <a:pt x="1896814" y="67359"/>
                  </a:lnTo>
                  <a:lnTo>
                    <a:pt x="1880740" y="67359"/>
                  </a:lnTo>
                  <a:lnTo>
                    <a:pt x="1864665" y="67359"/>
                  </a:lnTo>
                  <a:lnTo>
                    <a:pt x="1848590" y="67359"/>
                  </a:lnTo>
                  <a:lnTo>
                    <a:pt x="1832515" y="67359"/>
                  </a:lnTo>
                  <a:lnTo>
                    <a:pt x="1816441" y="67359"/>
                  </a:lnTo>
                  <a:lnTo>
                    <a:pt x="1800366" y="67359"/>
                  </a:lnTo>
                  <a:lnTo>
                    <a:pt x="1784291" y="67359"/>
                  </a:lnTo>
                  <a:lnTo>
                    <a:pt x="1768217" y="67359"/>
                  </a:lnTo>
                  <a:lnTo>
                    <a:pt x="1752142" y="67359"/>
                  </a:lnTo>
                  <a:lnTo>
                    <a:pt x="1736067" y="67359"/>
                  </a:lnTo>
                  <a:lnTo>
                    <a:pt x="1719993" y="67359"/>
                  </a:lnTo>
                  <a:lnTo>
                    <a:pt x="1703918" y="67359"/>
                  </a:lnTo>
                  <a:lnTo>
                    <a:pt x="1687843" y="67359"/>
                  </a:lnTo>
                  <a:lnTo>
                    <a:pt x="1671768" y="67359"/>
                  </a:lnTo>
                  <a:lnTo>
                    <a:pt x="1655694" y="67359"/>
                  </a:lnTo>
                  <a:lnTo>
                    <a:pt x="1639619" y="67359"/>
                  </a:lnTo>
                  <a:lnTo>
                    <a:pt x="1623544" y="67359"/>
                  </a:lnTo>
                  <a:lnTo>
                    <a:pt x="1607470" y="67359"/>
                  </a:lnTo>
                  <a:lnTo>
                    <a:pt x="1591395" y="67359"/>
                  </a:lnTo>
                  <a:lnTo>
                    <a:pt x="1575320" y="67359"/>
                  </a:lnTo>
                  <a:lnTo>
                    <a:pt x="1559246" y="67359"/>
                  </a:lnTo>
                  <a:lnTo>
                    <a:pt x="1543171" y="67359"/>
                  </a:lnTo>
                  <a:lnTo>
                    <a:pt x="1527096" y="67359"/>
                  </a:lnTo>
                  <a:lnTo>
                    <a:pt x="1511021" y="67359"/>
                  </a:lnTo>
                  <a:lnTo>
                    <a:pt x="1494947" y="67359"/>
                  </a:lnTo>
                  <a:lnTo>
                    <a:pt x="1478872" y="67359"/>
                  </a:lnTo>
                  <a:lnTo>
                    <a:pt x="1462797" y="67359"/>
                  </a:lnTo>
                  <a:lnTo>
                    <a:pt x="1446723" y="67359"/>
                  </a:lnTo>
                  <a:lnTo>
                    <a:pt x="1430648" y="67359"/>
                  </a:lnTo>
                  <a:lnTo>
                    <a:pt x="1414573" y="67359"/>
                  </a:lnTo>
                  <a:lnTo>
                    <a:pt x="1398499" y="67359"/>
                  </a:lnTo>
                  <a:lnTo>
                    <a:pt x="1382424" y="67359"/>
                  </a:lnTo>
                  <a:lnTo>
                    <a:pt x="1366349" y="67359"/>
                  </a:lnTo>
                  <a:lnTo>
                    <a:pt x="1350274" y="67359"/>
                  </a:lnTo>
                  <a:lnTo>
                    <a:pt x="1334200" y="67359"/>
                  </a:lnTo>
                  <a:lnTo>
                    <a:pt x="1318125" y="67359"/>
                  </a:lnTo>
                  <a:lnTo>
                    <a:pt x="1302050" y="67359"/>
                  </a:lnTo>
                  <a:lnTo>
                    <a:pt x="1285976" y="67359"/>
                  </a:lnTo>
                  <a:lnTo>
                    <a:pt x="1269901" y="67359"/>
                  </a:lnTo>
                  <a:lnTo>
                    <a:pt x="1253826" y="67359"/>
                  </a:lnTo>
                  <a:lnTo>
                    <a:pt x="1237752" y="67359"/>
                  </a:lnTo>
                  <a:lnTo>
                    <a:pt x="1221677" y="67359"/>
                  </a:lnTo>
                  <a:lnTo>
                    <a:pt x="1205602" y="67359"/>
                  </a:lnTo>
                  <a:lnTo>
                    <a:pt x="1189527" y="67359"/>
                  </a:lnTo>
                  <a:lnTo>
                    <a:pt x="1173453" y="67359"/>
                  </a:lnTo>
                  <a:lnTo>
                    <a:pt x="1157378" y="67359"/>
                  </a:lnTo>
                  <a:lnTo>
                    <a:pt x="1141303" y="67359"/>
                  </a:lnTo>
                  <a:lnTo>
                    <a:pt x="1125229" y="67359"/>
                  </a:lnTo>
                  <a:lnTo>
                    <a:pt x="1109154" y="67359"/>
                  </a:lnTo>
                  <a:lnTo>
                    <a:pt x="1093079" y="67359"/>
                  </a:lnTo>
                  <a:lnTo>
                    <a:pt x="1077005" y="67359"/>
                  </a:lnTo>
                  <a:lnTo>
                    <a:pt x="1060930" y="67359"/>
                  </a:lnTo>
                  <a:lnTo>
                    <a:pt x="1044855" y="67359"/>
                  </a:lnTo>
                  <a:lnTo>
                    <a:pt x="1028780" y="67359"/>
                  </a:lnTo>
                  <a:lnTo>
                    <a:pt x="1012706" y="67359"/>
                  </a:lnTo>
                  <a:lnTo>
                    <a:pt x="996631" y="67359"/>
                  </a:lnTo>
                  <a:lnTo>
                    <a:pt x="980556" y="67359"/>
                  </a:lnTo>
                  <a:lnTo>
                    <a:pt x="964482" y="67359"/>
                  </a:lnTo>
                  <a:lnTo>
                    <a:pt x="948407" y="67359"/>
                  </a:lnTo>
                  <a:lnTo>
                    <a:pt x="932332" y="67359"/>
                  </a:lnTo>
                  <a:lnTo>
                    <a:pt x="916257" y="67359"/>
                  </a:lnTo>
                  <a:lnTo>
                    <a:pt x="900183" y="67359"/>
                  </a:lnTo>
                  <a:lnTo>
                    <a:pt x="884108" y="67359"/>
                  </a:lnTo>
                  <a:lnTo>
                    <a:pt x="868033" y="67359"/>
                  </a:lnTo>
                  <a:lnTo>
                    <a:pt x="851959" y="67359"/>
                  </a:lnTo>
                  <a:lnTo>
                    <a:pt x="835884" y="67359"/>
                  </a:lnTo>
                  <a:lnTo>
                    <a:pt x="819809" y="67359"/>
                  </a:lnTo>
                  <a:lnTo>
                    <a:pt x="803735" y="67359"/>
                  </a:lnTo>
                  <a:lnTo>
                    <a:pt x="787660" y="67359"/>
                  </a:lnTo>
                  <a:lnTo>
                    <a:pt x="771585" y="67359"/>
                  </a:lnTo>
                  <a:lnTo>
                    <a:pt x="755510" y="67359"/>
                  </a:lnTo>
                  <a:lnTo>
                    <a:pt x="739436" y="67359"/>
                  </a:lnTo>
                  <a:lnTo>
                    <a:pt x="723361" y="67359"/>
                  </a:lnTo>
                  <a:lnTo>
                    <a:pt x="707286" y="67359"/>
                  </a:lnTo>
                  <a:lnTo>
                    <a:pt x="691212" y="67359"/>
                  </a:lnTo>
                  <a:lnTo>
                    <a:pt x="675137" y="67359"/>
                  </a:lnTo>
                  <a:lnTo>
                    <a:pt x="659062" y="67359"/>
                  </a:lnTo>
                  <a:lnTo>
                    <a:pt x="642988" y="67359"/>
                  </a:lnTo>
                  <a:lnTo>
                    <a:pt x="626913" y="67359"/>
                  </a:lnTo>
                  <a:lnTo>
                    <a:pt x="610838" y="67359"/>
                  </a:lnTo>
                  <a:lnTo>
                    <a:pt x="594763" y="67359"/>
                  </a:lnTo>
                  <a:lnTo>
                    <a:pt x="578689" y="67359"/>
                  </a:lnTo>
                  <a:lnTo>
                    <a:pt x="562614" y="67359"/>
                  </a:lnTo>
                  <a:lnTo>
                    <a:pt x="546539" y="67359"/>
                  </a:lnTo>
                  <a:lnTo>
                    <a:pt x="530465" y="67359"/>
                  </a:lnTo>
                  <a:lnTo>
                    <a:pt x="514390" y="67359"/>
                  </a:lnTo>
                  <a:lnTo>
                    <a:pt x="498315" y="67359"/>
                  </a:lnTo>
                  <a:lnTo>
                    <a:pt x="482241" y="67359"/>
                  </a:lnTo>
                  <a:lnTo>
                    <a:pt x="466166" y="67359"/>
                  </a:lnTo>
                  <a:lnTo>
                    <a:pt x="450091" y="67359"/>
                  </a:lnTo>
                  <a:lnTo>
                    <a:pt x="434016" y="67359"/>
                  </a:lnTo>
                  <a:lnTo>
                    <a:pt x="417942" y="67359"/>
                  </a:lnTo>
                  <a:lnTo>
                    <a:pt x="401867" y="67359"/>
                  </a:lnTo>
                  <a:lnTo>
                    <a:pt x="385792" y="67359"/>
                  </a:lnTo>
                  <a:lnTo>
                    <a:pt x="369718" y="67359"/>
                  </a:lnTo>
                  <a:lnTo>
                    <a:pt x="353643" y="67359"/>
                  </a:lnTo>
                  <a:lnTo>
                    <a:pt x="337568" y="67359"/>
                  </a:lnTo>
                  <a:lnTo>
                    <a:pt x="321494" y="67359"/>
                  </a:lnTo>
                  <a:lnTo>
                    <a:pt x="305419" y="67359"/>
                  </a:lnTo>
                  <a:lnTo>
                    <a:pt x="289344" y="67359"/>
                  </a:lnTo>
                  <a:lnTo>
                    <a:pt x="273269" y="67359"/>
                  </a:lnTo>
                  <a:lnTo>
                    <a:pt x="257195" y="67359"/>
                  </a:lnTo>
                  <a:lnTo>
                    <a:pt x="241120" y="67359"/>
                  </a:lnTo>
                  <a:lnTo>
                    <a:pt x="225045" y="67359"/>
                  </a:lnTo>
                  <a:lnTo>
                    <a:pt x="208971" y="67359"/>
                  </a:lnTo>
                  <a:lnTo>
                    <a:pt x="192896" y="67359"/>
                  </a:lnTo>
                  <a:lnTo>
                    <a:pt x="176821" y="67359"/>
                  </a:lnTo>
                  <a:lnTo>
                    <a:pt x="160747" y="67359"/>
                  </a:lnTo>
                  <a:lnTo>
                    <a:pt x="144672" y="67359"/>
                  </a:lnTo>
                  <a:lnTo>
                    <a:pt x="128597" y="67359"/>
                  </a:lnTo>
                  <a:lnTo>
                    <a:pt x="112522" y="67359"/>
                  </a:lnTo>
                  <a:lnTo>
                    <a:pt x="96448" y="67359"/>
                  </a:lnTo>
                  <a:lnTo>
                    <a:pt x="80373" y="67359"/>
                  </a:lnTo>
                  <a:lnTo>
                    <a:pt x="64298" y="67359"/>
                  </a:lnTo>
                  <a:lnTo>
                    <a:pt x="48224" y="67359"/>
                  </a:lnTo>
                  <a:lnTo>
                    <a:pt x="32149" y="67359"/>
                  </a:lnTo>
                  <a:lnTo>
                    <a:pt x="16074" y="67359"/>
                  </a:lnTo>
                  <a:lnTo>
                    <a:pt x="0" y="67359"/>
                  </a:lnTo>
                  <a:close/>
                </a:path>
              </a:pathLst>
            </a:custGeom>
            <a:solidFill>
              <a:srgbClr val="C9784A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5848684" y="3679477"/>
              <a:ext cx="677694" cy="282950"/>
            </a:xfrm>
            <a:custGeom>
              <a:avLst/>
              <a:pathLst>
                <a:path w="677694" h="282950">
                  <a:moveTo>
                    <a:pt x="0" y="258656"/>
                  </a:moveTo>
                  <a:lnTo>
                    <a:pt x="1355" y="258052"/>
                  </a:lnTo>
                  <a:lnTo>
                    <a:pt x="2710" y="257436"/>
                  </a:lnTo>
                  <a:lnTo>
                    <a:pt x="4066" y="256802"/>
                  </a:lnTo>
                  <a:lnTo>
                    <a:pt x="5421" y="256158"/>
                  </a:lnTo>
                  <a:lnTo>
                    <a:pt x="6776" y="255503"/>
                  </a:lnTo>
                  <a:lnTo>
                    <a:pt x="8132" y="254831"/>
                  </a:lnTo>
                  <a:lnTo>
                    <a:pt x="9487" y="254148"/>
                  </a:lnTo>
                  <a:lnTo>
                    <a:pt x="10843" y="253454"/>
                  </a:lnTo>
                  <a:lnTo>
                    <a:pt x="12198" y="252746"/>
                  </a:lnTo>
                  <a:lnTo>
                    <a:pt x="13553" y="252023"/>
                  </a:lnTo>
                  <a:lnTo>
                    <a:pt x="14909" y="251286"/>
                  </a:lnTo>
                  <a:lnTo>
                    <a:pt x="16264" y="250535"/>
                  </a:lnTo>
                  <a:lnTo>
                    <a:pt x="17620" y="249766"/>
                  </a:lnTo>
                  <a:lnTo>
                    <a:pt x="18975" y="248984"/>
                  </a:lnTo>
                  <a:lnTo>
                    <a:pt x="20330" y="248190"/>
                  </a:lnTo>
                  <a:lnTo>
                    <a:pt x="21686" y="247381"/>
                  </a:lnTo>
                  <a:lnTo>
                    <a:pt x="23041" y="246555"/>
                  </a:lnTo>
                  <a:lnTo>
                    <a:pt x="24397" y="245716"/>
                  </a:lnTo>
                  <a:lnTo>
                    <a:pt x="25752" y="244863"/>
                  </a:lnTo>
                  <a:lnTo>
                    <a:pt x="27107" y="243986"/>
                  </a:lnTo>
                  <a:lnTo>
                    <a:pt x="28463" y="243096"/>
                  </a:lnTo>
                  <a:lnTo>
                    <a:pt x="29818" y="242193"/>
                  </a:lnTo>
                  <a:lnTo>
                    <a:pt x="31173" y="241274"/>
                  </a:lnTo>
                  <a:lnTo>
                    <a:pt x="32529" y="240336"/>
                  </a:lnTo>
                  <a:lnTo>
                    <a:pt x="33884" y="239385"/>
                  </a:lnTo>
                  <a:lnTo>
                    <a:pt x="35240" y="238421"/>
                  </a:lnTo>
                  <a:lnTo>
                    <a:pt x="36595" y="237431"/>
                  </a:lnTo>
                  <a:lnTo>
                    <a:pt x="37950" y="236425"/>
                  </a:lnTo>
                  <a:lnTo>
                    <a:pt x="39306" y="235406"/>
                  </a:lnTo>
                  <a:lnTo>
                    <a:pt x="40661" y="234369"/>
                  </a:lnTo>
                  <a:lnTo>
                    <a:pt x="42017" y="233313"/>
                  </a:lnTo>
                  <a:lnTo>
                    <a:pt x="43372" y="232243"/>
                  </a:lnTo>
                  <a:lnTo>
                    <a:pt x="44727" y="231160"/>
                  </a:lnTo>
                  <a:lnTo>
                    <a:pt x="46083" y="230055"/>
                  </a:lnTo>
                  <a:lnTo>
                    <a:pt x="47438" y="228931"/>
                  </a:lnTo>
                  <a:lnTo>
                    <a:pt x="48794" y="227790"/>
                  </a:lnTo>
                  <a:lnTo>
                    <a:pt x="50149" y="226633"/>
                  </a:lnTo>
                  <a:lnTo>
                    <a:pt x="51504" y="225456"/>
                  </a:lnTo>
                  <a:lnTo>
                    <a:pt x="52860" y="224266"/>
                  </a:lnTo>
                  <a:lnTo>
                    <a:pt x="54215" y="223061"/>
                  </a:lnTo>
                  <a:lnTo>
                    <a:pt x="55570" y="221835"/>
                  </a:lnTo>
                  <a:lnTo>
                    <a:pt x="56926" y="220593"/>
                  </a:lnTo>
                  <a:lnTo>
                    <a:pt x="58281" y="219336"/>
                  </a:lnTo>
                  <a:lnTo>
                    <a:pt x="59637" y="218059"/>
                  </a:lnTo>
                  <a:lnTo>
                    <a:pt x="60992" y="216763"/>
                  </a:lnTo>
                  <a:lnTo>
                    <a:pt x="62347" y="215454"/>
                  </a:lnTo>
                  <a:lnTo>
                    <a:pt x="63703" y="214132"/>
                  </a:lnTo>
                  <a:lnTo>
                    <a:pt x="65058" y="212789"/>
                  </a:lnTo>
                  <a:lnTo>
                    <a:pt x="66414" y="211432"/>
                  </a:lnTo>
                  <a:lnTo>
                    <a:pt x="67769" y="210061"/>
                  </a:lnTo>
                  <a:lnTo>
                    <a:pt x="69124" y="208673"/>
                  </a:lnTo>
                  <a:lnTo>
                    <a:pt x="70480" y="207264"/>
                  </a:lnTo>
                  <a:lnTo>
                    <a:pt x="71835" y="205844"/>
                  </a:lnTo>
                  <a:lnTo>
                    <a:pt x="73191" y="204411"/>
                  </a:lnTo>
                  <a:lnTo>
                    <a:pt x="74546" y="202960"/>
                  </a:lnTo>
                  <a:lnTo>
                    <a:pt x="75901" y="201496"/>
                  </a:lnTo>
                  <a:lnTo>
                    <a:pt x="77257" y="200021"/>
                  </a:lnTo>
                  <a:lnTo>
                    <a:pt x="78612" y="198532"/>
                  </a:lnTo>
                  <a:lnTo>
                    <a:pt x="79967" y="197024"/>
                  </a:lnTo>
                  <a:lnTo>
                    <a:pt x="81323" y="195504"/>
                  </a:lnTo>
                  <a:lnTo>
                    <a:pt x="82678" y="193974"/>
                  </a:lnTo>
                  <a:lnTo>
                    <a:pt x="84034" y="192428"/>
                  </a:lnTo>
                  <a:lnTo>
                    <a:pt x="85389" y="190871"/>
                  </a:lnTo>
                  <a:lnTo>
                    <a:pt x="86744" y="189305"/>
                  </a:lnTo>
                  <a:lnTo>
                    <a:pt x="88100" y="187728"/>
                  </a:lnTo>
                  <a:lnTo>
                    <a:pt x="89455" y="186137"/>
                  </a:lnTo>
                  <a:lnTo>
                    <a:pt x="90811" y="184536"/>
                  </a:lnTo>
                  <a:lnTo>
                    <a:pt x="92166" y="182925"/>
                  </a:lnTo>
                  <a:lnTo>
                    <a:pt x="93521" y="181302"/>
                  </a:lnTo>
                  <a:lnTo>
                    <a:pt x="94877" y="179670"/>
                  </a:lnTo>
                  <a:lnTo>
                    <a:pt x="96232" y="178031"/>
                  </a:lnTo>
                  <a:lnTo>
                    <a:pt x="97588" y="176384"/>
                  </a:lnTo>
                  <a:lnTo>
                    <a:pt x="98943" y="174728"/>
                  </a:lnTo>
                  <a:lnTo>
                    <a:pt x="100298" y="173064"/>
                  </a:lnTo>
                  <a:lnTo>
                    <a:pt x="101654" y="171394"/>
                  </a:lnTo>
                  <a:lnTo>
                    <a:pt x="103009" y="169714"/>
                  </a:lnTo>
                  <a:lnTo>
                    <a:pt x="104364" y="168029"/>
                  </a:lnTo>
                  <a:lnTo>
                    <a:pt x="105720" y="166339"/>
                  </a:lnTo>
                  <a:lnTo>
                    <a:pt x="107075" y="164643"/>
                  </a:lnTo>
                  <a:lnTo>
                    <a:pt x="108431" y="162942"/>
                  </a:lnTo>
                  <a:lnTo>
                    <a:pt x="109786" y="161237"/>
                  </a:lnTo>
                  <a:lnTo>
                    <a:pt x="111141" y="159529"/>
                  </a:lnTo>
                  <a:lnTo>
                    <a:pt x="112497" y="157815"/>
                  </a:lnTo>
                  <a:lnTo>
                    <a:pt x="113852" y="156099"/>
                  </a:lnTo>
                  <a:lnTo>
                    <a:pt x="115208" y="154381"/>
                  </a:lnTo>
                  <a:lnTo>
                    <a:pt x="116563" y="152660"/>
                  </a:lnTo>
                  <a:lnTo>
                    <a:pt x="117918" y="150938"/>
                  </a:lnTo>
                  <a:lnTo>
                    <a:pt x="119274" y="149214"/>
                  </a:lnTo>
                  <a:lnTo>
                    <a:pt x="120629" y="147490"/>
                  </a:lnTo>
                  <a:lnTo>
                    <a:pt x="121985" y="145766"/>
                  </a:lnTo>
                  <a:lnTo>
                    <a:pt x="123340" y="144042"/>
                  </a:lnTo>
                  <a:lnTo>
                    <a:pt x="124695" y="142318"/>
                  </a:lnTo>
                  <a:lnTo>
                    <a:pt x="126051" y="140596"/>
                  </a:lnTo>
                  <a:lnTo>
                    <a:pt x="127406" y="138876"/>
                  </a:lnTo>
                  <a:lnTo>
                    <a:pt x="128761" y="137158"/>
                  </a:lnTo>
                  <a:lnTo>
                    <a:pt x="130117" y="135441"/>
                  </a:lnTo>
                  <a:lnTo>
                    <a:pt x="131472" y="133728"/>
                  </a:lnTo>
                  <a:lnTo>
                    <a:pt x="132828" y="132019"/>
                  </a:lnTo>
                  <a:lnTo>
                    <a:pt x="134183" y="130313"/>
                  </a:lnTo>
                  <a:lnTo>
                    <a:pt x="135538" y="128612"/>
                  </a:lnTo>
                  <a:lnTo>
                    <a:pt x="136894" y="126916"/>
                  </a:lnTo>
                  <a:lnTo>
                    <a:pt x="138249" y="125225"/>
                  </a:lnTo>
                  <a:lnTo>
                    <a:pt x="139605" y="123538"/>
                  </a:lnTo>
                  <a:lnTo>
                    <a:pt x="140960" y="121859"/>
                  </a:lnTo>
                  <a:lnTo>
                    <a:pt x="142315" y="120185"/>
                  </a:lnTo>
                  <a:lnTo>
                    <a:pt x="143671" y="118518"/>
                  </a:lnTo>
                  <a:lnTo>
                    <a:pt x="145026" y="116858"/>
                  </a:lnTo>
                  <a:lnTo>
                    <a:pt x="146382" y="115209"/>
                  </a:lnTo>
                  <a:lnTo>
                    <a:pt x="147737" y="113566"/>
                  </a:lnTo>
                  <a:lnTo>
                    <a:pt x="149092" y="111929"/>
                  </a:lnTo>
                  <a:lnTo>
                    <a:pt x="150448" y="110303"/>
                  </a:lnTo>
                  <a:lnTo>
                    <a:pt x="151803" y="108686"/>
                  </a:lnTo>
                  <a:lnTo>
                    <a:pt x="153158" y="107076"/>
                  </a:lnTo>
                  <a:lnTo>
                    <a:pt x="154514" y="105475"/>
                  </a:lnTo>
                  <a:lnTo>
                    <a:pt x="155869" y="103890"/>
                  </a:lnTo>
                  <a:lnTo>
                    <a:pt x="157225" y="102313"/>
                  </a:lnTo>
                  <a:lnTo>
                    <a:pt x="158580" y="100745"/>
                  </a:lnTo>
                  <a:lnTo>
                    <a:pt x="159935" y="99191"/>
                  </a:lnTo>
                  <a:lnTo>
                    <a:pt x="161291" y="97647"/>
                  </a:lnTo>
                  <a:lnTo>
                    <a:pt x="162646" y="96112"/>
                  </a:lnTo>
                  <a:lnTo>
                    <a:pt x="164002" y="94589"/>
                  </a:lnTo>
                  <a:lnTo>
                    <a:pt x="165357" y="93081"/>
                  </a:lnTo>
                  <a:lnTo>
                    <a:pt x="166712" y="91585"/>
                  </a:lnTo>
                  <a:lnTo>
                    <a:pt x="168068" y="90100"/>
                  </a:lnTo>
                  <a:lnTo>
                    <a:pt x="169423" y="88632"/>
                  </a:lnTo>
                  <a:lnTo>
                    <a:pt x="170779" y="87175"/>
                  </a:lnTo>
                  <a:lnTo>
                    <a:pt x="172134" y="85730"/>
                  </a:lnTo>
                  <a:lnTo>
                    <a:pt x="173489" y="84297"/>
                  </a:lnTo>
                  <a:lnTo>
                    <a:pt x="174845" y="82881"/>
                  </a:lnTo>
                  <a:lnTo>
                    <a:pt x="176200" y="81477"/>
                  </a:lnTo>
                  <a:lnTo>
                    <a:pt x="177555" y="80087"/>
                  </a:lnTo>
                  <a:lnTo>
                    <a:pt x="178911" y="78715"/>
                  </a:lnTo>
                  <a:lnTo>
                    <a:pt x="180266" y="77358"/>
                  </a:lnTo>
                  <a:lnTo>
                    <a:pt x="181622" y="76012"/>
                  </a:lnTo>
                  <a:lnTo>
                    <a:pt x="182977" y="74680"/>
                  </a:lnTo>
                  <a:lnTo>
                    <a:pt x="184332" y="73366"/>
                  </a:lnTo>
                  <a:lnTo>
                    <a:pt x="185688" y="72064"/>
                  </a:lnTo>
                  <a:lnTo>
                    <a:pt x="187043" y="70775"/>
                  </a:lnTo>
                  <a:lnTo>
                    <a:pt x="188399" y="69508"/>
                  </a:lnTo>
                  <a:lnTo>
                    <a:pt x="189754" y="68256"/>
                  </a:lnTo>
                  <a:lnTo>
                    <a:pt x="191109" y="67017"/>
                  </a:lnTo>
                  <a:lnTo>
                    <a:pt x="192465" y="65793"/>
                  </a:lnTo>
                  <a:lnTo>
                    <a:pt x="193820" y="64587"/>
                  </a:lnTo>
                  <a:lnTo>
                    <a:pt x="195176" y="63394"/>
                  </a:lnTo>
                  <a:lnTo>
                    <a:pt x="196531" y="62214"/>
                  </a:lnTo>
                  <a:lnTo>
                    <a:pt x="197886" y="61053"/>
                  </a:lnTo>
                  <a:lnTo>
                    <a:pt x="199242" y="59910"/>
                  </a:lnTo>
                  <a:lnTo>
                    <a:pt x="200597" y="58782"/>
                  </a:lnTo>
                  <a:lnTo>
                    <a:pt x="201952" y="57667"/>
                  </a:lnTo>
                  <a:lnTo>
                    <a:pt x="203308" y="56572"/>
                  </a:lnTo>
                  <a:lnTo>
                    <a:pt x="204663" y="55490"/>
                  </a:lnTo>
                  <a:lnTo>
                    <a:pt x="206019" y="54420"/>
                  </a:lnTo>
                  <a:lnTo>
                    <a:pt x="207374" y="53369"/>
                  </a:lnTo>
                  <a:lnTo>
                    <a:pt x="208729" y="52334"/>
                  </a:lnTo>
                  <a:lnTo>
                    <a:pt x="210085" y="51314"/>
                  </a:lnTo>
                  <a:lnTo>
                    <a:pt x="211440" y="50309"/>
                  </a:lnTo>
                  <a:lnTo>
                    <a:pt x="212796" y="49324"/>
                  </a:lnTo>
                  <a:lnTo>
                    <a:pt x="214151" y="48350"/>
                  </a:lnTo>
                  <a:lnTo>
                    <a:pt x="215506" y="47389"/>
                  </a:lnTo>
                  <a:lnTo>
                    <a:pt x="216862" y="46445"/>
                  </a:lnTo>
                  <a:lnTo>
                    <a:pt x="218217" y="45515"/>
                  </a:lnTo>
                  <a:lnTo>
                    <a:pt x="219573" y="44599"/>
                  </a:lnTo>
                  <a:lnTo>
                    <a:pt x="220928" y="43699"/>
                  </a:lnTo>
                  <a:lnTo>
                    <a:pt x="222283" y="42817"/>
                  </a:lnTo>
                  <a:lnTo>
                    <a:pt x="223639" y="41947"/>
                  </a:lnTo>
                  <a:lnTo>
                    <a:pt x="224994" y="41088"/>
                  </a:lnTo>
                  <a:lnTo>
                    <a:pt x="226349" y="40245"/>
                  </a:lnTo>
                  <a:lnTo>
                    <a:pt x="227705" y="39416"/>
                  </a:lnTo>
                  <a:lnTo>
                    <a:pt x="229060" y="38597"/>
                  </a:lnTo>
                  <a:lnTo>
                    <a:pt x="230416" y="37791"/>
                  </a:lnTo>
                  <a:lnTo>
                    <a:pt x="231771" y="37005"/>
                  </a:lnTo>
                  <a:lnTo>
                    <a:pt x="233126" y="36229"/>
                  </a:lnTo>
                  <a:lnTo>
                    <a:pt x="234482" y="35463"/>
                  </a:lnTo>
                  <a:lnTo>
                    <a:pt x="235837" y="34712"/>
                  </a:lnTo>
                  <a:lnTo>
                    <a:pt x="237193" y="33972"/>
                  </a:lnTo>
                  <a:lnTo>
                    <a:pt x="238548" y="33241"/>
                  </a:lnTo>
                  <a:lnTo>
                    <a:pt x="239903" y="32521"/>
                  </a:lnTo>
                  <a:lnTo>
                    <a:pt x="241259" y="31817"/>
                  </a:lnTo>
                  <a:lnTo>
                    <a:pt x="242614" y="31122"/>
                  </a:lnTo>
                  <a:lnTo>
                    <a:pt x="243970" y="30438"/>
                  </a:lnTo>
                  <a:lnTo>
                    <a:pt x="245325" y="29765"/>
                  </a:lnTo>
                  <a:lnTo>
                    <a:pt x="246680" y="29102"/>
                  </a:lnTo>
                  <a:lnTo>
                    <a:pt x="248036" y="28447"/>
                  </a:lnTo>
                  <a:lnTo>
                    <a:pt x="249391" y="27800"/>
                  </a:lnTo>
                  <a:lnTo>
                    <a:pt x="250746" y="27165"/>
                  </a:lnTo>
                  <a:lnTo>
                    <a:pt x="252102" y="26538"/>
                  </a:lnTo>
                  <a:lnTo>
                    <a:pt x="253457" y="25919"/>
                  </a:lnTo>
                  <a:lnTo>
                    <a:pt x="254813" y="25311"/>
                  </a:lnTo>
                  <a:lnTo>
                    <a:pt x="256168" y="24711"/>
                  </a:lnTo>
                  <a:lnTo>
                    <a:pt x="257523" y="24117"/>
                  </a:lnTo>
                  <a:lnTo>
                    <a:pt x="258879" y="23529"/>
                  </a:lnTo>
                  <a:lnTo>
                    <a:pt x="260234" y="22951"/>
                  </a:lnTo>
                  <a:lnTo>
                    <a:pt x="261590" y="22378"/>
                  </a:lnTo>
                  <a:lnTo>
                    <a:pt x="262945" y="21811"/>
                  </a:lnTo>
                  <a:lnTo>
                    <a:pt x="264300" y="21253"/>
                  </a:lnTo>
                  <a:lnTo>
                    <a:pt x="265656" y="20701"/>
                  </a:lnTo>
                  <a:lnTo>
                    <a:pt x="267011" y="20154"/>
                  </a:lnTo>
                  <a:lnTo>
                    <a:pt x="268367" y="19613"/>
                  </a:lnTo>
                  <a:lnTo>
                    <a:pt x="269722" y="19078"/>
                  </a:lnTo>
                  <a:lnTo>
                    <a:pt x="271077" y="18547"/>
                  </a:lnTo>
                  <a:lnTo>
                    <a:pt x="272433" y="18021"/>
                  </a:lnTo>
                  <a:lnTo>
                    <a:pt x="273788" y="17500"/>
                  </a:lnTo>
                  <a:lnTo>
                    <a:pt x="275143" y="16986"/>
                  </a:lnTo>
                  <a:lnTo>
                    <a:pt x="276499" y="16475"/>
                  </a:lnTo>
                  <a:lnTo>
                    <a:pt x="277854" y="15968"/>
                  </a:lnTo>
                  <a:lnTo>
                    <a:pt x="279210" y="15467"/>
                  </a:lnTo>
                  <a:lnTo>
                    <a:pt x="280565" y="14970"/>
                  </a:lnTo>
                  <a:lnTo>
                    <a:pt x="281920" y="14476"/>
                  </a:lnTo>
                  <a:lnTo>
                    <a:pt x="283276" y="13986"/>
                  </a:lnTo>
                  <a:lnTo>
                    <a:pt x="284631" y="13502"/>
                  </a:lnTo>
                  <a:lnTo>
                    <a:pt x="285987" y="13021"/>
                  </a:lnTo>
                  <a:lnTo>
                    <a:pt x="287342" y="12545"/>
                  </a:lnTo>
                  <a:lnTo>
                    <a:pt x="288697" y="12073"/>
                  </a:lnTo>
                  <a:lnTo>
                    <a:pt x="290053" y="11606"/>
                  </a:lnTo>
                  <a:lnTo>
                    <a:pt x="291408" y="11141"/>
                  </a:lnTo>
                  <a:lnTo>
                    <a:pt x="292764" y="10682"/>
                  </a:lnTo>
                  <a:lnTo>
                    <a:pt x="294119" y="10228"/>
                  </a:lnTo>
                  <a:lnTo>
                    <a:pt x="295474" y="9778"/>
                  </a:lnTo>
                  <a:lnTo>
                    <a:pt x="296830" y="9333"/>
                  </a:lnTo>
                  <a:lnTo>
                    <a:pt x="298185" y="8895"/>
                  </a:lnTo>
                  <a:lnTo>
                    <a:pt x="299540" y="8462"/>
                  </a:lnTo>
                  <a:lnTo>
                    <a:pt x="300896" y="8033"/>
                  </a:lnTo>
                  <a:lnTo>
                    <a:pt x="302251" y="7611"/>
                  </a:lnTo>
                  <a:lnTo>
                    <a:pt x="303607" y="7195"/>
                  </a:lnTo>
                  <a:lnTo>
                    <a:pt x="304962" y="6785"/>
                  </a:lnTo>
                  <a:lnTo>
                    <a:pt x="306317" y="6381"/>
                  </a:lnTo>
                  <a:lnTo>
                    <a:pt x="307673" y="5988"/>
                  </a:lnTo>
                  <a:lnTo>
                    <a:pt x="309028" y="5602"/>
                  </a:lnTo>
                  <a:lnTo>
                    <a:pt x="310384" y="5223"/>
                  </a:lnTo>
                  <a:lnTo>
                    <a:pt x="311739" y="4853"/>
                  </a:lnTo>
                  <a:lnTo>
                    <a:pt x="313094" y="4493"/>
                  </a:lnTo>
                  <a:lnTo>
                    <a:pt x="314450" y="4140"/>
                  </a:lnTo>
                  <a:lnTo>
                    <a:pt x="315805" y="3796"/>
                  </a:lnTo>
                  <a:lnTo>
                    <a:pt x="317161" y="3467"/>
                  </a:lnTo>
                  <a:lnTo>
                    <a:pt x="318516" y="3149"/>
                  </a:lnTo>
                  <a:lnTo>
                    <a:pt x="319871" y="2841"/>
                  </a:lnTo>
                  <a:lnTo>
                    <a:pt x="321227" y="2547"/>
                  </a:lnTo>
                  <a:lnTo>
                    <a:pt x="322582" y="2266"/>
                  </a:lnTo>
                  <a:lnTo>
                    <a:pt x="323937" y="1996"/>
                  </a:lnTo>
                  <a:lnTo>
                    <a:pt x="325293" y="1738"/>
                  </a:lnTo>
                  <a:lnTo>
                    <a:pt x="326648" y="1499"/>
                  </a:lnTo>
                  <a:lnTo>
                    <a:pt x="328004" y="1274"/>
                  </a:lnTo>
                  <a:lnTo>
                    <a:pt x="329359" y="1065"/>
                  </a:lnTo>
                  <a:lnTo>
                    <a:pt x="330714" y="875"/>
                  </a:lnTo>
                  <a:lnTo>
                    <a:pt x="332070" y="703"/>
                  </a:lnTo>
                  <a:lnTo>
                    <a:pt x="333425" y="546"/>
                  </a:lnTo>
                  <a:lnTo>
                    <a:pt x="334781" y="403"/>
                  </a:lnTo>
                  <a:lnTo>
                    <a:pt x="336136" y="286"/>
                  </a:lnTo>
                  <a:lnTo>
                    <a:pt x="337491" y="185"/>
                  </a:lnTo>
                  <a:lnTo>
                    <a:pt x="338847" y="101"/>
                  </a:lnTo>
                  <a:lnTo>
                    <a:pt x="340202" y="46"/>
                  </a:lnTo>
                  <a:lnTo>
                    <a:pt x="341558" y="14"/>
                  </a:lnTo>
                  <a:lnTo>
                    <a:pt x="342913" y="0"/>
                  </a:lnTo>
                  <a:lnTo>
                    <a:pt x="344268" y="4"/>
                  </a:lnTo>
                  <a:lnTo>
                    <a:pt x="345624" y="39"/>
                  </a:lnTo>
                  <a:lnTo>
                    <a:pt x="346979" y="93"/>
                  </a:lnTo>
                  <a:lnTo>
                    <a:pt x="348334" y="166"/>
                  </a:lnTo>
                  <a:lnTo>
                    <a:pt x="349690" y="269"/>
                  </a:lnTo>
                  <a:lnTo>
                    <a:pt x="351045" y="404"/>
                  </a:lnTo>
                  <a:lnTo>
                    <a:pt x="352401" y="560"/>
                  </a:lnTo>
                  <a:lnTo>
                    <a:pt x="353756" y="738"/>
                  </a:lnTo>
                  <a:lnTo>
                    <a:pt x="355111" y="951"/>
                  </a:lnTo>
                  <a:lnTo>
                    <a:pt x="356467" y="1186"/>
                  </a:lnTo>
                  <a:lnTo>
                    <a:pt x="357822" y="1442"/>
                  </a:lnTo>
                  <a:lnTo>
                    <a:pt x="359178" y="1728"/>
                  </a:lnTo>
                  <a:lnTo>
                    <a:pt x="360533" y="2049"/>
                  </a:lnTo>
                  <a:lnTo>
                    <a:pt x="361888" y="2395"/>
                  </a:lnTo>
                  <a:lnTo>
                    <a:pt x="363244" y="2767"/>
                  </a:lnTo>
                  <a:lnTo>
                    <a:pt x="364599" y="3176"/>
                  </a:lnTo>
                  <a:lnTo>
                    <a:pt x="365955" y="3608"/>
                  </a:lnTo>
                  <a:lnTo>
                    <a:pt x="367310" y="4064"/>
                  </a:lnTo>
                  <a:lnTo>
                    <a:pt x="368665" y="4551"/>
                  </a:lnTo>
                  <a:lnTo>
                    <a:pt x="370021" y="5069"/>
                  </a:lnTo>
                  <a:lnTo>
                    <a:pt x="371376" y="5613"/>
                  </a:lnTo>
                  <a:lnTo>
                    <a:pt x="372731" y="6188"/>
                  </a:lnTo>
                  <a:lnTo>
                    <a:pt x="374087" y="6802"/>
                  </a:lnTo>
                  <a:lnTo>
                    <a:pt x="375442" y="7440"/>
                  </a:lnTo>
                  <a:lnTo>
                    <a:pt x="376798" y="8101"/>
                  </a:lnTo>
                  <a:lnTo>
                    <a:pt x="378153" y="8793"/>
                  </a:lnTo>
                  <a:lnTo>
                    <a:pt x="379508" y="9515"/>
                  </a:lnTo>
                  <a:lnTo>
                    <a:pt x="380864" y="10262"/>
                  </a:lnTo>
                  <a:lnTo>
                    <a:pt x="382219" y="11034"/>
                  </a:lnTo>
                  <a:lnTo>
                    <a:pt x="383575" y="11851"/>
                  </a:lnTo>
                  <a:lnTo>
                    <a:pt x="384930" y="12690"/>
                  </a:lnTo>
                  <a:lnTo>
                    <a:pt x="386285" y="13552"/>
                  </a:lnTo>
                  <a:lnTo>
                    <a:pt x="387641" y="14444"/>
                  </a:lnTo>
                  <a:lnTo>
                    <a:pt x="388996" y="15364"/>
                  </a:lnTo>
                  <a:lnTo>
                    <a:pt x="390352" y="16307"/>
                  </a:lnTo>
                  <a:lnTo>
                    <a:pt x="391707" y="17271"/>
                  </a:lnTo>
                  <a:lnTo>
                    <a:pt x="393062" y="18276"/>
                  </a:lnTo>
                  <a:lnTo>
                    <a:pt x="394418" y="19304"/>
                  </a:lnTo>
                  <a:lnTo>
                    <a:pt x="395773" y="20355"/>
                  </a:lnTo>
                  <a:lnTo>
                    <a:pt x="397128" y="21433"/>
                  </a:lnTo>
                  <a:lnTo>
                    <a:pt x="398484" y="22538"/>
                  </a:lnTo>
                  <a:lnTo>
                    <a:pt x="399839" y="23662"/>
                  </a:lnTo>
                  <a:lnTo>
                    <a:pt x="401195" y="24806"/>
                  </a:lnTo>
                  <a:lnTo>
                    <a:pt x="402550" y="25982"/>
                  </a:lnTo>
                  <a:lnTo>
                    <a:pt x="403905" y="27181"/>
                  </a:lnTo>
                  <a:lnTo>
                    <a:pt x="405261" y="28402"/>
                  </a:lnTo>
                  <a:lnTo>
                    <a:pt x="406616" y="29648"/>
                  </a:lnTo>
                  <a:lnTo>
                    <a:pt x="407972" y="30918"/>
                  </a:lnTo>
                  <a:lnTo>
                    <a:pt x="409327" y="32205"/>
                  </a:lnTo>
                  <a:lnTo>
                    <a:pt x="410682" y="33510"/>
                  </a:lnTo>
                  <a:lnTo>
                    <a:pt x="412038" y="34843"/>
                  </a:lnTo>
                  <a:lnTo>
                    <a:pt x="413393" y="36194"/>
                  </a:lnTo>
                  <a:lnTo>
                    <a:pt x="414749" y="37562"/>
                  </a:lnTo>
                  <a:lnTo>
                    <a:pt x="416104" y="38957"/>
                  </a:lnTo>
                  <a:lnTo>
                    <a:pt x="417459" y="40374"/>
                  </a:lnTo>
                  <a:lnTo>
                    <a:pt x="418815" y="41805"/>
                  </a:lnTo>
                  <a:lnTo>
                    <a:pt x="420170" y="43252"/>
                  </a:lnTo>
                  <a:lnTo>
                    <a:pt x="421525" y="44724"/>
                  </a:lnTo>
                  <a:lnTo>
                    <a:pt x="422881" y="46211"/>
                  </a:lnTo>
                  <a:lnTo>
                    <a:pt x="424236" y="47713"/>
                  </a:lnTo>
                  <a:lnTo>
                    <a:pt x="425592" y="49236"/>
                  </a:lnTo>
                  <a:lnTo>
                    <a:pt x="426947" y="50780"/>
                  </a:lnTo>
                  <a:lnTo>
                    <a:pt x="428302" y="52340"/>
                  </a:lnTo>
                  <a:lnTo>
                    <a:pt x="429658" y="53913"/>
                  </a:lnTo>
                  <a:lnTo>
                    <a:pt x="431013" y="55508"/>
                  </a:lnTo>
                  <a:lnTo>
                    <a:pt x="432369" y="57116"/>
                  </a:lnTo>
                  <a:lnTo>
                    <a:pt x="433724" y="58738"/>
                  </a:lnTo>
                  <a:lnTo>
                    <a:pt x="435079" y="60376"/>
                  </a:lnTo>
                  <a:lnTo>
                    <a:pt x="436435" y="62035"/>
                  </a:lnTo>
                  <a:lnTo>
                    <a:pt x="437790" y="63709"/>
                  </a:lnTo>
                  <a:lnTo>
                    <a:pt x="439146" y="65395"/>
                  </a:lnTo>
                  <a:lnTo>
                    <a:pt x="440501" y="67102"/>
                  </a:lnTo>
                  <a:lnTo>
                    <a:pt x="441856" y="68820"/>
                  </a:lnTo>
                  <a:lnTo>
                    <a:pt x="443212" y="70551"/>
                  </a:lnTo>
                  <a:lnTo>
                    <a:pt x="444567" y="72298"/>
                  </a:lnTo>
                  <a:lnTo>
                    <a:pt x="445922" y="74060"/>
                  </a:lnTo>
                  <a:lnTo>
                    <a:pt x="447278" y="75837"/>
                  </a:lnTo>
                  <a:lnTo>
                    <a:pt x="448633" y="77628"/>
                  </a:lnTo>
                  <a:lnTo>
                    <a:pt x="449989" y="79437"/>
                  </a:lnTo>
                  <a:lnTo>
                    <a:pt x="451344" y="81258"/>
                  </a:lnTo>
                  <a:lnTo>
                    <a:pt x="452699" y="83090"/>
                  </a:lnTo>
                  <a:lnTo>
                    <a:pt x="454055" y="84936"/>
                  </a:lnTo>
                  <a:lnTo>
                    <a:pt x="455410" y="86797"/>
                  </a:lnTo>
                  <a:lnTo>
                    <a:pt x="456766" y="88669"/>
                  </a:lnTo>
                  <a:lnTo>
                    <a:pt x="458121" y="90553"/>
                  </a:lnTo>
                  <a:lnTo>
                    <a:pt x="459476" y="92457"/>
                  </a:lnTo>
                  <a:lnTo>
                    <a:pt x="460832" y="94372"/>
                  </a:lnTo>
                  <a:lnTo>
                    <a:pt x="462187" y="96297"/>
                  </a:lnTo>
                  <a:lnTo>
                    <a:pt x="463543" y="98234"/>
                  </a:lnTo>
                  <a:lnTo>
                    <a:pt x="464898" y="100185"/>
                  </a:lnTo>
                  <a:lnTo>
                    <a:pt x="466253" y="102145"/>
                  </a:lnTo>
                  <a:lnTo>
                    <a:pt x="467609" y="104115"/>
                  </a:lnTo>
                  <a:lnTo>
                    <a:pt x="468964" y="106103"/>
                  </a:lnTo>
                  <a:lnTo>
                    <a:pt x="470319" y="108100"/>
                  </a:lnTo>
                  <a:lnTo>
                    <a:pt x="471675" y="110107"/>
                  </a:lnTo>
                  <a:lnTo>
                    <a:pt x="473030" y="112124"/>
                  </a:lnTo>
                  <a:lnTo>
                    <a:pt x="474386" y="114152"/>
                  </a:lnTo>
                  <a:lnTo>
                    <a:pt x="475741" y="116189"/>
                  </a:lnTo>
                  <a:lnTo>
                    <a:pt x="477096" y="118233"/>
                  </a:lnTo>
                  <a:lnTo>
                    <a:pt x="478452" y="120288"/>
                  </a:lnTo>
                  <a:lnTo>
                    <a:pt x="479807" y="122353"/>
                  </a:lnTo>
                  <a:lnTo>
                    <a:pt x="481163" y="124425"/>
                  </a:lnTo>
                  <a:lnTo>
                    <a:pt x="482518" y="126506"/>
                  </a:lnTo>
                  <a:lnTo>
                    <a:pt x="483873" y="128594"/>
                  </a:lnTo>
                  <a:lnTo>
                    <a:pt x="485229" y="130687"/>
                  </a:lnTo>
                  <a:lnTo>
                    <a:pt x="486584" y="132785"/>
                  </a:lnTo>
                  <a:lnTo>
                    <a:pt x="487940" y="134891"/>
                  </a:lnTo>
                  <a:lnTo>
                    <a:pt x="489295" y="137001"/>
                  </a:lnTo>
                  <a:lnTo>
                    <a:pt x="490650" y="139116"/>
                  </a:lnTo>
                  <a:lnTo>
                    <a:pt x="492006" y="141235"/>
                  </a:lnTo>
                  <a:lnTo>
                    <a:pt x="493361" y="143357"/>
                  </a:lnTo>
                  <a:lnTo>
                    <a:pt x="494716" y="145482"/>
                  </a:lnTo>
                  <a:lnTo>
                    <a:pt x="496072" y="147608"/>
                  </a:lnTo>
                  <a:lnTo>
                    <a:pt x="497427" y="149736"/>
                  </a:lnTo>
                  <a:lnTo>
                    <a:pt x="498783" y="151864"/>
                  </a:lnTo>
                  <a:lnTo>
                    <a:pt x="500138" y="153992"/>
                  </a:lnTo>
                  <a:lnTo>
                    <a:pt x="501493" y="156120"/>
                  </a:lnTo>
                  <a:lnTo>
                    <a:pt x="502849" y="158245"/>
                  </a:lnTo>
                  <a:lnTo>
                    <a:pt x="504204" y="160368"/>
                  </a:lnTo>
                  <a:lnTo>
                    <a:pt x="505560" y="162488"/>
                  </a:lnTo>
                  <a:lnTo>
                    <a:pt x="506915" y="164604"/>
                  </a:lnTo>
                  <a:lnTo>
                    <a:pt x="508270" y="166715"/>
                  </a:lnTo>
                  <a:lnTo>
                    <a:pt x="509626" y="168823"/>
                  </a:lnTo>
                  <a:lnTo>
                    <a:pt x="510981" y="170924"/>
                  </a:lnTo>
                  <a:lnTo>
                    <a:pt x="512337" y="173015"/>
                  </a:lnTo>
                  <a:lnTo>
                    <a:pt x="513692" y="175100"/>
                  </a:lnTo>
                  <a:lnTo>
                    <a:pt x="515047" y="177177"/>
                  </a:lnTo>
                  <a:lnTo>
                    <a:pt x="516403" y="179242"/>
                  </a:lnTo>
                  <a:lnTo>
                    <a:pt x="517758" y="181298"/>
                  </a:lnTo>
                  <a:lnTo>
                    <a:pt x="519113" y="183345"/>
                  </a:lnTo>
                  <a:lnTo>
                    <a:pt x="520469" y="185380"/>
                  </a:lnTo>
                  <a:lnTo>
                    <a:pt x="521824" y="187401"/>
                  </a:lnTo>
                  <a:lnTo>
                    <a:pt x="523180" y="189409"/>
                  </a:lnTo>
                  <a:lnTo>
                    <a:pt x="524535" y="191403"/>
                  </a:lnTo>
                  <a:lnTo>
                    <a:pt x="525890" y="193378"/>
                  </a:lnTo>
                  <a:lnTo>
                    <a:pt x="527246" y="195339"/>
                  </a:lnTo>
                  <a:lnTo>
                    <a:pt x="528601" y="197286"/>
                  </a:lnTo>
                  <a:lnTo>
                    <a:pt x="529957" y="199217"/>
                  </a:lnTo>
                  <a:lnTo>
                    <a:pt x="531312" y="201127"/>
                  </a:lnTo>
                  <a:lnTo>
                    <a:pt x="532667" y="203020"/>
                  </a:lnTo>
                  <a:lnTo>
                    <a:pt x="534023" y="204897"/>
                  </a:lnTo>
                  <a:lnTo>
                    <a:pt x="535378" y="206744"/>
                  </a:lnTo>
                  <a:lnTo>
                    <a:pt x="536734" y="208573"/>
                  </a:lnTo>
                  <a:lnTo>
                    <a:pt x="538089" y="210384"/>
                  </a:lnTo>
                  <a:lnTo>
                    <a:pt x="539444" y="212174"/>
                  </a:lnTo>
                  <a:lnTo>
                    <a:pt x="540800" y="213938"/>
                  </a:lnTo>
                  <a:lnTo>
                    <a:pt x="542155" y="215683"/>
                  </a:lnTo>
                  <a:lnTo>
                    <a:pt x="543510" y="217409"/>
                  </a:lnTo>
                  <a:lnTo>
                    <a:pt x="544866" y="219099"/>
                  </a:lnTo>
                  <a:lnTo>
                    <a:pt x="546221" y="220765"/>
                  </a:lnTo>
                  <a:lnTo>
                    <a:pt x="547577" y="222409"/>
                  </a:lnTo>
                  <a:lnTo>
                    <a:pt x="548932" y="224029"/>
                  </a:lnTo>
                  <a:lnTo>
                    <a:pt x="550287" y="225618"/>
                  </a:lnTo>
                  <a:lnTo>
                    <a:pt x="551643" y="227186"/>
                  </a:lnTo>
                  <a:lnTo>
                    <a:pt x="552998" y="228732"/>
                  </a:lnTo>
                  <a:lnTo>
                    <a:pt x="554354" y="230245"/>
                  </a:lnTo>
                  <a:lnTo>
                    <a:pt x="555709" y="231726"/>
                  </a:lnTo>
                  <a:lnTo>
                    <a:pt x="557064" y="233182"/>
                  </a:lnTo>
                  <a:lnTo>
                    <a:pt x="558420" y="234610"/>
                  </a:lnTo>
                  <a:lnTo>
                    <a:pt x="559775" y="236005"/>
                  </a:lnTo>
                  <a:lnTo>
                    <a:pt x="561131" y="237377"/>
                  </a:lnTo>
                  <a:lnTo>
                    <a:pt x="562486" y="238726"/>
                  </a:lnTo>
                  <a:lnTo>
                    <a:pt x="563841" y="240039"/>
                  </a:lnTo>
                  <a:lnTo>
                    <a:pt x="565197" y="241324"/>
                  </a:lnTo>
                  <a:lnTo>
                    <a:pt x="566552" y="242583"/>
                  </a:lnTo>
                  <a:lnTo>
                    <a:pt x="567908" y="243808"/>
                  </a:lnTo>
                  <a:lnTo>
                    <a:pt x="569263" y="244999"/>
                  </a:lnTo>
                  <a:lnTo>
                    <a:pt x="570618" y="246166"/>
                  </a:lnTo>
                  <a:lnTo>
                    <a:pt x="571974" y="247310"/>
                  </a:lnTo>
                  <a:lnTo>
                    <a:pt x="573329" y="248418"/>
                  </a:lnTo>
                  <a:lnTo>
                    <a:pt x="574684" y="249500"/>
                  </a:lnTo>
                  <a:lnTo>
                    <a:pt x="576040" y="250557"/>
                  </a:lnTo>
                  <a:lnTo>
                    <a:pt x="577395" y="251581"/>
                  </a:lnTo>
                  <a:lnTo>
                    <a:pt x="578751" y="252568"/>
                  </a:lnTo>
                  <a:lnTo>
                    <a:pt x="580106" y="253531"/>
                  </a:lnTo>
                  <a:lnTo>
                    <a:pt x="581461" y="254472"/>
                  </a:lnTo>
                  <a:lnTo>
                    <a:pt x="582817" y="255378"/>
                  </a:lnTo>
                  <a:lnTo>
                    <a:pt x="584172" y="256259"/>
                  </a:lnTo>
                  <a:lnTo>
                    <a:pt x="585528" y="257117"/>
                  </a:lnTo>
                  <a:lnTo>
                    <a:pt x="586883" y="257949"/>
                  </a:lnTo>
                  <a:lnTo>
                    <a:pt x="588238" y="258742"/>
                  </a:lnTo>
                  <a:lnTo>
                    <a:pt x="589594" y="259511"/>
                  </a:lnTo>
                  <a:lnTo>
                    <a:pt x="590949" y="260259"/>
                  </a:lnTo>
                  <a:lnTo>
                    <a:pt x="592305" y="260975"/>
                  </a:lnTo>
                  <a:lnTo>
                    <a:pt x="593660" y="261668"/>
                  </a:lnTo>
                  <a:lnTo>
                    <a:pt x="595015" y="262340"/>
                  </a:lnTo>
                  <a:lnTo>
                    <a:pt x="596371" y="262988"/>
                  </a:lnTo>
                  <a:lnTo>
                    <a:pt x="597726" y="263606"/>
                  </a:lnTo>
                  <a:lnTo>
                    <a:pt x="599081" y="264201"/>
                  </a:lnTo>
                  <a:lnTo>
                    <a:pt x="600437" y="264773"/>
                  </a:lnTo>
                  <a:lnTo>
                    <a:pt x="601792" y="265318"/>
                  </a:lnTo>
                  <a:lnTo>
                    <a:pt x="603148" y="265842"/>
                  </a:lnTo>
                  <a:lnTo>
                    <a:pt x="604503" y="266347"/>
                  </a:lnTo>
                  <a:lnTo>
                    <a:pt x="605858" y="266833"/>
                  </a:lnTo>
                  <a:lnTo>
                    <a:pt x="607214" y="267293"/>
                  </a:lnTo>
                  <a:lnTo>
                    <a:pt x="608569" y="267734"/>
                  </a:lnTo>
                  <a:lnTo>
                    <a:pt x="609925" y="268158"/>
                  </a:lnTo>
                  <a:lnTo>
                    <a:pt x="611280" y="268554"/>
                  </a:lnTo>
                  <a:lnTo>
                    <a:pt x="612635" y="268932"/>
                  </a:lnTo>
                  <a:lnTo>
                    <a:pt x="613991" y="269296"/>
                  </a:lnTo>
                  <a:lnTo>
                    <a:pt x="615346" y="269643"/>
                  </a:lnTo>
                  <a:lnTo>
                    <a:pt x="616702" y="269969"/>
                  </a:lnTo>
                  <a:lnTo>
                    <a:pt x="618057" y="270282"/>
                  </a:lnTo>
                  <a:lnTo>
                    <a:pt x="619412" y="270580"/>
                  </a:lnTo>
                  <a:lnTo>
                    <a:pt x="620768" y="270856"/>
                  </a:lnTo>
                  <a:lnTo>
                    <a:pt x="622123" y="271116"/>
                  </a:lnTo>
                  <a:lnTo>
                    <a:pt x="623478" y="271365"/>
                  </a:lnTo>
                  <a:lnTo>
                    <a:pt x="624834" y="271600"/>
                  </a:lnTo>
                  <a:lnTo>
                    <a:pt x="626189" y="271819"/>
                  </a:lnTo>
                  <a:lnTo>
                    <a:pt x="627545" y="272028"/>
                  </a:lnTo>
                  <a:lnTo>
                    <a:pt x="628900" y="272226"/>
                  </a:lnTo>
                  <a:lnTo>
                    <a:pt x="630255" y="272410"/>
                  </a:lnTo>
                  <a:lnTo>
                    <a:pt x="631611" y="272580"/>
                  </a:lnTo>
                  <a:lnTo>
                    <a:pt x="632966" y="272741"/>
                  </a:lnTo>
                  <a:lnTo>
                    <a:pt x="634322" y="272892"/>
                  </a:lnTo>
                  <a:lnTo>
                    <a:pt x="635677" y="273031"/>
                  </a:lnTo>
                  <a:lnTo>
                    <a:pt x="637032" y="273163"/>
                  </a:lnTo>
                  <a:lnTo>
                    <a:pt x="638388" y="273288"/>
                  </a:lnTo>
                  <a:lnTo>
                    <a:pt x="639743" y="273402"/>
                  </a:lnTo>
                  <a:lnTo>
                    <a:pt x="641099" y="273509"/>
                  </a:lnTo>
                  <a:lnTo>
                    <a:pt x="642454" y="273609"/>
                  </a:lnTo>
                  <a:lnTo>
                    <a:pt x="643809" y="273701"/>
                  </a:lnTo>
                  <a:lnTo>
                    <a:pt x="645165" y="273786"/>
                  </a:lnTo>
                  <a:lnTo>
                    <a:pt x="646520" y="273866"/>
                  </a:lnTo>
                  <a:lnTo>
                    <a:pt x="647875" y="273942"/>
                  </a:lnTo>
                  <a:lnTo>
                    <a:pt x="649231" y="274012"/>
                  </a:lnTo>
                  <a:lnTo>
                    <a:pt x="650586" y="274077"/>
                  </a:lnTo>
                  <a:lnTo>
                    <a:pt x="651942" y="274139"/>
                  </a:lnTo>
                  <a:lnTo>
                    <a:pt x="653297" y="274196"/>
                  </a:lnTo>
                  <a:lnTo>
                    <a:pt x="654652" y="274249"/>
                  </a:lnTo>
                  <a:lnTo>
                    <a:pt x="656008" y="274300"/>
                  </a:lnTo>
                  <a:lnTo>
                    <a:pt x="657363" y="274349"/>
                  </a:lnTo>
                  <a:lnTo>
                    <a:pt x="658719" y="274395"/>
                  </a:lnTo>
                  <a:lnTo>
                    <a:pt x="660074" y="274439"/>
                  </a:lnTo>
                  <a:lnTo>
                    <a:pt x="661429" y="274482"/>
                  </a:lnTo>
                  <a:lnTo>
                    <a:pt x="662785" y="274523"/>
                  </a:lnTo>
                  <a:lnTo>
                    <a:pt x="664140" y="274563"/>
                  </a:lnTo>
                  <a:lnTo>
                    <a:pt x="665496" y="274602"/>
                  </a:lnTo>
                  <a:lnTo>
                    <a:pt x="666851" y="274641"/>
                  </a:lnTo>
                  <a:lnTo>
                    <a:pt x="668206" y="274680"/>
                  </a:lnTo>
                  <a:lnTo>
                    <a:pt x="669562" y="274719"/>
                  </a:lnTo>
                  <a:lnTo>
                    <a:pt x="670917" y="274758"/>
                  </a:lnTo>
                  <a:lnTo>
                    <a:pt x="672272" y="274798"/>
                  </a:lnTo>
                  <a:lnTo>
                    <a:pt x="673628" y="274838"/>
                  </a:lnTo>
                  <a:lnTo>
                    <a:pt x="674983" y="274880"/>
                  </a:lnTo>
                  <a:lnTo>
                    <a:pt x="676339" y="274922"/>
                  </a:lnTo>
                  <a:lnTo>
                    <a:pt x="677694" y="274966"/>
                  </a:lnTo>
                  <a:lnTo>
                    <a:pt x="677694" y="282950"/>
                  </a:lnTo>
                  <a:lnTo>
                    <a:pt x="676339" y="282950"/>
                  </a:lnTo>
                  <a:lnTo>
                    <a:pt x="674983" y="282950"/>
                  </a:lnTo>
                  <a:lnTo>
                    <a:pt x="673628" y="282950"/>
                  </a:lnTo>
                  <a:lnTo>
                    <a:pt x="672272" y="282950"/>
                  </a:lnTo>
                  <a:lnTo>
                    <a:pt x="670917" y="282950"/>
                  </a:lnTo>
                  <a:lnTo>
                    <a:pt x="669562" y="282950"/>
                  </a:lnTo>
                  <a:lnTo>
                    <a:pt x="668206" y="282950"/>
                  </a:lnTo>
                  <a:lnTo>
                    <a:pt x="666851" y="282950"/>
                  </a:lnTo>
                  <a:lnTo>
                    <a:pt x="665496" y="282950"/>
                  </a:lnTo>
                  <a:lnTo>
                    <a:pt x="664140" y="282950"/>
                  </a:lnTo>
                  <a:lnTo>
                    <a:pt x="662785" y="282950"/>
                  </a:lnTo>
                  <a:lnTo>
                    <a:pt x="661429" y="282950"/>
                  </a:lnTo>
                  <a:lnTo>
                    <a:pt x="660074" y="282950"/>
                  </a:lnTo>
                  <a:lnTo>
                    <a:pt x="658719" y="282950"/>
                  </a:lnTo>
                  <a:lnTo>
                    <a:pt x="657363" y="282950"/>
                  </a:lnTo>
                  <a:lnTo>
                    <a:pt x="656008" y="282950"/>
                  </a:lnTo>
                  <a:lnTo>
                    <a:pt x="654652" y="282950"/>
                  </a:lnTo>
                  <a:lnTo>
                    <a:pt x="653297" y="282950"/>
                  </a:lnTo>
                  <a:lnTo>
                    <a:pt x="651942" y="282950"/>
                  </a:lnTo>
                  <a:lnTo>
                    <a:pt x="650586" y="282950"/>
                  </a:lnTo>
                  <a:lnTo>
                    <a:pt x="649231" y="282950"/>
                  </a:lnTo>
                  <a:lnTo>
                    <a:pt x="647875" y="282950"/>
                  </a:lnTo>
                  <a:lnTo>
                    <a:pt x="646520" y="282950"/>
                  </a:lnTo>
                  <a:lnTo>
                    <a:pt x="645165" y="282950"/>
                  </a:lnTo>
                  <a:lnTo>
                    <a:pt x="643809" y="282950"/>
                  </a:lnTo>
                  <a:lnTo>
                    <a:pt x="642454" y="282950"/>
                  </a:lnTo>
                  <a:lnTo>
                    <a:pt x="641099" y="282950"/>
                  </a:lnTo>
                  <a:lnTo>
                    <a:pt x="639743" y="282950"/>
                  </a:lnTo>
                  <a:lnTo>
                    <a:pt x="638388" y="282950"/>
                  </a:lnTo>
                  <a:lnTo>
                    <a:pt x="637032" y="282950"/>
                  </a:lnTo>
                  <a:lnTo>
                    <a:pt x="635677" y="282950"/>
                  </a:lnTo>
                  <a:lnTo>
                    <a:pt x="634322" y="282950"/>
                  </a:lnTo>
                  <a:lnTo>
                    <a:pt x="632966" y="282950"/>
                  </a:lnTo>
                  <a:lnTo>
                    <a:pt x="631611" y="282950"/>
                  </a:lnTo>
                  <a:lnTo>
                    <a:pt x="630255" y="282950"/>
                  </a:lnTo>
                  <a:lnTo>
                    <a:pt x="628900" y="282950"/>
                  </a:lnTo>
                  <a:lnTo>
                    <a:pt x="627545" y="282950"/>
                  </a:lnTo>
                  <a:lnTo>
                    <a:pt x="626189" y="282950"/>
                  </a:lnTo>
                  <a:lnTo>
                    <a:pt x="624834" y="282950"/>
                  </a:lnTo>
                  <a:lnTo>
                    <a:pt x="623478" y="282950"/>
                  </a:lnTo>
                  <a:lnTo>
                    <a:pt x="622123" y="282950"/>
                  </a:lnTo>
                  <a:lnTo>
                    <a:pt x="620768" y="282950"/>
                  </a:lnTo>
                  <a:lnTo>
                    <a:pt x="619412" y="282950"/>
                  </a:lnTo>
                  <a:lnTo>
                    <a:pt x="618057" y="282950"/>
                  </a:lnTo>
                  <a:lnTo>
                    <a:pt x="616702" y="282950"/>
                  </a:lnTo>
                  <a:lnTo>
                    <a:pt x="615346" y="282950"/>
                  </a:lnTo>
                  <a:lnTo>
                    <a:pt x="613991" y="282950"/>
                  </a:lnTo>
                  <a:lnTo>
                    <a:pt x="612635" y="282950"/>
                  </a:lnTo>
                  <a:lnTo>
                    <a:pt x="611280" y="282950"/>
                  </a:lnTo>
                  <a:lnTo>
                    <a:pt x="609925" y="282950"/>
                  </a:lnTo>
                  <a:lnTo>
                    <a:pt x="608569" y="282950"/>
                  </a:lnTo>
                  <a:lnTo>
                    <a:pt x="607214" y="282950"/>
                  </a:lnTo>
                  <a:lnTo>
                    <a:pt x="605858" y="282950"/>
                  </a:lnTo>
                  <a:lnTo>
                    <a:pt x="604503" y="282950"/>
                  </a:lnTo>
                  <a:lnTo>
                    <a:pt x="603148" y="282950"/>
                  </a:lnTo>
                  <a:lnTo>
                    <a:pt x="601792" y="282950"/>
                  </a:lnTo>
                  <a:lnTo>
                    <a:pt x="600437" y="282950"/>
                  </a:lnTo>
                  <a:lnTo>
                    <a:pt x="599081" y="282950"/>
                  </a:lnTo>
                  <a:lnTo>
                    <a:pt x="597726" y="282950"/>
                  </a:lnTo>
                  <a:lnTo>
                    <a:pt x="596371" y="282950"/>
                  </a:lnTo>
                  <a:lnTo>
                    <a:pt x="595015" y="282950"/>
                  </a:lnTo>
                  <a:lnTo>
                    <a:pt x="593660" y="282950"/>
                  </a:lnTo>
                  <a:lnTo>
                    <a:pt x="592305" y="282950"/>
                  </a:lnTo>
                  <a:lnTo>
                    <a:pt x="590949" y="282950"/>
                  </a:lnTo>
                  <a:lnTo>
                    <a:pt x="589594" y="282950"/>
                  </a:lnTo>
                  <a:lnTo>
                    <a:pt x="588238" y="282950"/>
                  </a:lnTo>
                  <a:lnTo>
                    <a:pt x="586883" y="282950"/>
                  </a:lnTo>
                  <a:lnTo>
                    <a:pt x="585528" y="282950"/>
                  </a:lnTo>
                  <a:lnTo>
                    <a:pt x="584172" y="282950"/>
                  </a:lnTo>
                  <a:lnTo>
                    <a:pt x="582817" y="282950"/>
                  </a:lnTo>
                  <a:lnTo>
                    <a:pt x="581461" y="282950"/>
                  </a:lnTo>
                  <a:lnTo>
                    <a:pt x="580106" y="282950"/>
                  </a:lnTo>
                  <a:lnTo>
                    <a:pt x="578751" y="282950"/>
                  </a:lnTo>
                  <a:lnTo>
                    <a:pt x="577395" y="282950"/>
                  </a:lnTo>
                  <a:lnTo>
                    <a:pt x="576040" y="282950"/>
                  </a:lnTo>
                  <a:lnTo>
                    <a:pt x="574684" y="282950"/>
                  </a:lnTo>
                  <a:lnTo>
                    <a:pt x="573329" y="282950"/>
                  </a:lnTo>
                  <a:lnTo>
                    <a:pt x="571974" y="282950"/>
                  </a:lnTo>
                  <a:lnTo>
                    <a:pt x="570618" y="282950"/>
                  </a:lnTo>
                  <a:lnTo>
                    <a:pt x="569263" y="282950"/>
                  </a:lnTo>
                  <a:lnTo>
                    <a:pt x="567908" y="282950"/>
                  </a:lnTo>
                  <a:lnTo>
                    <a:pt x="566552" y="282950"/>
                  </a:lnTo>
                  <a:lnTo>
                    <a:pt x="565197" y="282950"/>
                  </a:lnTo>
                  <a:lnTo>
                    <a:pt x="563841" y="282950"/>
                  </a:lnTo>
                  <a:lnTo>
                    <a:pt x="562486" y="282950"/>
                  </a:lnTo>
                  <a:lnTo>
                    <a:pt x="561131" y="282950"/>
                  </a:lnTo>
                  <a:lnTo>
                    <a:pt x="559775" y="282950"/>
                  </a:lnTo>
                  <a:lnTo>
                    <a:pt x="558420" y="282950"/>
                  </a:lnTo>
                  <a:lnTo>
                    <a:pt x="557064" y="282950"/>
                  </a:lnTo>
                  <a:lnTo>
                    <a:pt x="555709" y="282950"/>
                  </a:lnTo>
                  <a:lnTo>
                    <a:pt x="554354" y="282950"/>
                  </a:lnTo>
                  <a:lnTo>
                    <a:pt x="552998" y="282950"/>
                  </a:lnTo>
                  <a:lnTo>
                    <a:pt x="551643" y="282950"/>
                  </a:lnTo>
                  <a:lnTo>
                    <a:pt x="550287" y="282950"/>
                  </a:lnTo>
                  <a:lnTo>
                    <a:pt x="548932" y="282950"/>
                  </a:lnTo>
                  <a:lnTo>
                    <a:pt x="547577" y="282950"/>
                  </a:lnTo>
                  <a:lnTo>
                    <a:pt x="546221" y="282950"/>
                  </a:lnTo>
                  <a:lnTo>
                    <a:pt x="544866" y="282950"/>
                  </a:lnTo>
                  <a:lnTo>
                    <a:pt x="543510" y="282950"/>
                  </a:lnTo>
                  <a:lnTo>
                    <a:pt x="542155" y="282950"/>
                  </a:lnTo>
                  <a:lnTo>
                    <a:pt x="540800" y="282950"/>
                  </a:lnTo>
                  <a:lnTo>
                    <a:pt x="539444" y="282950"/>
                  </a:lnTo>
                  <a:lnTo>
                    <a:pt x="538089" y="282950"/>
                  </a:lnTo>
                  <a:lnTo>
                    <a:pt x="536734" y="282950"/>
                  </a:lnTo>
                  <a:lnTo>
                    <a:pt x="535378" y="282950"/>
                  </a:lnTo>
                  <a:lnTo>
                    <a:pt x="534023" y="282950"/>
                  </a:lnTo>
                  <a:lnTo>
                    <a:pt x="532667" y="282950"/>
                  </a:lnTo>
                  <a:lnTo>
                    <a:pt x="531312" y="282950"/>
                  </a:lnTo>
                  <a:lnTo>
                    <a:pt x="529957" y="282950"/>
                  </a:lnTo>
                  <a:lnTo>
                    <a:pt x="528601" y="282950"/>
                  </a:lnTo>
                  <a:lnTo>
                    <a:pt x="527246" y="282950"/>
                  </a:lnTo>
                  <a:lnTo>
                    <a:pt x="525890" y="282950"/>
                  </a:lnTo>
                  <a:lnTo>
                    <a:pt x="524535" y="282950"/>
                  </a:lnTo>
                  <a:lnTo>
                    <a:pt x="523180" y="282950"/>
                  </a:lnTo>
                  <a:lnTo>
                    <a:pt x="521824" y="282950"/>
                  </a:lnTo>
                  <a:lnTo>
                    <a:pt x="520469" y="282950"/>
                  </a:lnTo>
                  <a:lnTo>
                    <a:pt x="519113" y="282950"/>
                  </a:lnTo>
                  <a:lnTo>
                    <a:pt x="517758" y="282950"/>
                  </a:lnTo>
                  <a:lnTo>
                    <a:pt x="516403" y="282950"/>
                  </a:lnTo>
                  <a:lnTo>
                    <a:pt x="515047" y="282950"/>
                  </a:lnTo>
                  <a:lnTo>
                    <a:pt x="513692" y="282950"/>
                  </a:lnTo>
                  <a:lnTo>
                    <a:pt x="512337" y="282950"/>
                  </a:lnTo>
                  <a:lnTo>
                    <a:pt x="510981" y="282950"/>
                  </a:lnTo>
                  <a:lnTo>
                    <a:pt x="509626" y="282950"/>
                  </a:lnTo>
                  <a:lnTo>
                    <a:pt x="508270" y="282950"/>
                  </a:lnTo>
                  <a:lnTo>
                    <a:pt x="506915" y="282950"/>
                  </a:lnTo>
                  <a:lnTo>
                    <a:pt x="505560" y="282950"/>
                  </a:lnTo>
                  <a:lnTo>
                    <a:pt x="504204" y="282950"/>
                  </a:lnTo>
                  <a:lnTo>
                    <a:pt x="502849" y="282950"/>
                  </a:lnTo>
                  <a:lnTo>
                    <a:pt x="501493" y="282950"/>
                  </a:lnTo>
                  <a:lnTo>
                    <a:pt x="500138" y="282950"/>
                  </a:lnTo>
                  <a:lnTo>
                    <a:pt x="498783" y="282950"/>
                  </a:lnTo>
                  <a:lnTo>
                    <a:pt x="497427" y="282950"/>
                  </a:lnTo>
                  <a:lnTo>
                    <a:pt x="496072" y="282950"/>
                  </a:lnTo>
                  <a:lnTo>
                    <a:pt x="494716" y="282950"/>
                  </a:lnTo>
                  <a:lnTo>
                    <a:pt x="493361" y="282950"/>
                  </a:lnTo>
                  <a:lnTo>
                    <a:pt x="492006" y="282950"/>
                  </a:lnTo>
                  <a:lnTo>
                    <a:pt x="490650" y="282950"/>
                  </a:lnTo>
                  <a:lnTo>
                    <a:pt x="489295" y="282950"/>
                  </a:lnTo>
                  <a:lnTo>
                    <a:pt x="487940" y="282950"/>
                  </a:lnTo>
                  <a:lnTo>
                    <a:pt x="486584" y="282950"/>
                  </a:lnTo>
                  <a:lnTo>
                    <a:pt x="485229" y="282950"/>
                  </a:lnTo>
                  <a:lnTo>
                    <a:pt x="483873" y="282950"/>
                  </a:lnTo>
                  <a:lnTo>
                    <a:pt x="482518" y="282950"/>
                  </a:lnTo>
                  <a:lnTo>
                    <a:pt x="481163" y="282950"/>
                  </a:lnTo>
                  <a:lnTo>
                    <a:pt x="479807" y="282950"/>
                  </a:lnTo>
                  <a:lnTo>
                    <a:pt x="478452" y="282950"/>
                  </a:lnTo>
                  <a:lnTo>
                    <a:pt x="477096" y="282950"/>
                  </a:lnTo>
                  <a:lnTo>
                    <a:pt x="475741" y="282950"/>
                  </a:lnTo>
                  <a:lnTo>
                    <a:pt x="474386" y="282950"/>
                  </a:lnTo>
                  <a:lnTo>
                    <a:pt x="473030" y="282950"/>
                  </a:lnTo>
                  <a:lnTo>
                    <a:pt x="471675" y="282950"/>
                  </a:lnTo>
                  <a:lnTo>
                    <a:pt x="470319" y="282950"/>
                  </a:lnTo>
                  <a:lnTo>
                    <a:pt x="468964" y="282950"/>
                  </a:lnTo>
                  <a:lnTo>
                    <a:pt x="467609" y="282950"/>
                  </a:lnTo>
                  <a:lnTo>
                    <a:pt x="466253" y="282950"/>
                  </a:lnTo>
                  <a:lnTo>
                    <a:pt x="464898" y="282950"/>
                  </a:lnTo>
                  <a:lnTo>
                    <a:pt x="463543" y="282950"/>
                  </a:lnTo>
                  <a:lnTo>
                    <a:pt x="462187" y="282950"/>
                  </a:lnTo>
                  <a:lnTo>
                    <a:pt x="460832" y="282950"/>
                  </a:lnTo>
                  <a:lnTo>
                    <a:pt x="459476" y="282950"/>
                  </a:lnTo>
                  <a:lnTo>
                    <a:pt x="458121" y="282950"/>
                  </a:lnTo>
                  <a:lnTo>
                    <a:pt x="456766" y="282950"/>
                  </a:lnTo>
                  <a:lnTo>
                    <a:pt x="455410" y="282950"/>
                  </a:lnTo>
                  <a:lnTo>
                    <a:pt x="454055" y="282950"/>
                  </a:lnTo>
                  <a:lnTo>
                    <a:pt x="452699" y="282950"/>
                  </a:lnTo>
                  <a:lnTo>
                    <a:pt x="451344" y="282950"/>
                  </a:lnTo>
                  <a:lnTo>
                    <a:pt x="449989" y="282950"/>
                  </a:lnTo>
                  <a:lnTo>
                    <a:pt x="448633" y="282950"/>
                  </a:lnTo>
                  <a:lnTo>
                    <a:pt x="447278" y="282950"/>
                  </a:lnTo>
                  <a:lnTo>
                    <a:pt x="445922" y="282950"/>
                  </a:lnTo>
                  <a:lnTo>
                    <a:pt x="444567" y="282950"/>
                  </a:lnTo>
                  <a:lnTo>
                    <a:pt x="443212" y="282950"/>
                  </a:lnTo>
                  <a:lnTo>
                    <a:pt x="441856" y="282950"/>
                  </a:lnTo>
                  <a:lnTo>
                    <a:pt x="440501" y="282950"/>
                  </a:lnTo>
                  <a:lnTo>
                    <a:pt x="439146" y="282950"/>
                  </a:lnTo>
                  <a:lnTo>
                    <a:pt x="437790" y="282950"/>
                  </a:lnTo>
                  <a:lnTo>
                    <a:pt x="436435" y="282950"/>
                  </a:lnTo>
                  <a:lnTo>
                    <a:pt x="435079" y="282950"/>
                  </a:lnTo>
                  <a:lnTo>
                    <a:pt x="433724" y="282950"/>
                  </a:lnTo>
                  <a:lnTo>
                    <a:pt x="432369" y="282950"/>
                  </a:lnTo>
                  <a:lnTo>
                    <a:pt x="431013" y="282950"/>
                  </a:lnTo>
                  <a:lnTo>
                    <a:pt x="429658" y="282950"/>
                  </a:lnTo>
                  <a:lnTo>
                    <a:pt x="428302" y="282950"/>
                  </a:lnTo>
                  <a:lnTo>
                    <a:pt x="426947" y="282950"/>
                  </a:lnTo>
                  <a:lnTo>
                    <a:pt x="425592" y="282950"/>
                  </a:lnTo>
                  <a:lnTo>
                    <a:pt x="424236" y="282950"/>
                  </a:lnTo>
                  <a:lnTo>
                    <a:pt x="422881" y="282950"/>
                  </a:lnTo>
                  <a:lnTo>
                    <a:pt x="421525" y="282950"/>
                  </a:lnTo>
                  <a:lnTo>
                    <a:pt x="420170" y="282950"/>
                  </a:lnTo>
                  <a:lnTo>
                    <a:pt x="418815" y="282950"/>
                  </a:lnTo>
                  <a:lnTo>
                    <a:pt x="417459" y="282950"/>
                  </a:lnTo>
                  <a:lnTo>
                    <a:pt x="416104" y="282950"/>
                  </a:lnTo>
                  <a:lnTo>
                    <a:pt x="414749" y="282950"/>
                  </a:lnTo>
                  <a:lnTo>
                    <a:pt x="413393" y="282950"/>
                  </a:lnTo>
                  <a:lnTo>
                    <a:pt x="412038" y="282950"/>
                  </a:lnTo>
                  <a:lnTo>
                    <a:pt x="410682" y="282950"/>
                  </a:lnTo>
                  <a:lnTo>
                    <a:pt x="409327" y="282950"/>
                  </a:lnTo>
                  <a:lnTo>
                    <a:pt x="407972" y="282950"/>
                  </a:lnTo>
                  <a:lnTo>
                    <a:pt x="406616" y="282950"/>
                  </a:lnTo>
                  <a:lnTo>
                    <a:pt x="405261" y="282950"/>
                  </a:lnTo>
                  <a:lnTo>
                    <a:pt x="403905" y="282950"/>
                  </a:lnTo>
                  <a:lnTo>
                    <a:pt x="402550" y="282950"/>
                  </a:lnTo>
                  <a:lnTo>
                    <a:pt x="401195" y="282950"/>
                  </a:lnTo>
                  <a:lnTo>
                    <a:pt x="399839" y="282950"/>
                  </a:lnTo>
                  <a:lnTo>
                    <a:pt x="398484" y="282950"/>
                  </a:lnTo>
                  <a:lnTo>
                    <a:pt x="397128" y="282950"/>
                  </a:lnTo>
                  <a:lnTo>
                    <a:pt x="395773" y="282950"/>
                  </a:lnTo>
                  <a:lnTo>
                    <a:pt x="394418" y="282950"/>
                  </a:lnTo>
                  <a:lnTo>
                    <a:pt x="393062" y="282950"/>
                  </a:lnTo>
                  <a:lnTo>
                    <a:pt x="391707" y="282950"/>
                  </a:lnTo>
                  <a:lnTo>
                    <a:pt x="390352" y="282950"/>
                  </a:lnTo>
                  <a:lnTo>
                    <a:pt x="388996" y="282950"/>
                  </a:lnTo>
                  <a:lnTo>
                    <a:pt x="387641" y="282950"/>
                  </a:lnTo>
                  <a:lnTo>
                    <a:pt x="386285" y="282950"/>
                  </a:lnTo>
                  <a:lnTo>
                    <a:pt x="384930" y="282950"/>
                  </a:lnTo>
                  <a:lnTo>
                    <a:pt x="383575" y="282950"/>
                  </a:lnTo>
                  <a:lnTo>
                    <a:pt x="382219" y="282950"/>
                  </a:lnTo>
                  <a:lnTo>
                    <a:pt x="380864" y="282950"/>
                  </a:lnTo>
                  <a:lnTo>
                    <a:pt x="379508" y="282950"/>
                  </a:lnTo>
                  <a:lnTo>
                    <a:pt x="378153" y="282950"/>
                  </a:lnTo>
                  <a:lnTo>
                    <a:pt x="376798" y="282950"/>
                  </a:lnTo>
                  <a:lnTo>
                    <a:pt x="375442" y="282950"/>
                  </a:lnTo>
                  <a:lnTo>
                    <a:pt x="374087" y="282950"/>
                  </a:lnTo>
                  <a:lnTo>
                    <a:pt x="372731" y="282950"/>
                  </a:lnTo>
                  <a:lnTo>
                    <a:pt x="371376" y="282950"/>
                  </a:lnTo>
                  <a:lnTo>
                    <a:pt x="370021" y="282950"/>
                  </a:lnTo>
                  <a:lnTo>
                    <a:pt x="368665" y="282950"/>
                  </a:lnTo>
                  <a:lnTo>
                    <a:pt x="367310" y="282950"/>
                  </a:lnTo>
                  <a:lnTo>
                    <a:pt x="365955" y="282950"/>
                  </a:lnTo>
                  <a:lnTo>
                    <a:pt x="364599" y="282950"/>
                  </a:lnTo>
                  <a:lnTo>
                    <a:pt x="363244" y="282950"/>
                  </a:lnTo>
                  <a:lnTo>
                    <a:pt x="361888" y="282950"/>
                  </a:lnTo>
                  <a:lnTo>
                    <a:pt x="360533" y="282950"/>
                  </a:lnTo>
                  <a:lnTo>
                    <a:pt x="359178" y="282950"/>
                  </a:lnTo>
                  <a:lnTo>
                    <a:pt x="357822" y="282950"/>
                  </a:lnTo>
                  <a:lnTo>
                    <a:pt x="356467" y="282950"/>
                  </a:lnTo>
                  <a:lnTo>
                    <a:pt x="355111" y="282950"/>
                  </a:lnTo>
                  <a:lnTo>
                    <a:pt x="353756" y="282950"/>
                  </a:lnTo>
                  <a:lnTo>
                    <a:pt x="352401" y="282950"/>
                  </a:lnTo>
                  <a:lnTo>
                    <a:pt x="351045" y="282950"/>
                  </a:lnTo>
                  <a:lnTo>
                    <a:pt x="349690" y="282950"/>
                  </a:lnTo>
                  <a:lnTo>
                    <a:pt x="348334" y="282950"/>
                  </a:lnTo>
                  <a:lnTo>
                    <a:pt x="346979" y="282950"/>
                  </a:lnTo>
                  <a:lnTo>
                    <a:pt x="345624" y="282950"/>
                  </a:lnTo>
                  <a:lnTo>
                    <a:pt x="344268" y="282950"/>
                  </a:lnTo>
                  <a:lnTo>
                    <a:pt x="342913" y="282950"/>
                  </a:lnTo>
                  <a:lnTo>
                    <a:pt x="341558" y="282950"/>
                  </a:lnTo>
                  <a:lnTo>
                    <a:pt x="340202" y="282950"/>
                  </a:lnTo>
                  <a:lnTo>
                    <a:pt x="338847" y="282950"/>
                  </a:lnTo>
                  <a:lnTo>
                    <a:pt x="337491" y="282950"/>
                  </a:lnTo>
                  <a:lnTo>
                    <a:pt x="336136" y="282950"/>
                  </a:lnTo>
                  <a:lnTo>
                    <a:pt x="334781" y="282950"/>
                  </a:lnTo>
                  <a:lnTo>
                    <a:pt x="333425" y="282950"/>
                  </a:lnTo>
                  <a:lnTo>
                    <a:pt x="332070" y="282950"/>
                  </a:lnTo>
                  <a:lnTo>
                    <a:pt x="330714" y="282950"/>
                  </a:lnTo>
                  <a:lnTo>
                    <a:pt x="329359" y="282950"/>
                  </a:lnTo>
                  <a:lnTo>
                    <a:pt x="328004" y="282950"/>
                  </a:lnTo>
                  <a:lnTo>
                    <a:pt x="326648" y="282950"/>
                  </a:lnTo>
                  <a:lnTo>
                    <a:pt x="325293" y="282950"/>
                  </a:lnTo>
                  <a:lnTo>
                    <a:pt x="323937" y="282950"/>
                  </a:lnTo>
                  <a:lnTo>
                    <a:pt x="322582" y="282950"/>
                  </a:lnTo>
                  <a:lnTo>
                    <a:pt x="321227" y="282950"/>
                  </a:lnTo>
                  <a:lnTo>
                    <a:pt x="319871" y="282950"/>
                  </a:lnTo>
                  <a:lnTo>
                    <a:pt x="318516" y="282950"/>
                  </a:lnTo>
                  <a:lnTo>
                    <a:pt x="317161" y="282950"/>
                  </a:lnTo>
                  <a:lnTo>
                    <a:pt x="315805" y="282950"/>
                  </a:lnTo>
                  <a:lnTo>
                    <a:pt x="314450" y="282950"/>
                  </a:lnTo>
                  <a:lnTo>
                    <a:pt x="313094" y="282950"/>
                  </a:lnTo>
                  <a:lnTo>
                    <a:pt x="311739" y="282950"/>
                  </a:lnTo>
                  <a:lnTo>
                    <a:pt x="310384" y="282950"/>
                  </a:lnTo>
                  <a:lnTo>
                    <a:pt x="309028" y="282950"/>
                  </a:lnTo>
                  <a:lnTo>
                    <a:pt x="307673" y="282950"/>
                  </a:lnTo>
                  <a:lnTo>
                    <a:pt x="306317" y="282950"/>
                  </a:lnTo>
                  <a:lnTo>
                    <a:pt x="304962" y="282950"/>
                  </a:lnTo>
                  <a:lnTo>
                    <a:pt x="303607" y="282950"/>
                  </a:lnTo>
                  <a:lnTo>
                    <a:pt x="302251" y="282950"/>
                  </a:lnTo>
                  <a:lnTo>
                    <a:pt x="300896" y="282950"/>
                  </a:lnTo>
                  <a:lnTo>
                    <a:pt x="299540" y="282950"/>
                  </a:lnTo>
                  <a:lnTo>
                    <a:pt x="298185" y="282950"/>
                  </a:lnTo>
                  <a:lnTo>
                    <a:pt x="296830" y="282950"/>
                  </a:lnTo>
                  <a:lnTo>
                    <a:pt x="295474" y="282950"/>
                  </a:lnTo>
                  <a:lnTo>
                    <a:pt x="294119" y="282950"/>
                  </a:lnTo>
                  <a:lnTo>
                    <a:pt x="292764" y="282950"/>
                  </a:lnTo>
                  <a:lnTo>
                    <a:pt x="291408" y="282950"/>
                  </a:lnTo>
                  <a:lnTo>
                    <a:pt x="290053" y="282950"/>
                  </a:lnTo>
                  <a:lnTo>
                    <a:pt x="288697" y="282950"/>
                  </a:lnTo>
                  <a:lnTo>
                    <a:pt x="287342" y="282950"/>
                  </a:lnTo>
                  <a:lnTo>
                    <a:pt x="285987" y="282950"/>
                  </a:lnTo>
                  <a:lnTo>
                    <a:pt x="284631" y="282950"/>
                  </a:lnTo>
                  <a:lnTo>
                    <a:pt x="283276" y="282950"/>
                  </a:lnTo>
                  <a:lnTo>
                    <a:pt x="281920" y="282950"/>
                  </a:lnTo>
                  <a:lnTo>
                    <a:pt x="280565" y="282950"/>
                  </a:lnTo>
                  <a:lnTo>
                    <a:pt x="279210" y="282950"/>
                  </a:lnTo>
                  <a:lnTo>
                    <a:pt x="277854" y="282950"/>
                  </a:lnTo>
                  <a:lnTo>
                    <a:pt x="276499" y="282950"/>
                  </a:lnTo>
                  <a:lnTo>
                    <a:pt x="275143" y="282950"/>
                  </a:lnTo>
                  <a:lnTo>
                    <a:pt x="273788" y="282950"/>
                  </a:lnTo>
                  <a:lnTo>
                    <a:pt x="272433" y="282950"/>
                  </a:lnTo>
                  <a:lnTo>
                    <a:pt x="271077" y="282950"/>
                  </a:lnTo>
                  <a:lnTo>
                    <a:pt x="269722" y="282950"/>
                  </a:lnTo>
                  <a:lnTo>
                    <a:pt x="268367" y="282950"/>
                  </a:lnTo>
                  <a:lnTo>
                    <a:pt x="267011" y="282950"/>
                  </a:lnTo>
                  <a:lnTo>
                    <a:pt x="265656" y="282950"/>
                  </a:lnTo>
                  <a:lnTo>
                    <a:pt x="264300" y="282950"/>
                  </a:lnTo>
                  <a:lnTo>
                    <a:pt x="262945" y="282950"/>
                  </a:lnTo>
                  <a:lnTo>
                    <a:pt x="261590" y="282950"/>
                  </a:lnTo>
                  <a:lnTo>
                    <a:pt x="260234" y="282950"/>
                  </a:lnTo>
                  <a:lnTo>
                    <a:pt x="258879" y="282950"/>
                  </a:lnTo>
                  <a:lnTo>
                    <a:pt x="257523" y="282950"/>
                  </a:lnTo>
                  <a:lnTo>
                    <a:pt x="256168" y="282950"/>
                  </a:lnTo>
                  <a:lnTo>
                    <a:pt x="254813" y="282950"/>
                  </a:lnTo>
                  <a:lnTo>
                    <a:pt x="253457" y="282950"/>
                  </a:lnTo>
                  <a:lnTo>
                    <a:pt x="252102" y="282950"/>
                  </a:lnTo>
                  <a:lnTo>
                    <a:pt x="250746" y="282950"/>
                  </a:lnTo>
                  <a:lnTo>
                    <a:pt x="249391" y="282950"/>
                  </a:lnTo>
                  <a:lnTo>
                    <a:pt x="248036" y="282950"/>
                  </a:lnTo>
                  <a:lnTo>
                    <a:pt x="246680" y="282950"/>
                  </a:lnTo>
                  <a:lnTo>
                    <a:pt x="245325" y="282950"/>
                  </a:lnTo>
                  <a:lnTo>
                    <a:pt x="243970" y="282950"/>
                  </a:lnTo>
                  <a:lnTo>
                    <a:pt x="242614" y="282950"/>
                  </a:lnTo>
                  <a:lnTo>
                    <a:pt x="241259" y="282950"/>
                  </a:lnTo>
                  <a:lnTo>
                    <a:pt x="239903" y="282950"/>
                  </a:lnTo>
                  <a:lnTo>
                    <a:pt x="238548" y="282950"/>
                  </a:lnTo>
                  <a:lnTo>
                    <a:pt x="237193" y="282950"/>
                  </a:lnTo>
                  <a:lnTo>
                    <a:pt x="235837" y="282950"/>
                  </a:lnTo>
                  <a:lnTo>
                    <a:pt x="234482" y="282950"/>
                  </a:lnTo>
                  <a:lnTo>
                    <a:pt x="233126" y="282950"/>
                  </a:lnTo>
                  <a:lnTo>
                    <a:pt x="231771" y="282950"/>
                  </a:lnTo>
                  <a:lnTo>
                    <a:pt x="230416" y="282950"/>
                  </a:lnTo>
                  <a:lnTo>
                    <a:pt x="229060" y="282950"/>
                  </a:lnTo>
                  <a:lnTo>
                    <a:pt x="227705" y="282950"/>
                  </a:lnTo>
                  <a:lnTo>
                    <a:pt x="226349" y="282950"/>
                  </a:lnTo>
                  <a:lnTo>
                    <a:pt x="224994" y="282950"/>
                  </a:lnTo>
                  <a:lnTo>
                    <a:pt x="223639" y="282950"/>
                  </a:lnTo>
                  <a:lnTo>
                    <a:pt x="222283" y="282950"/>
                  </a:lnTo>
                  <a:lnTo>
                    <a:pt x="220928" y="282950"/>
                  </a:lnTo>
                  <a:lnTo>
                    <a:pt x="219573" y="282950"/>
                  </a:lnTo>
                  <a:lnTo>
                    <a:pt x="218217" y="282950"/>
                  </a:lnTo>
                  <a:lnTo>
                    <a:pt x="216862" y="282950"/>
                  </a:lnTo>
                  <a:lnTo>
                    <a:pt x="215506" y="282950"/>
                  </a:lnTo>
                  <a:lnTo>
                    <a:pt x="214151" y="282950"/>
                  </a:lnTo>
                  <a:lnTo>
                    <a:pt x="212796" y="282950"/>
                  </a:lnTo>
                  <a:lnTo>
                    <a:pt x="211440" y="282950"/>
                  </a:lnTo>
                  <a:lnTo>
                    <a:pt x="210085" y="282950"/>
                  </a:lnTo>
                  <a:lnTo>
                    <a:pt x="208729" y="282950"/>
                  </a:lnTo>
                  <a:lnTo>
                    <a:pt x="207374" y="282950"/>
                  </a:lnTo>
                  <a:lnTo>
                    <a:pt x="206019" y="282950"/>
                  </a:lnTo>
                  <a:lnTo>
                    <a:pt x="204663" y="282950"/>
                  </a:lnTo>
                  <a:lnTo>
                    <a:pt x="203308" y="282950"/>
                  </a:lnTo>
                  <a:lnTo>
                    <a:pt x="201952" y="282950"/>
                  </a:lnTo>
                  <a:lnTo>
                    <a:pt x="200597" y="282950"/>
                  </a:lnTo>
                  <a:lnTo>
                    <a:pt x="199242" y="282950"/>
                  </a:lnTo>
                  <a:lnTo>
                    <a:pt x="197886" y="282950"/>
                  </a:lnTo>
                  <a:lnTo>
                    <a:pt x="196531" y="282950"/>
                  </a:lnTo>
                  <a:lnTo>
                    <a:pt x="195176" y="282950"/>
                  </a:lnTo>
                  <a:lnTo>
                    <a:pt x="193820" y="282950"/>
                  </a:lnTo>
                  <a:lnTo>
                    <a:pt x="192465" y="282950"/>
                  </a:lnTo>
                  <a:lnTo>
                    <a:pt x="191109" y="282950"/>
                  </a:lnTo>
                  <a:lnTo>
                    <a:pt x="189754" y="282950"/>
                  </a:lnTo>
                  <a:lnTo>
                    <a:pt x="188399" y="282950"/>
                  </a:lnTo>
                  <a:lnTo>
                    <a:pt x="187043" y="282950"/>
                  </a:lnTo>
                  <a:lnTo>
                    <a:pt x="185688" y="282950"/>
                  </a:lnTo>
                  <a:lnTo>
                    <a:pt x="184332" y="282950"/>
                  </a:lnTo>
                  <a:lnTo>
                    <a:pt x="182977" y="282950"/>
                  </a:lnTo>
                  <a:lnTo>
                    <a:pt x="181622" y="282950"/>
                  </a:lnTo>
                  <a:lnTo>
                    <a:pt x="180266" y="282950"/>
                  </a:lnTo>
                  <a:lnTo>
                    <a:pt x="178911" y="282950"/>
                  </a:lnTo>
                  <a:lnTo>
                    <a:pt x="177555" y="282950"/>
                  </a:lnTo>
                  <a:lnTo>
                    <a:pt x="176200" y="282950"/>
                  </a:lnTo>
                  <a:lnTo>
                    <a:pt x="174845" y="282950"/>
                  </a:lnTo>
                  <a:lnTo>
                    <a:pt x="173489" y="282950"/>
                  </a:lnTo>
                  <a:lnTo>
                    <a:pt x="172134" y="282950"/>
                  </a:lnTo>
                  <a:lnTo>
                    <a:pt x="170779" y="282950"/>
                  </a:lnTo>
                  <a:lnTo>
                    <a:pt x="169423" y="282950"/>
                  </a:lnTo>
                  <a:lnTo>
                    <a:pt x="168068" y="282950"/>
                  </a:lnTo>
                  <a:lnTo>
                    <a:pt x="166712" y="282950"/>
                  </a:lnTo>
                  <a:lnTo>
                    <a:pt x="165357" y="282950"/>
                  </a:lnTo>
                  <a:lnTo>
                    <a:pt x="164002" y="282950"/>
                  </a:lnTo>
                  <a:lnTo>
                    <a:pt x="162646" y="282950"/>
                  </a:lnTo>
                  <a:lnTo>
                    <a:pt x="161291" y="282950"/>
                  </a:lnTo>
                  <a:lnTo>
                    <a:pt x="159935" y="282950"/>
                  </a:lnTo>
                  <a:lnTo>
                    <a:pt x="158580" y="282950"/>
                  </a:lnTo>
                  <a:lnTo>
                    <a:pt x="157225" y="282950"/>
                  </a:lnTo>
                  <a:lnTo>
                    <a:pt x="155869" y="282950"/>
                  </a:lnTo>
                  <a:lnTo>
                    <a:pt x="154514" y="282950"/>
                  </a:lnTo>
                  <a:lnTo>
                    <a:pt x="153158" y="282950"/>
                  </a:lnTo>
                  <a:lnTo>
                    <a:pt x="151803" y="282950"/>
                  </a:lnTo>
                  <a:lnTo>
                    <a:pt x="150448" y="282950"/>
                  </a:lnTo>
                  <a:lnTo>
                    <a:pt x="149092" y="282950"/>
                  </a:lnTo>
                  <a:lnTo>
                    <a:pt x="147737" y="282950"/>
                  </a:lnTo>
                  <a:lnTo>
                    <a:pt x="146382" y="282950"/>
                  </a:lnTo>
                  <a:lnTo>
                    <a:pt x="145026" y="282950"/>
                  </a:lnTo>
                  <a:lnTo>
                    <a:pt x="143671" y="282950"/>
                  </a:lnTo>
                  <a:lnTo>
                    <a:pt x="142315" y="282950"/>
                  </a:lnTo>
                  <a:lnTo>
                    <a:pt x="140960" y="282950"/>
                  </a:lnTo>
                  <a:lnTo>
                    <a:pt x="139605" y="282950"/>
                  </a:lnTo>
                  <a:lnTo>
                    <a:pt x="138249" y="282950"/>
                  </a:lnTo>
                  <a:lnTo>
                    <a:pt x="136894" y="282950"/>
                  </a:lnTo>
                  <a:lnTo>
                    <a:pt x="135538" y="282950"/>
                  </a:lnTo>
                  <a:lnTo>
                    <a:pt x="134183" y="282950"/>
                  </a:lnTo>
                  <a:lnTo>
                    <a:pt x="132828" y="282950"/>
                  </a:lnTo>
                  <a:lnTo>
                    <a:pt x="131472" y="282950"/>
                  </a:lnTo>
                  <a:lnTo>
                    <a:pt x="130117" y="282950"/>
                  </a:lnTo>
                  <a:lnTo>
                    <a:pt x="128761" y="282950"/>
                  </a:lnTo>
                  <a:lnTo>
                    <a:pt x="127406" y="282950"/>
                  </a:lnTo>
                  <a:lnTo>
                    <a:pt x="126051" y="282950"/>
                  </a:lnTo>
                  <a:lnTo>
                    <a:pt x="124695" y="282950"/>
                  </a:lnTo>
                  <a:lnTo>
                    <a:pt x="123340" y="282950"/>
                  </a:lnTo>
                  <a:lnTo>
                    <a:pt x="121985" y="282950"/>
                  </a:lnTo>
                  <a:lnTo>
                    <a:pt x="120629" y="282950"/>
                  </a:lnTo>
                  <a:lnTo>
                    <a:pt x="119274" y="282950"/>
                  </a:lnTo>
                  <a:lnTo>
                    <a:pt x="117918" y="282950"/>
                  </a:lnTo>
                  <a:lnTo>
                    <a:pt x="116563" y="282950"/>
                  </a:lnTo>
                  <a:lnTo>
                    <a:pt x="115208" y="282950"/>
                  </a:lnTo>
                  <a:lnTo>
                    <a:pt x="113852" y="282950"/>
                  </a:lnTo>
                  <a:lnTo>
                    <a:pt x="112497" y="282950"/>
                  </a:lnTo>
                  <a:lnTo>
                    <a:pt x="111141" y="282950"/>
                  </a:lnTo>
                  <a:lnTo>
                    <a:pt x="109786" y="282950"/>
                  </a:lnTo>
                  <a:lnTo>
                    <a:pt x="108431" y="282950"/>
                  </a:lnTo>
                  <a:lnTo>
                    <a:pt x="107075" y="282950"/>
                  </a:lnTo>
                  <a:lnTo>
                    <a:pt x="105720" y="282950"/>
                  </a:lnTo>
                  <a:lnTo>
                    <a:pt x="104364" y="282950"/>
                  </a:lnTo>
                  <a:lnTo>
                    <a:pt x="103009" y="282950"/>
                  </a:lnTo>
                  <a:lnTo>
                    <a:pt x="101654" y="282950"/>
                  </a:lnTo>
                  <a:lnTo>
                    <a:pt x="100298" y="282950"/>
                  </a:lnTo>
                  <a:lnTo>
                    <a:pt x="98943" y="282950"/>
                  </a:lnTo>
                  <a:lnTo>
                    <a:pt x="97588" y="282950"/>
                  </a:lnTo>
                  <a:lnTo>
                    <a:pt x="96232" y="282950"/>
                  </a:lnTo>
                  <a:lnTo>
                    <a:pt x="94877" y="282950"/>
                  </a:lnTo>
                  <a:lnTo>
                    <a:pt x="93521" y="282950"/>
                  </a:lnTo>
                  <a:lnTo>
                    <a:pt x="92166" y="282950"/>
                  </a:lnTo>
                  <a:lnTo>
                    <a:pt x="90811" y="282950"/>
                  </a:lnTo>
                  <a:lnTo>
                    <a:pt x="89455" y="282950"/>
                  </a:lnTo>
                  <a:lnTo>
                    <a:pt x="88100" y="282950"/>
                  </a:lnTo>
                  <a:lnTo>
                    <a:pt x="86744" y="282950"/>
                  </a:lnTo>
                  <a:lnTo>
                    <a:pt x="85389" y="282950"/>
                  </a:lnTo>
                  <a:lnTo>
                    <a:pt x="84034" y="282950"/>
                  </a:lnTo>
                  <a:lnTo>
                    <a:pt x="82678" y="282950"/>
                  </a:lnTo>
                  <a:lnTo>
                    <a:pt x="81323" y="282950"/>
                  </a:lnTo>
                  <a:lnTo>
                    <a:pt x="79967" y="282950"/>
                  </a:lnTo>
                  <a:lnTo>
                    <a:pt x="78612" y="282950"/>
                  </a:lnTo>
                  <a:lnTo>
                    <a:pt x="77257" y="282950"/>
                  </a:lnTo>
                  <a:lnTo>
                    <a:pt x="75901" y="282950"/>
                  </a:lnTo>
                  <a:lnTo>
                    <a:pt x="74546" y="282950"/>
                  </a:lnTo>
                  <a:lnTo>
                    <a:pt x="73191" y="282950"/>
                  </a:lnTo>
                  <a:lnTo>
                    <a:pt x="71835" y="282950"/>
                  </a:lnTo>
                  <a:lnTo>
                    <a:pt x="70480" y="282950"/>
                  </a:lnTo>
                  <a:lnTo>
                    <a:pt x="69124" y="282950"/>
                  </a:lnTo>
                  <a:lnTo>
                    <a:pt x="67769" y="282950"/>
                  </a:lnTo>
                  <a:lnTo>
                    <a:pt x="66414" y="282950"/>
                  </a:lnTo>
                  <a:lnTo>
                    <a:pt x="65058" y="282950"/>
                  </a:lnTo>
                  <a:lnTo>
                    <a:pt x="63703" y="282950"/>
                  </a:lnTo>
                  <a:lnTo>
                    <a:pt x="62347" y="282950"/>
                  </a:lnTo>
                  <a:lnTo>
                    <a:pt x="60992" y="282950"/>
                  </a:lnTo>
                  <a:lnTo>
                    <a:pt x="59637" y="282950"/>
                  </a:lnTo>
                  <a:lnTo>
                    <a:pt x="58281" y="282950"/>
                  </a:lnTo>
                  <a:lnTo>
                    <a:pt x="56926" y="282950"/>
                  </a:lnTo>
                  <a:lnTo>
                    <a:pt x="55570" y="282950"/>
                  </a:lnTo>
                  <a:lnTo>
                    <a:pt x="54215" y="282950"/>
                  </a:lnTo>
                  <a:lnTo>
                    <a:pt x="52860" y="282950"/>
                  </a:lnTo>
                  <a:lnTo>
                    <a:pt x="51504" y="282950"/>
                  </a:lnTo>
                  <a:lnTo>
                    <a:pt x="50149" y="282950"/>
                  </a:lnTo>
                  <a:lnTo>
                    <a:pt x="48794" y="282950"/>
                  </a:lnTo>
                  <a:lnTo>
                    <a:pt x="47438" y="282950"/>
                  </a:lnTo>
                  <a:lnTo>
                    <a:pt x="46083" y="282950"/>
                  </a:lnTo>
                  <a:lnTo>
                    <a:pt x="44727" y="282950"/>
                  </a:lnTo>
                  <a:lnTo>
                    <a:pt x="43372" y="282950"/>
                  </a:lnTo>
                  <a:lnTo>
                    <a:pt x="42017" y="282950"/>
                  </a:lnTo>
                  <a:lnTo>
                    <a:pt x="40661" y="282950"/>
                  </a:lnTo>
                  <a:lnTo>
                    <a:pt x="39306" y="282950"/>
                  </a:lnTo>
                  <a:lnTo>
                    <a:pt x="37950" y="282950"/>
                  </a:lnTo>
                  <a:lnTo>
                    <a:pt x="36595" y="282950"/>
                  </a:lnTo>
                  <a:lnTo>
                    <a:pt x="35240" y="282950"/>
                  </a:lnTo>
                  <a:lnTo>
                    <a:pt x="33884" y="282950"/>
                  </a:lnTo>
                  <a:lnTo>
                    <a:pt x="32529" y="282950"/>
                  </a:lnTo>
                  <a:lnTo>
                    <a:pt x="31173" y="282950"/>
                  </a:lnTo>
                  <a:lnTo>
                    <a:pt x="29818" y="282950"/>
                  </a:lnTo>
                  <a:lnTo>
                    <a:pt x="28463" y="282950"/>
                  </a:lnTo>
                  <a:lnTo>
                    <a:pt x="27107" y="282950"/>
                  </a:lnTo>
                  <a:lnTo>
                    <a:pt x="25752" y="282950"/>
                  </a:lnTo>
                  <a:lnTo>
                    <a:pt x="24397" y="282950"/>
                  </a:lnTo>
                  <a:lnTo>
                    <a:pt x="23041" y="282950"/>
                  </a:lnTo>
                  <a:lnTo>
                    <a:pt x="21686" y="282950"/>
                  </a:lnTo>
                  <a:lnTo>
                    <a:pt x="20330" y="282950"/>
                  </a:lnTo>
                  <a:lnTo>
                    <a:pt x="18975" y="282950"/>
                  </a:lnTo>
                  <a:lnTo>
                    <a:pt x="17620" y="282950"/>
                  </a:lnTo>
                  <a:lnTo>
                    <a:pt x="16264" y="282950"/>
                  </a:lnTo>
                  <a:lnTo>
                    <a:pt x="14909" y="282950"/>
                  </a:lnTo>
                  <a:lnTo>
                    <a:pt x="13553" y="282950"/>
                  </a:lnTo>
                  <a:lnTo>
                    <a:pt x="12198" y="282950"/>
                  </a:lnTo>
                  <a:lnTo>
                    <a:pt x="10843" y="282950"/>
                  </a:lnTo>
                  <a:lnTo>
                    <a:pt x="9487" y="282950"/>
                  </a:lnTo>
                  <a:lnTo>
                    <a:pt x="8132" y="282950"/>
                  </a:lnTo>
                  <a:lnTo>
                    <a:pt x="6776" y="282950"/>
                  </a:lnTo>
                  <a:lnTo>
                    <a:pt x="5421" y="282950"/>
                  </a:lnTo>
                  <a:lnTo>
                    <a:pt x="4066" y="282950"/>
                  </a:lnTo>
                  <a:lnTo>
                    <a:pt x="2710" y="282950"/>
                  </a:lnTo>
                  <a:lnTo>
                    <a:pt x="1355" y="282950"/>
                  </a:lnTo>
                  <a:lnTo>
                    <a:pt x="0" y="282950"/>
                  </a:lnTo>
                  <a:close/>
                </a:path>
              </a:pathLst>
            </a:custGeom>
            <a:solidFill>
              <a:srgbClr val="0E5A7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51108" y="3333649"/>
              <a:ext cx="4906346" cy="0"/>
            </a:xfrm>
            <a:custGeom>
              <a:avLst/>
              <a:pathLst>
                <a:path w="4906346" h="0">
                  <a:moveTo>
                    <a:pt x="0" y="0"/>
                  </a:moveTo>
                  <a:lnTo>
                    <a:pt x="490634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210939" y="1761704"/>
              <a:ext cx="3710423" cy="0"/>
            </a:xfrm>
            <a:custGeom>
              <a:avLst/>
              <a:pathLst>
                <a:path w="3710423" h="0">
                  <a:moveTo>
                    <a:pt x="0" y="0"/>
                  </a:moveTo>
                  <a:lnTo>
                    <a:pt x="3710423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476286" y="2704871"/>
              <a:ext cx="3521340" cy="0"/>
            </a:xfrm>
            <a:custGeom>
              <a:avLst/>
              <a:pathLst>
                <a:path w="3521340" h="0">
                  <a:moveTo>
                    <a:pt x="0" y="0"/>
                  </a:moveTo>
                  <a:lnTo>
                    <a:pt x="352134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15289" y="3648038"/>
              <a:ext cx="3186986" cy="0"/>
            </a:xfrm>
            <a:custGeom>
              <a:avLst/>
              <a:pathLst>
                <a:path w="3186986" h="0">
                  <a:moveTo>
                    <a:pt x="0" y="0"/>
                  </a:moveTo>
                  <a:lnTo>
                    <a:pt x="318698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41675" y="2076093"/>
              <a:ext cx="2732616" cy="0"/>
            </a:xfrm>
            <a:custGeom>
              <a:avLst/>
              <a:pathLst>
                <a:path w="2732616" h="0">
                  <a:moveTo>
                    <a:pt x="0" y="0"/>
                  </a:moveTo>
                  <a:lnTo>
                    <a:pt x="273261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894094" y="2390482"/>
              <a:ext cx="2506795" cy="0"/>
            </a:xfrm>
            <a:custGeom>
              <a:avLst/>
              <a:pathLst>
                <a:path w="2506795" h="0">
                  <a:moveTo>
                    <a:pt x="0" y="0"/>
                  </a:moveTo>
                  <a:lnTo>
                    <a:pt x="250679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982526" y="1447315"/>
              <a:ext cx="1547435" cy="0"/>
            </a:xfrm>
            <a:custGeom>
              <a:avLst/>
              <a:pathLst>
                <a:path w="1547435" h="0">
                  <a:moveTo>
                    <a:pt x="0" y="0"/>
                  </a:moveTo>
                  <a:lnTo>
                    <a:pt x="154743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160040" y="3019260"/>
              <a:ext cx="1072418" cy="0"/>
            </a:xfrm>
            <a:custGeom>
              <a:avLst/>
              <a:pathLst>
                <a:path w="1072418" h="0">
                  <a:moveTo>
                    <a:pt x="0" y="0"/>
                  </a:moveTo>
                  <a:lnTo>
                    <a:pt x="107241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843792" y="2076093"/>
              <a:ext cx="1036191" cy="0"/>
            </a:xfrm>
            <a:custGeom>
              <a:avLst/>
              <a:pathLst>
                <a:path w="1036191" h="0">
                  <a:moveTo>
                    <a:pt x="0" y="0"/>
                  </a:moveTo>
                  <a:lnTo>
                    <a:pt x="103619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480046" y="2704871"/>
              <a:ext cx="927688" cy="0"/>
            </a:xfrm>
            <a:custGeom>
              <a:avLst/>
              <a:pathLst>
                <a:path w="927688" h="0">
                  <a:moveTo>
                    <a:pt x="0" y="0"/>
                  </a:moveTo>
                  <a:lnTo>
                    <a:pt x="92768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201695" y="3648038"/>
              <a:ext cx="845602" cy="0"/>
            </a:xfrm>
            <a:custGeom>
              <a:avLst/>
              <a:pathLst>
                <a:path w="845602" h="0">
                  <a:moveTo>
                    <a:pt x="0" y="0"/>
                  </a:moveTo>
                  <a:lnTo>
                    <a:pt x="84560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245626" y="1761704"/>
              <a:ext cx="774021" cy="0"/>
            </a:xfrm>
            <a:custGeom>
              <a:avLst/>
              <a:pathLst>
                <a:path w="774021" h="0">
                  <a:moveTo>
                    <a:pt x="0" y="0"/>
                  </a:moveTo>
                  <a:lnTo>
                    <a:pt x="77402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594334" y="2390482"/>
              <a:ext cx="742144" cy="0"/>
            </a:xfrm>
            <a:custGeom>
              <a:avLst/>
              <a:pathLst>
                <a:path w="742144" h="0">
                  <a:moveTo>
                    <a:pt x="0" y="0"/>
                  </a:moveTo>
                  <a:lnTo>
                    <a:pt x="74214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317497" y="3333649"/>
              <a:ext cx="607564" cy="0"/>
            </a:xfrm>
            <a:custGeom>
              <a:avLst/>
              <a:pathLst>
                <a:path w="607564" h="0">
                  <a:moveTo>
                    <a:pt x="0" y="0"/>
                  </a:moveTo>
                  <a:lnTo>
                    <a:pt x="60756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341801" y="1447315"/>
              <a:ext cx="593254" cy="0"/>
            </a:xfrm>
            <a:custGeom>
              <a:avLst/>
              <a:pathLst>
                <a:path w="593254" h="0">
                  <a:moveTo>
                    <a:pt x="0" y="0"/>
                  </a:moveTo>
                  <a:lnTo>
                    <a:pt x="59325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937116" y="3962427"/>
              <a:ext cx="417179" cy="0"/>
            </a:xfrm>
            <a:custGeom>
              <a:avLst/>
              <a:pathLst>
                <a:path w="417179" h="0">
                  <a:moveTo>
                    <a:pt x="0" y="0"/>
                  </a:moveTo>
                  <a:lnTo>
                    <a:pt x="417179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599522" y="3019260"/>
              <a:ext cx="336711" cy="0"/>
            </a:xfrm>
            <a:custGeom>
              <a:avLst/>
              <a:pathLst>
                <a:path w="336711" h="0">
                  <a:moveTo>
                    <a:pt x="0" y="0"/>
                  </a:moveTo>
                  <a:lnTo>
                    <a:pt x="33671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064352" y="3962427"/>
              <a:ext cx="178438" cy="0"/>
            </a:xfrm>
            <a:custGeom>
              <a:avLst/>
              <a:pathLst>
                <a:path w="178438" h="0">
                  <a:moveTo>
                    <a:pt x="0" y="0"/>
                  </a:moveTo>
                  <a:lnTo>
                    <a:pt x="17843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588453" y="3299798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590781" y="1727853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829614" y="2671020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563928" y="3614187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316619" y="2042242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935075" y="2356631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591186" y="1413464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757917" y="2985409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316619" y="2042242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829614" y="2671020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563928" y="3614187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590781" y="1727853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935075" y="2356631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588453" y="3299798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591186" y="1413464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123860" y="3928576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757917" y="2985409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123860" y="3928576"/>
              <a:ext cx="67702" cy="67702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35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1009899" y="3919130"/>
              <a:ext cx="576894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Scavenger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023433" y="3604741"/>
              <a:ext cx="56336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Invertivore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057082" y="3290352"/>
              <a:ext cx="52971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Granivore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077199" y="2975963"/>
              <a:ext cx="509595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Frugivore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063849" y="2661574"/>
              <a:ext cx="522945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Omnivore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103991" y="2347186"/>
              <a:ext cx="48280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Vertivore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01289" y="2032797"/>
              <a:ext cx="885504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Aquatic predator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641030" y="1718408"/>
              <a:ext cx="94576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Herbivore aquatic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27371" y="1404019"/>
              <a:ext cx="105942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Herbivore terrestrial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91317" y="4213691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-0.10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249493" y="4213691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927741" y="4213691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585917" y="4213691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244093" y="4213691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454530" y="4361779"/>
              <a:ext cx="1734433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 psi slope per period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27371" y="916034"/>
              <a:ext cx="368073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Posterior densities of psi slope across species in each guild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27371" y="712857"/>
              <a:ext cx="2761670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Occupancy trends by trophic niche</a:t>
              </a:r>
            </a:p>
          </p:txBody>
        </p:sp>
        <p:sp>
          <p:nvSpPr>
            <p:cNvPr id="84" name="pl84"/>
            <p:cNvSpPr/>
            <p:nvPr/>
          </p:nvSpPr>
          <p:spPr>
            <a:xfrm>
              <a:off x="1649425" y="6691877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649425" y="6093041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1649425" y="5494205"/>
              <a:ext cx="9344643" cy="0"/>
            </a:xfrm>
            <a:custGeom>
              <a:avLst/>
              <a:pathLst>
                <a:path w="9344643" h="0">
                  <a:moveTo>
                    <a:pt x="0" y="0"/>
                  </a:moveTo>
                  <a:lnTo>
                    <a:pt x="9344643" y="0"/>
                  </a:lnTo>
                  <a:lnTo>
                    <a:pt x="934464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728843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387019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045195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703371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9361547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045195" y="4895368"/>
              <a:ext cx="0" cy="2155810"/>
            </a:xfrm>
            <a:custGeom>
              <a:avLst/>
              <a:pathLst>
                <a:path w="0" h="2155810">
                  <a:moveTo>
                    <a:pt x="0" y="2155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74181" y="5196455"/>
              <a:ext cx="7805651" cy="297749"/>
            </a:xfrm>
            <a:custGeom>
              <a:avLst/>
              <a:pathLst>
                <a:path w="7805651" h="297749">
                  <a:moveTo>
                    <a:pt x="0" y="296985"/>
                  </a:moveTo>
                  <a:lnTo>
                    <a:pt x="15611" y="296947"/>
                  </a:lnTo>
                  <a:lnTo>
                    <a:pt x="31222" y="296917"/>
                  </a:lnTo>
                  <a:lnTo>
                    <a:pt x="46833" y="296895"/>
                  </a:lnTo>
                  <a:lnTo>
                    <a:pt x="62445" y="296882"/>
                  </a:lnTo>
                  <a:lnTo>
                    <a:pt x="78056" y="296878"/>
                  </a:lnTo>
                  <a:lnTo>
                    <a:pt x="93667" y="296882"/>
                  </a:lnTo>
                  <a:lnTo>
                    <a:pt x="109279" y="296894"/>
                  </a:lnTo>
                  <a:lnTo>
                    <a:pt x="124890" y="296913"/>
                  </a:lnTo>
                  <a:lnTo>
                    <a:pt x="140501" y="296938"/>
                  </a:lnTo>
                  <a:lnTo>
                    <a:pt x="156113" y="296967"/>
                  </a:lnTo>
                  <a:lnTo>
                    <a:pt x="171724" y="297000"/>
                  </a:lnTo>
                  <a:lnTo>
                    <a:pt x="187335" y="297035"/>
                  </a:lnTo>
                  <a:lnTo>
                    <a:pt x="202946" y="297071"/>
                  </a:lnTo>
                  <a:lnTo>
                    <a:pt x="218558" y="297107"/>
                  </a:lnTo>
                  <a:lnTo>
                    <a:pt x="234169" y="297144"/>
                  </a:lnTo>
                  <a:lnTo>
                    <a:pt x="249780" y="297180"/>
                  </a:lnTo>
                  <a:lnTo>
                    <a:pt x="265392" y="297216"/>
                  </a:lnTo>
                  <a:lnTo>
                    <a:pt x="281003" y="297251"/>
                  </a:lnTo>
                  <a:lnTo>
                    <a:pt x="296614" y="297286"/>
                  </a:lnTo>
                  <a:lnTo>
                    <a:pt x="312226" y="297321"/>
                  </a:lnTo>
                  <a:lnTo>
                    <a:pt x="327837" y="297355"/>
                  </a:lnTo>
                  <a:lnTo>
                    <a:pt x="343448" y="297389"/>
                  </a:lnTo>
                  <a:lnTo>
                    <a:pt x="359059" y="297423"/>
                  </a:lnTo>
                  <a:lnTo>
                    <a:pt x="374671" y="297456"/>
                  </a:lnTo>
                  <a:lnTo>
                    <a:pt x="390282" y="297488"/>
                  </a:lnTo>
                  <a:lnTo>
                    <a:pt x="405893" y="297519"/>
                  </a:lnTo>
                  <a:lnTo>
                    <a:pt x="421505" y="297549"/>
                  </a:lnTo>
                  <a:lnTo>
                    <a:pt x="437116" y="297576"/>
                  </a:lnTo>
                  <a:lnTo>
                    <a:pt x="452727" y="297602"/>
                  </a:lnTo>
                  <a:lnTo>
                    <a:pt x="468339" y="297625"/>
                  </a:lnTo>
                  <a:lnTo>
                    <a:pt x="483950" y="297646"/>
                  </a:lnTo>
                  <a:lnTo>
                    <a:pt x="499561" y="297664"/>
                  </a:lnTo>
                  <a:lnTo>
                    <a:pt x="515173" y="297679"/>
                  </a:lnTo>
                  <a:lnTo>
                    <a:pt x="530784" y="297691"/>
                  </a:lnTo>
                  <a:lnTo>
                    <a:pt x="546395" y="297700"/>
                  </a:lnTo>
                  <a:lnTo>
                    <a:pt x="562006" y="297706"/>
                  </a:lnTo>
                  <a:lnTo>
                    <a:pt x="577618" y="297709"/>
                  </a:lnTo>
                  <a:lnTo>
                    <a:pt x="593229" y="297710"/>
                  </a:lnTo>
                  <a:lnTo>
                    <a:pt x="608840" y="297708"/>
                  </a:lnTo>
                  <a:lnTo>
                    <a:pt x="624452" y="297703"/>
                  </a:lnTo>
                  <a:lnTo>
                    <a:pt x="640063" y="297695"/>
                  </a:lnTo>
                  <a:lnTo>
                    <a:pt x="655674" y="297685"/>
                  </a:lnTo>
                  <a:lnTo>
                    <a:pt x="671286" y="297672"/>
                  </a:lnTo>
                  <a:lnTo>
                    <a:pt x="686897" y="297657"/>
                  </a:lnTo>
                  <a:lnTo>
                    <a:pt x="702508" y="297639"/>
                  </a:lnTo>
                  <a:lnTo>
                    <a:pt x="718119" y="297620"/>
                  </a:lnTo>
                  <a:lnTo>
                    <a:pt x="733731" y="297599"/>
                  </a:lnTo>
                  <a:lnTo>
                    <a:pt x="749342" y="297577"/>
                  </a:lnTo>
                  <a:lnTo>
                    <a:pt x="764953" y="297554"/>
                  </a:lnTo>
                  <a:lnTo>
                    <a:pt x="780565" y="297532"/>
                  </a:lnTo>
                  <a:lnTo>
                    <a:pt x="796176" y="297510"/>
                  </a:lnTo>
                  <a:lnTo>
                    <a:pt x="811787" y="297491"/>
                  </a:lnTo>
                  <a:lnTo>
                    <a:pt x="827399" y="297473"/>
                  </a:lnTo>
                  <a:lnTo>
                    <a:pt x="843010" y="297458"/>
                  </a:lnTo>
                  <a:lnTo>
                    <a:pt x="858621" y="297446"/>
                  </a:lnTo>
                  <a:lnTo>
                    <a:pt x="874233" y="297438"/>
                  </a:lnTo>
                  <a:lnTo>
                    <a:pt x="889844" y="297432"/>
                  </a:lnTo>
                  <a:lnTo>
                    <a:pt x="905455" y="297429"/>
                  </a:lnTo>
                  <a:lnTo>
                    <a:pt x="921066" y="297428"/>
                  </a:lnTo>
                  <a:lnTo>
                    <a:pt x="936678" y="297428"/>
                  </a:lnTo>
                  <a:lnTo>
                    <a:pt x="952289" y="297427"/>
                  </a:lnTo>
                  <a:lnTo>
                    <a:pt x="967900" y="297426"/>
                  </a:lnTo>
                  <a:lnTo>
                    <a:pt x="983512" y="297422"/>
                  </a:lnTo>
                  <a:lnTo>
                    <a:pt x="999123" y="297415"/>
                  </a:lnTo>
                  <a:lnTo>
                    <a:pt x="1014734" y="297404"/>
                  </a:lnTo>
                  <a:lnTo>
                    <a:pt x="1030346" y="297389"/>
                  </a:lnTo>
                  <a:lnTo>
                    <a:pt x="1045957" y="297368"/>
                  </a:lnTo>
                  <a:lnTo>
                    <a:pt x="1061568" y="297343"/>
                  </a:lnTo>
                  <a:lnTo>
                    <a:pt x="1077179" y="297314"/>
                  </a:lnTo>
                  <a:lnTo>
                    <a:pt x="1092791" y="297281"/>
                  </a:lnTo>
                  <a:lnTo>
                    <a:pt x="1108402" y="297246"/>
                  </a:lnTo>
                  <a:lnTo>
                    <a:pt x="1124013" y="297210"/>
                  </a:lnTo>
                  <a:lnTo>
                    <a:pt x="1139625" y="297175"/>
                  </a:lnTo>
                  <a:lnTo>
                    <a:pt x="1155236" y="297141"/>
                  </a:lnTo>
                  <a:lnTo>
                    <a:pt x="1170847" y="297109"/>
                  </a:lnTo>
                  <a:lnTo>
                    <a:pt x="1186459" y="297082"/>
                  </a:lnTo>
                  <a:lnTo>
                    <a:pt x="1202070" y="297059"/>
                  </a:lnTo>
                  <a:lnTo>
                    <a:pt x="1217681" y="297041"/>
                  </a:lnTo>
                  <a:lnTo>
                    <a:pt x="1233293" y="297028"/>
                  </a:lnTo>
                  <a:lnTo>
                    <a:pt x="1248904" y="297019"/>
                  </a:lnTo>
                  <a:lnTo>
                    <a:pt x="1264515" y="297013"/>
                  </a:lnTo>
                  <a:lnTo>
                    <a:pt x="1280126" y="297011"/>
                  </a:lnTo>
                  <a:lnTo>
                    <a:pt x="1295738" y="297010"/>
                  </a:lnTo>
                  <a:lnTo>
                    <a:pt x="1311349" y="297010"/>
                  </a:lnTo>
                  <a:lnTo>
                    <a:pt x="1326960" y="297009"/>
                  </a:lnTo>
                  <a:lnTo>
                    <a:pt x="1342572" y="297007"/>
                  </a:lnTo>
                  <a:lnTo>
                    <a:pt x="1358183" y="297003"/>
                  </a:lnTo>
                  <a:lnTo>
                    <a:pt x="1373794" y="296995"/>
                  </a:lnTo>
                  <a:lnTo>
                    <a:pt x="1389406" y="296983"/>
                  </a:lnTo>
                  <a:lnTo>
                    <a:pt x="1405017" y="296965"/>
                  </a:lnTo>
                  <a:lnTo>
                    <a:pt x="1420628" y="296941"/>
                  </a:lnTo>
                  <a:lnTo>
                    <a:pt x="1436239" y="296910"/>
                  </a:lnTo>
                  <a:lnTo>
                    <a:pt x="1451851" y="296872"/>
                  </a:lnTo>
                  <a:lnTo>
                    <a:pt x="1467462" y="296825"/>
                  </a:lnTo>
                  <a:lnTo>
                    <a:pt x="1483073" y="296768"/>
                  </a:lnTo>
                  <a:lnTo>
                    <a:pt x="1498685" y="296701"/>
                  </a:lnTo>
                  <a:lnTo>
                    <a:pt x="1514296" y="296622"/>
                  </a:lnTo>
                  <a:lnTo>
                    <a:pt x="1529907" y="296530"/>
                  </a:lnTo>
                  <a:lnTo>
                    <a:pt x="1545519" y="296425"/>
                  </a:lnTo>
                  <a:lnTo>
                    <a:pt x="1561130" y="296306"/>
                  </a:lnTo>
                  <a:lnTo>
                    <a:pt x="1576741" y="296171"/>
                  </a:lnTo>
                  <a:lnTo>
                    <a:pt x="1592352" y="296021"/>
                  </a:lnTo>
                  <a:lnTo>
                    <a:pt x="1607964" y="295859"/>
                  </a:lnTo>
                  <a:lnTo>
                    <a:pt x="1623575" y="295684"/>
                  </a:lnTo>
                  <a:lnTo>
                    <a:pt x="1639186" y="295500"/>
                  </a:lnTo>
                  <a:lnTo>
                    <a:pt x="1654798" y="295307"/>
                  </a:lnTo>
                  <a:lnTo>
                    <a:pt x="1670409" y="295108"/>
                  </a:lnTo>
                  <a:lnTo>
                    <a:pt x="1686020" y="294905"/>
                  </a:lnTo>
                  <a:lnTo>
                    <a:pt x="1701632" y="294702"/>
                  </a:lnTo>
                  <a:lnTo>
                    <a:pt x="1717243" y="294500"/>
                  </a:lnTo>
                  <a:lnTo>
                    <a:pt x="1732854" y="294304"/>
                  </a:lnTo>
                  <a:lnTo>
                    <a:pt x="1748466" y="294115"/>
                  </a:lnTo>
                  <a:lnTo>
                    <a:pt x="1764077" y="293938"/>
                  </a:lnTo>
                  <a:lnTo>
                    <a:pt x="1779688" y="293776"/>
                  </a:lnTo>
                  <a:lnTo>
                    <a:pt x="1795299" y="293631"/>
                  </a:lnTo>
                  <a:lnTo>
                    <a:pt x="1810911" y="293505"/>
                  </a:lnTo>
                  <a:lnTo>
                    <a:pt x="1826522" y="293399"/>
                  </a:lnTo>
                  <a:lnTo>
                    <a:pt x="1842133" y="293313"/>
                  </a:lnTo>
                  <a:lnTo>
                    <a:pt x="1857745" y="293247"/>
                  </a:lnTo>
                  <a:lnTo>
                    <a:pt x="1873356" y="293201"/>
                  </a:lnTo>
                  <a:lnTo>
                    <a:pt x="1888967" y="293172"/>
                  </a:lnTo>
                  <a:lnTo>
                    <a:pt x="1904579" y="293157"/>
                  </a:lnTo>
                  <a:lnTo>
                    <a:pt x="1920190" y="293154"/>
                  </a:lnTo>
                  <a:lnTo>
                    <a:pt x="1935801" y="293157"/>
                  </a:lnTo>
                  <a:lnTo>
                    <a:pt x="1951412" y="293162"/>
                  </a:lnTo>
                  <a:lnTo>
                    <a:pt x="1967024" y="293162"/>
                  </a:lnTo>
                  <a:lnTo>
                    <a:pt x="1982635" y="293150"/>
                  </a:lnTo>
                  <a:lnTo>
                    <a:pt x="1998246" y="293121"/>
                  </a:lnTo>
                  <a:lnTo>
                    <a:pt x="2013858" y="293070"/>
                  </a:lnTo>
                  <a:lnTo>
                    <a:pt x="2029469" y="292994"/>
                  </a:lnTo>
                  <a:lnTo>
                    <a:pt x="2045080" y="292890"/>
                  </a:lnTo>
                  <a:lnTo>
                    <a:pt x="2060692" y="292755"/>
                  </a:lnTo>
                  <a:lnTo>
                    <a:pt x="2076303" y="292591"/>
                  </a:lnTo>
                  <a:lnTo>
                    <a:pt x="2091914" y="292397"/>
                  </a:lnTo>
                  <a:lnTo>
                    <a:pt x="2107526" y="292177"/>
                  </a:lnTo>
                  <a:lnTo>
                    <a:pt x="2123137" y="291933"/>
                  </a:lnTo>
                  <a:lnTo>
                    <a:pt x="2138748" y="291674"/>
                  </a:lnTo>
                  <a:lnTo>
                    <a:pt x="2154359" y="291405"/>
                  </a:lnTo>
                  <a:lnTo>
                    <a:pt x="2169971" y="291133"/>
                  </a:lnTo>
                  <a:lnTo>
                    <a:pt x="2185582" y="290868"/>
                  </a:lnTo>
                  <a:lnTo>
                    <a:pt x="2201193" y="290615"/>
                  </a:lnTo>
                  <a:lnTo>
                    <a:pt x="2216805" y="290381"/>
                  </a:lnTo>
                  <a:lnTo>
                    <a:pt x="2232416" y="290171"/>
                  </a:lnTo>
                  <a:lnTo>
                    <a:pt x="2248027" y="289987"/>
                  </a:lnTo>
                  <a:lnTo>
                    <a:pt x="2263639" y="289833"/>
                  </a:lnTo>
                  <a:lnTo>
                    <a:pt x="2279250" y="289709"/>
                  </a:lnTo>
                  <a:lnTo>
                    <a:pt x="2294861" y="289615"/>
                  </a:lnTo>
                  <a:lnTo>
                    <a:pt x="2310472" y="289550"/>
                  </a:lnTo>
                  <a:lnTo>
                    <a:pt x="2326084" y="289508"/>
                  </a:lnTo>
                  <a:lnTo>
                    <a:pt x="2341695" y="289486"/>
                  </a:lnTo>
                  <a:lnTo>
                    <a:pt x="2357306" y="289479"/>
                  </a:lnTo>
                  <a:lnTo>
                    <a:pt x="2372918" y="289484"/>
                  </a:lnTo>
                  <a:lnTo>
                    <a:pt x="2388529" y="289497"/>
                  </a:lnTo>
                  <a:lnTo>
                    <a:pt x="2404140" y="289512"/>
                  </a:lnTo>
                  <a:lnTo>
                    <a:pt x="2419752" y="289525"/>
                  </a:lnTo>
                  <a:lnTo>
                    <a:pt x="2435363" y="289534"/>
                  </a:lnTo>
                  <a:lnTo>
                    <a:pt x="2450974" y="289534"/>
                  </a:lnTo>
                  <a:lnTo>
                    <a:pt x="2466586" y="289522"/>
                  </a:lnTo>
                  <a:lnTo>
                    <a:pt x="2482197" y="289493"/>
                  </a:lnTo>
                  <a:lnTo>
                    <a:pt x="2497808" y="289445"/>
                  </a:lnTo>
                  <a:lnTo>
                    <a:pt x="2513419" y="289372"/>
                  </a:lnTo>
                  <a:lnTo>
                    <a:pt x="2529031" y="289270"/>
                  </a:lnTo>
                  <a:lnTo>
                    <a:pt x="2544642" y="289137"/>
                  </a:lnTo>
                  <a:lnTo>
                    <a:pt x="2560253" y="288968"/>
                  </a:lnTo>
                  <a:lnTo>
                    <a:pt x="2575865" y="288759"/>
                  </a:lnTo>
                  <a:lnTo>
                    <a:pt x="2591476" y="288508"/>
                  </a:lnTo>
                  <a:lnTo>
                    <a:pt x="2607087" y="288214"/>
                  </a:lnTo>
                  <a:lnTo>
                    <a:pt x="2622699" y="287879"/>
                  </a:lnTo>
                  <a:lnTo>
                    <a:pt x="2638310" y="287507"/>
                  </a:lnTo>
                  <a:lnTo>
                    <a:pt x="2653921" y="287102"/>
                  </a:lnTo>
                  <a:lnTo>
                    <a:pt x="2669532" y="286671"/>
                  </a:lnTo>
                  <a:lnTo>
                    <a:pt x="2685144" y="286225"/>
                  </a:lnTo>
                  <a:lnTo>
                    <a:pt x="2700755" y="285771"/>
                  </a:lnTo>
                  <a:lnTo>
                    <a:pt x="2716366" y="285320"/>
                  </a:lnTo>
                  <a:lnTo>
                    <a:pt x="2731978" y="284879"/>
                  </a:lnTo>
                  <a:lnTo>
                    <a:pt x="2747589" y="284457"/>
                  </a:lnTo>
                  <a:lnTo>
                    <a:pt x="2763200" y="284060"/>
                  </a:lnTo>
                  <a:lnTo>
                    <a:pt x="2778812" y="283693"/>
                  </a:lnTo>
                  <a:lnTo>
                    <a:pt x="2794423" y="283359"/>
                  </a:lnTo>
                  <a:lnTo>
                    <a:pt x="2810034" y="283060"/>
                  </a:lnTo>
                  <a:lnTo>
                    <a:pt x="2825645" y="282788"/>
                  </a:lnTo>
                  <a:lnTo>
                    <a:pt x="2841257" y="282541"/>
                  </a:lnTo>
                  <a:lnTo>
                    <a:pt x="2856868" y="282307"/>
                  </a:lnTo>
                  <a:lnTo>
                    <a:pt x="2872479" y="282076"/>
                  </a:lnTo>
                  <a:lnTo>
                    <a:pt x="2888091" y="281837"/>
                  </a:lnTo>
                  <a:lnTo>
                    <a:pt x="2903702" y="281578"/>
                  </a:lnTo>
                  <a:lnTo>
                    <a:pt x="2919313" y="281290"/>
                  </a:lnTo>
                  <a:lnTo>
                    <a:pt x="2934925" y="280961"/>
                  </a:lnTo>
                  <a:lnTo>
                    <a:pt x="2950536" y="280582"/>
                  </a:lnTo>
                  <a:lnTo>
                    <a:pt x="2966147" y="280147"/>
                  </a:lnTo>
                  <a:lnTo>
                    <a:pt x="2981759" y="279649"/>
                  </a:lnTo>
                  <a:lnTo>
                    <a:pt x="2997370" y="279082"/>
                  </a:lnTo>
                  <a:lnTo>
                    <a:pt x="3012981" y="278441"/>
                  </a:lnTo>
                  <a:lnTo>
                    <a:pt x="3028592" y="277735"/>
                  </a:lnTo>
                  <a:lnTo>
                    <a:pt x="3044204" y="276971"/>
                  </a:lnTo>
                  <a:lnTo>
                    <a:pt x="3059815" y="276156"/>
                  </a:lnTo>
                  <a:lnTo>
                    <a:pt x="3075426" y="275297"/>
                  </a:lnTo>
                  <a:lnTo>
                    <a:pt x="3091038" y="274403"/>
                  </a:lnTo>
                  <a:lnTo>
                    <a:pt x="3106649" y="273480"/>
                  </a:lnTo>
                  <a:lnTo>
                    <a:pt x="3122260" y="272536"/>
                  </a:lnTo>
                  <a:lnTo>
                    <a:pt x="3137872" y="271577"/>
                  </a:lnTo>
                  <a:lnTo>
                    <a:pt x="3153483" y="270609"/>
                  </a:lnTo>
                  <a:lnTo>
                    <a:pt x="3169094" y="269633"/>
                  </a:lnTo>
                  <a:lnTo>
                    <a:pt x="3184705" y="268651"/>
                  </a:lnTo>
                  <a:lnTo>
                    <a:pt x="3200317" y="267659"/>
                  </a:lnTo>
                  <a:lnTo>
                    <a:pt x="3215928" y="266651"/>
                  </a:lnTo>
                  <a:lnTo>
                    <a:pt x="3231539" y="265620"/>
                  </a:lnTo>
                  <a:lnTo>
                    <a:pt x="3247151" y="264559"/>
                  </a:lnTo>
                  <a:lnTo>
                    <a:pt x="3262762" y="263457"/>
                  </a:lnTo>
                  <a:lnTo>
                    <a:pt x="3278373" y="262306"/>
                  </a:lnTo>
                  <a:lnTo>
                    <a:pt x="3293985" y="261096"/>
                  </a:lnTo>
                  <a:lnTo>
                    <a:pt x="3309596" y="259820"/>
                  </a:lnTo>
                  <a:lnTo>
                    <a:pt x="3325207" y="258472"/>
                  </a:lnTo>
                  <a:lnTo>
                    <a:pt x="3340819" y="257047"/>
                  </a:lnTo>
                  <a:lnTo>
                    <a:pt x="3356430" y="255541"/>
                  </a:lnTo>
                  <a:lnTo>
                    <a:pt x="3372041" y="253949"/>
                  </a:lnTo>
                  <a:lnTo>
                    <a:pt x="3387652" y="252271"/>
                  </a:lnTo>
                  <a:lnTo>
                    <a:pt x="3403264" y="250509"/>
                  </a:lnTo>
                  <a:lnTo>
                    <a:pt x="3418875" y="248666"/>
                  </a:lnTo>
                  <a:lnTo>
                    <a:pt x="3434486" y="246749"/>
                  </a:lnTo>
                  <a:lnTo>
                    <a:pt x="3450098" y="244758"/>
                  </a:lnTo>
                  <a:lnTo>
                    <a:pt x="3465709" y="242694"/>
                  </a:lnTo>
                  <a:lnTo>
                    <a:pt x="3481320" y="240557"/>
                  </a:lnTo>
                  <a:lnTo>
                    <a:pt x="3496932" y="238344"/>
                  </a:lnTo>
                  <a:lnTo>
                    <a:pt x="3512543" y="236054"/>
                  </a:lnTo>
                  <a:lnTo>
                    <a:pt x="3528154" y="233681"/>
                  </a:lnTo>
                  <a:lnTo>
                    <a:pt x="3543765" y="231220"/>
                  </a:lnTo>
                  <a:lnTo>
                    <a:pt x="3559377" y="228654"/>
                  </a:lnTo>
                  <a:lnTo>
                    <a:pt x="3574988" y="225986"/>
                  </a:lnTo>
                  <a:lnTo>
                    <a:pt x="3590599" y="223208"/>
                  </a:lnTo>
                  <a:lnTo>
                    <a:pt x="3606211" y="220303"/>
                  </a:lnTo>
                  <a:lnTo>
                    <a:pt x="3621822" y="217266"/>
                  </a:lnTo>
                  <a:lnTo>
                    <a:pt x="3637433" y="214091"/>
                  </a:lnTo>
                  <a:lnTo>
                    <a:pt x="3653045" y="210774"/>
                  </a:lnTo>
                  <a:lnTo>
                    <a:pt x="3668656" y="207306"/>
                  </a:lnTo>
                  <a:lnTo>
                    <a:pt x="3684267" y="203683"/>
                  </a:lnTo>
                  <a:lnTo>
                    <a:pt x="3699879" y="199898"/>
                  </a:lnTo>
                  <a:lnTo>
                    <a:pt x="3715490" y="195949"/>
                  </a:lnTo>
                  <a:lnTo>
                    <a:pt x="3731101" y="191825"/>
                  </a:lnTo>
                  <a:lnTo>
                    <a:pt x="3746712" y="187527"/>
                  </a:lnTo>
                  <a:lnTo>
                    <a:pt x="3762324" y="183067"/>
                  </a:lnTo>
                  <a:lnTo>
                    <a:pt x="3777935" y="178450"/>
                  </a:lnTo>
                  <a:lnTo>
                    <a:pt x="3793546" y="173683"/>
                  </a:lnTo>
                  <a:lnTo>
                    <a:pt x="3809158" y="168766"/>
                  </a:lnTo>
                  <a:lnTo>
                    <a:pt x="3824769" y="163712"/>
                  </a:lnTo>
                  <a:lnTo>
                    <a:pt x="3840380" y="158536"/>
                  </a:lnTo>
                  <a:lnTo>
                    <a:pt x="3855992" y="153247"/>
                  </a:lnTo>
                  <a:lnTo>
                    <a:pt x="3871603" y="147855"/>
                  </a:lnTo>
                  <a:lnTo>
                    <a:pt x="3887214" y="142365"/>
                  </a:lnTo>
                  <a:lnTo>
                    <a:pt x="3902825" y="136783"/>
                  </a:lnTo>
                  <a:lnTo>
                    <a:pt x="3918437" y="131106"/>
                  </a:lnTo>
                  <a:lnTo>
                    <a:pt x="3934048" y="125347"/>
                  </a:lnTo>
                  <a:lnTo>
                    <a:pt x="3949659" y="119514"/>
                  </a:lnTo>
                  <a:lnTo>
                    <a:pt x="3965271" y="113616"/>
                  </a:lnTo>
                  <a:lnTo>
                    <a:pt x="3980882" y="107663"/>
                  </a:lnTo>
                  <a:lnTo>
                    <a:pt x="3996493" y="101674"/>
                  </a:lnTo>
                  <a:lnTo>
                    <a:pt x="4012105" y="95673"/>
                  </a:lnTo>
                  <a:lnTo>
                    <a:pt x="4027716" y="89693"/>
                  </a:lnTo>
                  <a:lnTo>
                    <a:pt x="4043327" y="83771"/>
                  </a:lnTo>
                  <a:lnTo>
                    <a:pt x="4058938" y="77949"/>
                  </a:lnTo>
                  <a:lnTo>
                    <a:pt x="4074550" y="72270"/>
                  </a:lnTo>
                  <a:lnTo>
                    <a:pt x="4090161" y="66794"/>
                  </a:lnTo>
                  <a:lnTo>
                    <a:pt x="4105772" y="61578"/>
                  </a:lnTo>
                  <a:lnTo>
                    <a:pt x="4121384" y="56655"/>
                  </a:lnTo>
                  <a:lnTo>
                    <a:pt x="4136995" y="52066"/>
                  </a:lnTo>
                  <a:lnTo>
                    <a:pt x="4152606" y="47849"/>
                  </a:lnTo>
                  <a:lnTo>
                    <a:pt x="4168218" y="44031"/>
                  </a:lnTo>
                  <a:lnTo>
                    <a:pt x="4183829" y="40637"/>
                  </a:lnTo>
                  <a:lnTo>
                    <a:pt x="4199440" y="37684"/>
                  </a:lnTo>
                  <a:lnTo>
                    <a:pt x="4215052" y="35192"/>
                  </a:lnTo>
                  <a:lnTo>
                    <a:pt x="4230663" y="33171"/>
                  </a:lnTo>
                  <a:lnTo>
                    <a:pt x="4246274" y="31581"/>
                  </a:lnTo>
                  <a:lnTo>
                    <a:pt x="4261885" y="30400"/>
                  </a:lnTo>
                  <a:lnTo>
                    <a:pt x="4277497" y="29636"/>
                  </a:lnTo>
                  <a:lnTo>
                    <a:pt x="4293108" y="29213"/>
                  </a:lnTo>
                  <a:lnTo>
                    <a:pt x="4308719" y="29087"/>
                  </a:lnTo>
                  <a:lnTo>
                    <a:pt x="4324331" y="29211"/>
                  </a:lnTo>
                  <a:lnTo>
                    <a:pt x="4339942" y="29535"/>
                  </a:lnTo>
                  <a:lnTo>
                    <a:pt x="4355553" y="30004"/>
                  </a:lnTo>
                  <a:lnTo>
                    <a:pt x="4371165" y="30564"/>
                  </a:lnTo>
                  <a:lnTo>
                    <a:pt x="4386776" y="31160"/>
                  </a:lnTo>
                  <a:lnTo>
                    <a:pt x="4402387" y="31739"/>
                  </a:lnTo>
                  <a:lnTo>
                    <a:pt x="4417998" y="32245"/>
                  </a:lnTo>
                  <a:lnTo>
                    <a:pt x="4433610" y="32627"/>
                  </a:lnTo>
                  <a:lnTo>
                    <a:pt x="4449221" y="32844"/>
                  </a:lnTo>
                  <a:lnTo>
                    <a:pt x="4464832" y="32867"/>
                  </a:lnTo>
                  <a:lnTo>
                    <a:pt x="4480444" y="32691"/>
                  </a:lnTo>
                  <a:lnTo>
                    <a:pt x="4496055" y="32310"/>
                  </a:lnTo>
                  <a:lnTo>
                    <a:pt x="4511666" y="31727"/>
                  </a:lnTo>
                  <a:lnTo>
                    <a:pt x="4527278" y="30951"/>
                  </a:lnTo>
                  <a:lnTo>
                    <a:pt x="4542889" y="29999"/>
                  </a:lnTo>
                  <a:lnTo>
                    <a:pt x="4558500" y="28891"/>
                  </a:lnTo>
                  <a:lnTo>
                    <a:pt x="4574112" y="27652"/>
                  </a:lnTo>
                  <a:lnTo>
                    <a:pt x="4589723" y="26307"/>
                  </a:lnTo>
                  <a:lnTo>
                    <a:pt x="4605334" y="24883"/>
                  </a:lnTo>
                  <a:lnTo>
                    <a:pt x="4620945" y="23403"/>
                  </a:lnTo>
                  <a:lnTo>
                    <a:pt x="4636557" y="21894"/>
                  </a:lnTo>
                  <a:lnTo>
                    <a:pt x="4652168" y="20381"/>
                  </a:lnTo>
                  <a:lnTo>
                    <a:pt x="4667779" y="18879"/>
                  </a:lnTo>
                  <a:lnTo>
                    <a:pt x="4683391" y="17396"/>
                  </a:lnTo>
                  <a:lnTo>
                    <a:pt x="4699002" y="15939"/>
                  </a:lnTo>
                  <a:lnTo>
                    <a:pt x="4714613" y="14511"/>
                  </a:lnTo>
                  <a:lnTo>
                    <a:pt x="4730225" y="13115"/>
                  </a:lnTo>
                  <a:lnTo>
                    <a:pt x="4745836" y="11750"/>
                  </a:lnTo>
                  <a:lnTo>
                    <a:pt x="4761447" y="10417"/>
                  </a:lnTo>
                  <a:lnTo>
                    <a:pt x="4777058" y="9117"/>
                  </a:lnTo>
                  <a:lnTo>
                    <a:pt x="4792670" y="7853"/>
                  </a:lnTo>
                  <a:lnTo>
                    <a:pt x="4808281" y="6630"/>
                  </a:lnTo>
                  <a:lnTo>
                    <a:pt x="4823892" y="5464"/>
                  </a:lnTo>
                  <a:lnTo>
                    <a:pt x="4839504" y="4367"/>
                  </a:lnTo>
                  <a:lnTo>
                    <a:pt x="4855115" y="3353"/>
                  </a:lnTo>
                  <a:lnTo>
                    <a:pt x="4870726" y="2439"/>
                  </a:lnTo>
                  <a:lnTo>
                    <a:pt x="4886338" y="1643"/>
                  </a:lnTo>
                  <a:lnTo>
                    <a:pt x="4901949" y="985"/>
                  </a:lnTo>
                  <a:lnTo>
                    <a:pt x="4917560" y="481"/>
                  </a:lnTo>
                  <a:lnTo>
                    <a:pt x="4933172" y="148"/>
                  </a:lnTo>
                  <a:lnTo>
                    <a:pt x="4948783" y="0"/>
                  </a:lnTo>
                  <a:lnTo>
                    <a:pt x="4964394" y="45"/>
                  </a:lnTo>
                  <a:lnTo>
                    <a:pt x="4980005" y="293"/>
                  </a:lnTo>
                  <a:lnTo>
                    <a:pt x="4995617" y="767"/>
                  </a:lnTo>
                  <a:lnTo>
                    <a:pt x="5011228" y="1450"/>
                  </a:lnTo>
                  <a:lnTo>
                    <a:pt x="5026839" y="2348"/>
                  </a:lnTo>
                  <a:lnTo>
                    <a:pt x="5042451" y="3455"/>
                  </a:lnTo>
                  <a:lnTo>
                    <a:pt x="5058062" y="4757"/>
                  </a:lnTo>
                  <a:lnTo>
                    <a:pt x="5073673" y="6245"/>
                  </a:lnTo>
                  <a:lnTo>
                    <a:pt x="5089285" y="7910"/>
                  </a:lnTo>
                  <a:lnTo>
                    <a:pt x="5104896" y="9744"/>
                  </a:lnTo>
                  <a:lnTo>
                    <a:pt x="5120507" y="11735"/>
                  </a:lnTo>
                  <a:lnTo>
                    <a:pt x="5136118" y="13870"/>
                  </a:lnTo>
                  <a:lnTo>
                    <a:pt x="5151730" y="16136"/>
                  </a:lnTo>
                  <a:lnTo>
                    <a:pt x="5167341" y="18519"/>
                  </a:lnTo>
                  <a:lnTo>
                    <a:pt x="5182952" y="21000"/>
                  </a:lnTo>
                  <a:lnTo>
                    <a:pt x="5198564" y="23550"/>
                  </a:lnTo>
                  <a:lnTo>
                    <a:pt x="5214175" y="26150"/>
                  </a:lnTo>
                  <a:lnTo>
                    <a:pt x="5229786" y="28776"/>
                  </a:lnTo>
                  <a:lnTo>
                    <a:pt x="5245398" y="31408"/>
                  </a:lnTo>
                  <a:lnTo>
                    <a:pt x="5261009" y="34027"/>
                  </a:lnTo>
                  <a:lnTo>
                    <a:pt x="5276620" y="36621"/>
                  </a:lnTo>
                  <a:lnTo>
                    <a:pt x="5292231" y="39184"/>
                  </a:lnTo>
                  <a:lnTo>
                    <a:pt x="5307843" y="41714"/>
                  </a:lnTo>
                  <a:lnTo>
                    <a:pt x="5323454" y="44216"/>
                  </a:lnTo>
                  <a:lnTo>
                    <a:pt x="5339065" y="46701"/>
                  </a:lnTo>
                  <a:lnTo>
                    <a:pt x="5354677" y="49186"/>
                  </a:lnTo>
                  <a:lnTo>
                    <a:pt x="5370288" y="51692"/>
                  </a:lnTo>
                  <a:lnTo>
                    <a:pt x="5385899" y="54242"/>
                  </a:lnTo>
                  <a:lnTo>
                    <a:pt x="5401511" y="56857"/>
                  </a:lnTo>
                  <a:lnTo>
                    <a:pt x="5417122" y="59556"/>
                  </a:lnTo>
                  <a:lnTo>
                    <a:pt x="5432733" y="62361"/>
                  </a:lnTo>
                  <a:lnTo>
                    <a:pt x="5448345" y="65283"/>
                  </a:lnTo>
                  <a:lnTo>
                    <a:pt x="5463956" y="68321"/>
                  </a:lnTo>
                  <a:lnTo>
                    <a:pt x="5479567" y="71472"/>
                  </a:lnTo>
                  <a:lnTo>
                    <a:pt x="5495178" y="74724"/>
                  </a:lnTo>
                  <a:lnTo>
                    <a:pt x="5510790" y="78065"/>
                  </a:lnTo>
                  <a:lnTo>
                    <a:pt x="5526401" y="81478"/>
                  </a:lnTo>
                  <a:lnTo>
                    <a:pt x="5542012" y="84938"/>
                  </a:lnTo>
                  <a:lnTo>
                    <a:pt x="5557624" y="88419"/>
                  </a:lnTo>
                  <a:lnTo>
                    <a:pt x="5573235" y="91898"/>
                  </a:lnTo>
                  <a:lnTo>
                    <a:pt x="5588846" y="95357"/>
                  </a:lnTo>
                  <a:lnTo>
                    <a:pt x="5604458" y="98778"/>
                  </a:lnTo>
                  <a:lnTo>
                    <a:pt x="5620069" y="102148"/>
                  </a:lnTo>
                  <a:lnTo>
                    <a:pt x="5635680" y="105456"/>
                  </a:lnTo>
                  <a:lnTo>
                    <a:pt x="5651291" y="108697"/>
                  </a:lnTo>
                  <a:lnTo>
                    <a:pt x="5666903" y="111873"/>
                  </a:lnTo>
                  <a:lnTo>
                    <a:pt x="5682514" y="114991"/>
                  </a:lnTo>
                  <a:lnTo>
                    <a:pt x="5698125" y="118059"/>
                  </a:lnTo>
                  <a:lnTo>
                    <a:pt x="5713737" y="121082"/>
                  </a:lnTo>
                  <a:lnTo>
                    <a:pt x="5729348" y="124079"/>
                  </a:lnTo>
                  <a:lnTo>
                    <a:pt x="5744959" y="127060"/>
                  </a:lnTo>
                  <a:lnTo>
                    <a:pt x="5760571" y="130038"/>
                  </a:lnTo>
                  <a:lnTo>
                    <a:pt x="5776182" y="133023"/>
                  </a:lnTo>
                  <a:lnTo>
                    <a:pt x="5791793" y="136024"/>
                  </a:lnTo>
                  <a:lnTo>
                    <a:pt x="5807405" y="139049"/>
                  </a:lnTo>
                  <a:lnTo>
                    <a:pt x="5823016" y="142102"/>
                  </a:lnTo>
                  <a:lnTo>
                    <a:pt x="5838627" y="145186"/>
                  </a:lnTo>
                  <a:lnTo>
                    <a:pt x="5854238" y="148302"/>
                  </a:lnTo>
                  <a:lnTo>
                    <a:pt x="5869850" y="151443"/>
                  </a:lnTo>
                  <a:lnTo>
                    <a:pt x="5885461" y="154605"/>
                  </a:lnTo>
                  <a:lnTo>
                    <a:pt x="5901072" y="157778"/>
                  </a:lnTo>
                  <a:lnTo>
                    <a:pt x="5916684" y="160951"/>
                  </a:lnTo>
                  <a:lnTo>
                    <a:pt x="5932295" y="164113"/>
                  </a:lnTo>
                  <a:lnTo>
                    <a:pt x="5947906" y="167255"/>
                  </a:lnTo>
                  <a:lnTo>
                    <a:pt x="5963518" y="170366"/>
                  </a:lnTo>
                  <a:lnTo>
                    <a:pt x="5979129" y="173437"/>
                  </a:lnTo>
                  <a:lnTo>
                    <a:pt x="5994740" y="176460"/>
                  </a:lnTo>
                  <a:lnTo>
                    <a:pt x="6010351" y="179427"/>
                  </a:lnTo>
                  <a:lnTo>
                    <a:pt x="6025963" y="182334"/>
                  </a:lnTo>
                  <a:lnTo>
                    <a:pt x="6041574" y="185175"/>
                  </a:lnTo>
                  <a:lnTo>
                    <a:pt x="6057185" y="187945"/>
                  </a:lnTo>
                  <a:lnTo>
                    <a:pt x="6072797" y="190642"/>
                  </a:lnTo>
                  <a:lnTo>
                    <a:pt x="6088408" y="193275"/>
                  </a:lnTo>
                  <a:lnTo>
                    <a:pt x="6104019" y="195849"/>
                  </a:lnTo>
                  <a:lnTo>
                    <a:pt x="6119631" y="198367"/>
                  </a:lnTo>
                  <a:lnTo>
                    <a:pt x="6135242" y="200834"/>
                  </a:lnTo>
                  <a:lnTo>
                    <a:pt x="6150853" y="203256"/>
                  </a:lnTo>
                  <a:lnTo>
                    <a:pt x="6166465" y="205639"/>
                  </a:lnTo>
                  <a:lnTo>
                    <a:pt x="6182076" y="207987"/>
                  </a:lnTo>
                  <a:lnTo>
                    <a:pt x="6197687" y="210308"/>
                  </a:lnTo>
                  <a:lnTo>
                    <a:pt x="6213298" y="212605"/>
                  </a:lnTo>
                  <a:lnTo>
                    <a:pt x="6228910" y="214883"/>
                  </a:lnTo>
                  <a:lnTo>
                    <a:pt x="6244521" y="217146"/>
                  </a:lnTo>
                  <a:lnTo>
                    <a:pt x="6260132" y="219396"/>
                  </a:lnTo>
                  <a:lnTo>
                    <a:pt x="6275744" y="221636"/>
                  </a:lnTo>
                  <a:lnTo>
                    <a:pt x="6291355" y="223866"/>
                  </a:lnTo>
                  <a:lnTo>
                    <a:pt x="6306966" y="226085"/>
                  </a:lnTo>
                  <a:lnTo>
                    <a:pt x="6322578" y="228290"/>
                  </a:lnTo>
                  <a:lnTo>
                    <a:pt x="6338189" y="230478"/>
                  </a:lnTo>
                  <a:lnTo>
                    <a:pt x="6353800" y="232641"/>
                  </a:lnTo>
                  <a:lnTo>
                    <a:pt x="6369411" y="234775"/>
                  </a:lnTo>
                  <a:lnTo>
                    <a:pt x="6385023" y="236869"/>
                  </a:lnTo>
                  <a:lnTo>
                    <a:pt x="6400634" y="238916"/>
                  </a:lnTo>
                  <a:lnTo>
                    <a:pt x="6416245" y="240904"/>
                  </a:lnTo>
                  <a:lnTo>
                    <a:pt x="6431857" y="242816"/>
                  </a:lnTo>
                  <a:lnTo>
                    <a:pt x="6447468" y="244641"/>
                  </a:lnTo>
                  <a:lnTo>
                    <a:pt x="6463079" y="246367"/>
                  </a:lnTo>
                  <a:lnTo>
                    <a:pt x="6478691" y="247992"/>
                  </a:lnTo>
                  <a:lnTo>
                    <a:pt x="6494302" y="249512"/>
                  </a:lnTo>
                  <a:lnTo>
                    <a:pt x="6509913" y="250925"/>
                  </a:lnTo>
                  <a:lnTo>
                    <a:pt x="6525525" y="252234"/>
                  </a:lnTo>
                  <a:lnTo>
                    <a:pt x="6541136" y="253442"/>
                  </a:lnTo>
                  <a:lnTo>
                    <a:pt x="6556747" y="254558"/>
                  </a:lnTo>
                  <a:lnTo>
                    <a:pt x="6572358" y="255594"/>
                  </a:lnTo>
                  <a:lnTo>
                    <a:pt x="6587970" y="256562"/>
                  </a:lnTo>
                  <a:lnTo>
                    <a:pt x="6603581" y="257478"/>
                  </a:lnTo>
                  <a:lnTo>
                    <a:pt x="6619192" y="258359"/>
                  </a:lnTo>
                  <a:lnTo>
                    <a:pt x="6634804" y="259224"/>
                  </a:lnTo>
                  <a:lnTo>
                    <a:pt x="6650415" y="260090"/>
                  </a:lnTo>
                  <a:lnTo>
                    <a:pt x="6666026" y="260968"/>
                  </a:lnTo>
                  <a:lnTo>
                    <a:pt x="6681638" y="261870"/>
                  </a:lnTo>
                  <a:lnTo>
                    <a:pt x="6697249" y="262800"/>
                  </a:lnTo>
                  <a:lnTo>
                    <a:pt x="6712860" y="263759"/>
                  </a:lnTo>
                  <a:lnTo>
                    <a:pt x="6728471" y="264748"/>
                  </a:lnTo>
                  <a:lnTo>
                    <a:pt x="6744083" y="265763"/>
                  </a:lnTo>
                  <a:lnTo>
                    <a:pt x="6759694" y="266797"/>
                  </a:lnTo>
                  <a:lnTo>
                    <a:pt x="6775305" y="267846"/>
                  </a:lnTo>
                  <a:lnTo>
                    <a:pt x="6790917" y="268901"/>
                  </a:lnTo>
                  <a:lnTo>
                    <a:pt x="6806528" y="269954"/>
                  </a:lnTo>
                  <a:lnTo>
                    <a:pt x="6822139" y="271000"/>
                  </a:lnTo>
                  <a:lnTo>
                    <a:pt x="6837751" y="272034"/>
                  </a:lnTo>
                  <a:lnTo>
                    <a:pt x="6853362" y="273053"/>
                  </a:lnTo>
                  <a:lnTo>
                    <a:pt x="6868973" y="274056"/>
                  </a:lnTo>
                  <a:lnTo>
                    <a:pt x="6884584" y="275044"/>
                  </a:lnTo>
                  <a:lnTo>
                    <a:pt x="6900196" y="276020"/>
                  </a:lnTo>
                  <a:lnTo>
                    <a:pt x="6915807" y="276985"/>
                  </a:lnTo>
                  <a:lnTo>
                    <a:pt x="6931418" y="277943"/>
                  </a:lnTo>
                  <a:lnTo>
                    <a:pt x="6947030" y="278895"/>
                  </a:lnTo>
                  <a:lnTo>
                    <a:pt x="6962641" y="279845"/>
                  </a:lnTo>
                  <a:lnTo>
                    <a:pt x="6978252" y="280792"/>
                  </a:lnTo>
                  <a:lnTo>
                    <a:pt x="6993864" y="281738"/>
                  </a:lnTo>
                  <a:lnTo>
                    <a:pt x="7009475" y="282679"/>
                  </a:lnTo>
                  <a:lnTo>
                    <a:pt x="7025086" y="283614"/>
                  </a:lnTo>
                  <a:lnTo>
                    <a:pt x="7040698" y="284539"/>
                  </a:lnTo>
                  <a:lnTo>
                    <a:pt x="7056309" y="285449"/>
                  </a:lnTo>
                  <a:lnTo>
                    <a:pt x="7071920" y="286337"/>
                  </a:lnTo>
                  <a:lnTo>
                    <a:pt x="7087531" y="287200"/>
                  </a:lnTo>
                  <a:lnTo>
                    <a:pt x="7103143" y="288031"/>
                  </a:lnTo>
                  <a:lnTo>
                    <a:pt x="7118754" y="288826"/>
                  </a:lnTo>
                  <a:lnTo>
                    <a:pt x="7134365" y="289580"/>
                  </a:lnTo>
                  <a:lnTo>
                    <a:pt x="7149977" y="290286"/>
                  </a:lnTo>
                  <a:lnTo>
                    <a:pt x="7165588" y="290944"/>
                  </a:lnTo>
                  <a:lnTo>
                    <a:pt x="7181199" y="291553"/>
                  </a:lnTo>
                  <a:lnTo>
                    <a:pt x="7196811" y="292114"/>
                  </a:lnTo>
                  <a:lnTo>
                    <a:pt x="7212422" y="292626"/>
                  </a:lnTo>
                  <a:lnTo>
                    <a:pt x="7228033" y="293092"/>
                  </a:lnTo>
                  <a:lnTo>
                    <a:pt x="7243644" y="293515"/>
                  </a:lnTo>
                  <a:lnTo>
                    <a:pt x="7259256" y="293897"/>
                  </a:lnTo>
                  <a:lnTo>
                    <a:pt x="7274867" y="294241"/>
                  </a:lnTo>
                  <a:lnTo>
                    <a:pt x="7290478" y="294553"/>
                  </a:lnTo>
                  <a:lnTo>
                    <a:pt x="7306090" y="294838"/>
                  </a:lnTo>
                  <a:lnTo>
                    <a:pt x="7321701" y="295099"/>
                  </a:lnTo>
                  <a:lnTo>
                    <a:pt x="7337312" y="295339"/>
                  </a:lnTo>
                  <a:lnTo>
                    <a:pt x="7352924" y="295563"/>
                  </a:lnTo>
                  <a:lnTo>
                    <a:pt x="7368535" y="295773"/>
                  </a:lnTo>
                  <a:lnTo>
                    <a:pt x="7384146" y="295970"/>
                  </a:lnTo>
                  <a:lnTo>
                    <a:pt x="7399758" y="296156"/>
                  </a:lnTo>
                  <a:lnTo>
                    <a:pt x="7415369" y="296331"/>
                  </a:lnTo>
                  <a:lnTo>
                    <a:pt x="7430980" y="296495"/>
                  </a:lnTo>
                  <a:lnTo>
                    <a:pt x="7446591" y="296648"/>
                  </a:lnTo>
                  <a:lnTo>
                    <a:pt x="7462203" y="296790"/>
                  </a:lnTo>
                  <a:lnTo>
                    <a:pt x="7477814" y="296920"/>
                  </a:lnTo>
                  <a:lnTo>
                    <a:pt x="7493425" y="297037"/>
                  </a:lnTo>
                  <a:lnTo>
                    <a:pt x="7509037" y="297141"/>
                  </a:lnTo>
                  <a:lnTo>
                    <a:pt x="7524648" y="297231"/>
                  </a:lnTo>
                  <a:lnTo>
                    <a:pt x="7540259" y="297309"/>
                  </a:lnTo>
                  <a:lnTo>
                    <a:pt x="7555871" y="297375"/>
                  </a:lnTo>
                  <a:lnTo>
                    <a:pt x="7571482" y="297428"/>
                  </a:lnTo>
                  <a:lnTo>
                    <a:pt x="7587093" y="297470"/>
                  </a:lnTo>
                  <a:lnTo>
                    <a:pt x="7602704" y="297501"/>
                  </a:lnTo>
                  <a:lnTo>
                    <a:pt x="7618316" y="297522"/>
                  </a:lnTo>
                  <a:lnTo>
                    <a:pt x="7633927" y="297534"/>
                  </a:lnTo>
                  <a:lnTo>
                    <a:pt x="7649538" y="297538"/>
                  </a:lnTo>
                  <a:lnTo>
                    <a:pt x="7665150" y="297536"/>
                  </a:lnTo>
                  <a:lnTo>
                    <a:pt x="7680761" y="297529"/>
                  </a:lnTo>
                  <a:lnTo>
                    <a:pt x="7696372" y="297518"/>
                  </a:lnTo>
                  <a:lnTo>
                    <a:pt x="7711984" y="297505"/>
                  </a:lnTo>
                  <a:lnTo>
                    <a:pt x="7727595" y="297491"/>
                  </a:lnTo>
                  <a:lnTo>
                    <a:pt x="7743206" y="297478"/>
                  </a:lnTo>
                  <a:lnTo>
                    <a:pt x="7758818" y="297467"/>
                  </a:lnTo>
                  <a:lnTo>
                    <a:pt x="7774429" y="297459"/>
                  </a:lnTo>
                  <a:lnTo>
                    <a:pt x="7790040" y="297454"/>
                  </a:lnTo>
                  <a:lnTo>
                    <a:pt x="7805651" y="297453"/>
                  </a:lnTo>
                  <a:lnTo>
                    <a:pt x="7805651" y="297749"/>
                  </a:lnTo>
                  <a:lnTo>
                    <a:pt x="7790040" y="297749"/>
                  </a:lnTo>
                  <a:lnTo>
                    <a:pt x="7774429" y="297749"/>
                  </a:lnTo>
                  <a:lnTo>
                    <a:pt x="7758818" y="297749"/>
                  </a:lnTo>
                  <a:lnTo>
                    <a:pt x="7743206" y="297749"/>
                  </a:lnTo>
                  <a:lnTo>
                    <a:pt x="7727595" y="297749"/>
                  </a:lnTo>
                  <a:lnTo>
                    <a:pt x="7711984" y="297749"/>
                  </a:lnTo>
                  <a:lnTo>
                    <a:pt x="7696372" y="297749"/>
                  </a:lnTo>
                  <a:lnTo>
                    <a:pt x="7680761" y="297749"/>
                  </a:lnTo>
                  <a:lnTo>
                    <a:pt x="7665150" y="297749"/>
                  </a:lnTo>
                  <a:lnTo>
                    <a:pt x="7649538" y="297749"/>
                  </a:lnTo>
                  <a:lnTo>
                    <a:pt x="7633927" y="297749"/>
                  </a:lnTo>
                  <a:lnTo>
                    <a:pt x="7618316" y="297749"/>
                  </a:lnTo>
                  <a:lnTo>
                    <a:pt x="7602704" y="297749"/>
                  </a:lnTo>
                  <a:lnTo>
                    <a:pt x="7587093" y="297749"/>
                  </a:lnTo>
                  <a:lnTo>
                    <a:pt x="7571482" y="297749"/>
                  </a:lnTo>
                  <a:lnTo>
                    <a:pt x="7555871" y="297749"/>
                  </a:lnTo>
                  <a:lnTo>
                    <a:pt x="7540259" y="297749"/>
                  </a:lnTo>
                  <a:lnTo>
                    <a:pt x="7524648" y="297749"/>
                  </a:lnTo>
                  <a:lnTo>
                    <a:pt x="7509037" y="297749"/>
                  </a:lnTo>
                  <a:lnTo>
                    <a:pt x="7493425" y="297749"/>
                  </a:lnTo>
                  <a:lnTo>
                    <a:pt x="7477814" y="297749"/>
                  </a:lnTo>
                  <a:lnTo>
                    <a:pt x="7462203" y="297749"/>
                  </a:lnTo>
                  <a:lnTo>
                    <a:pt x="7446591" y="297749"/>
                  </a:lnTo>
                  <a:lnTo>
                    <a:pt x="7430980" y="297749"/>
                  </a:lnTo>
                  <a:lnTo>
                    <a:pt x="7415369" y="297749"/>
                  </a:lnTo>
                  <a:lnTo>
                    <a:pt x="7399758" y="297749"/>
                  </a:lnTo>
                  <a:lnTo>
                    <a:pt x="7384146" y="297749"/>
                  </a:lnTo>
                  <a:lnTo>
                    <a:pt x="7368535" y="297749"/>
                  </a:lnTo>
                  <a:lnTo>
                    <a:pt x="7352924" y="297749"/>
                  </a:lnTo>
                  <a:lnTo>
                    <a:pt x="7337312" y="297749"/>
                  </a:lnTo>
                  <a:lnTo>
                    <a:pt x="7321701" y="297749"/>
                  </a:lnTo>
                  <a:lnTo>
                    <a:pt x="7306090" y="297749"/>
                  </a:lnTo>
                  <a:lnTo>
                    <a:pt x="7290478" y="297749"/>
                  </a:lnTo>
                  <a:lnTo>
                    <a:pt x="7274867" y="297749"/>
                  </a:lnTo>
                  <a:lnTo>
                    <a:pt x="7259256" y="297749"/>
                  </a:lnTo>
                  <a:lnTo>
                    <a:pt x="7243644" y="297749"/>
                  </a:lnTo>
                  <a:lnTo>
                    <a:pt x="7228033" y="297749"/>
                  </a:lnTo>
                  <a:lnTo>
                    <a:pt x="7212422" y="297749"/>
                  </a:lnTo>
                  <a:lnTo>
                    <a:pt x="7196811" y="297749"/>
                  </a:lnTo>
                  <a:lnTo>
                    <a:pt x="7181199" y="297749"/>
                  </a:lnTo>
                  <a:lnTo>
                    <a:pt x="7165588" y="297749"/>
                  </a:lnTo>
                  <a:lnTo>
                    <a:pt x="7149977" y="297749"/>
                  </a:lnTo>
                  <a:lnTo>
                    <a:pt x="7134365" y="297749"/>
                  </a:lnTo>
                  <a:lnTo>
                    <a:pt x="7118754" y="297749"/>
                  </a:lnTo>
                  <a:lnTo>
                    <a:pt x="7103143" y="297749"/>
                  </a:lnTo>
                  <a:lnTo>
                    <a:pt x="7087531" y="297749"/>
                  </a:lnTo>
                  <a:lnTo>
                    <a:pt x="7071920" y="297749"/>
                  </a:lnTo>
                  <a:lnTo>
                    <a:pt x="7056309" y="297749"/>
                  </a:lnTo>
                  <a:lnTo>
                    <a:pt x="7040698" y="297749"/>
                  </a:lnTo>
                  <a:lnTo>
                    <a:pt x="7025086" y="297749"/>
                  </a:lnTo>
                  <a:lnTo>
                    <a:pt x="7009475" y="297749"/>
                  </a:lnTo>
                  <a:lnTo>
                    <a:pt x="6993864" y="297749"/>
                  </a:lnTo>
                  <a:lnTo>
                    <a:pt x="6978252" y="297749"/>
                  </a:lnTo>
                  <a:lnTo>
                    <a:pt x="6962641" y="297749"/>
                  </a:lnTo>
                  <a:lnTo>
                    <a:pt x="6947030" y="297749"/>
                  </a:lnTo>
                  <a:lnTo>
                    <a:pt x="6931418" y="297749"/>
                  </a:lnTo>
                  <a:lnTo>
                    <a:pt x="6915807" y="297749"/>
                  </a:lnTo>
                  <a:lnTo>
                    <a:pt x="6900196" y="297749"/>
                  </a:lnTo>
                  <a:lnTo>
                    <a:pt x="6884584" y="297749"/>
                  </a:lnTo>
                  <a:lnTo>
                    <a:pt x="6868973" y="297749"/>
                  </a:lnTo>
                  <a:lnTo>
                    <a:pt x="6853362" y="297749"/>
                  </a:lnTo>
                  <a:lnTo>
                    <a:pt x="6837751" y="297749"/>
                  </a:lnTo>
                  <a:lnTo>
                    <a:pt x="6822139" y="297749"/>
                  </a:lnTo>
                  <a:lnTo>
                    <a:pt x="6806528" y="297749"/>
                  </a:lnTo>
                  <a:lnTo>
                    <a:pt x="6790917" y="297749"/>
                  </a:lnTo>
                  <a:lnTo>
                    <a:pt x="6775305" y="297749"/>
                  </a:lnTo>
                  <a:lnTo>
                    <a:pt x="6759694" y="297749"/>
                  </a:lnTo>
                  <a:lnTo>
                    <a:pt x="6744083" y="297749"/>
                  </a:lnTo>
                  <a:lnTo>
                    <a:pt x="6728471" y="297749"/>
                  </a:lnTo>
                  <a:lnTo>
                    <a:pt x="6712860" y="297749"/>
                  </a:lnTo>
                  <a:lnTo>
                    <a:pt x="6697249" y="297749"/>
                  </a:lnTo>
                  <a:lnTo>
                    <a:pt x="6681638" y="297749"/>
                  </a:lnTo>
                  <a:lnTo>
                    <a:pt x="6666026" y="297749"/>
                  </a:lnTo>
                  <a:lnTo>
                    <a:pt x="6650415" y="297749"/>
                  </a:lnTo>
                  <a:lnTo>
                    <a:pt x="6634804" y="297749"/>
                  </a:lnTo>
                  <a:lnTo>
                    <a:pt x="6619192" y="297749"/>
                  </a:lnTo>
                  <a:lnTo>
                    <a:pt x="6603581" y="297749"/>
                  </a:lnTo>
                  <a:lnTo>
                    <a:pt x="6587970" y="297749"/>
                  </a:lnTo>
                  <a:lnTo>
                    <a:pt x="6572358" y="297749"/>
                  </a:lnTo>
                  <a:lnTo>
                    <a:pt x="6556747" y="297749"/>
                  </a:lnTo>
                  <a:lnTo>
                    <a:pt x="6541136" y="297749"/>
                  </a:lnTo>
                  <a:lnTo>
                    <a:pt x="6525525" y="297749"/>
                  </a:lnTo>
                  <a:lnTo>
                    <a:pt x="6509913" y="297749"/>
                  </a:lnTo>
                  <a:lnTo>
                    <a:pt x="6494302" y="297749"/>
                  </a:lnTo>
                  <a:lnTo>
                    <a:pt x="6478691" y="297749"/>
                  </a:lnTo>
                  <a:lnTo>
                    <a:pt x="6463079" y="297749"/>
                  </a:lnTo>
                  <a:lnTo>
                    <a:pt x="6447468" y="297749"/>
                  </a:lnTo>
                  <a:lnTo>
                    <a:pt x="6431857" y="297749"/>
                  </a:lnTo>
                  <a:lnTo>
                    <a:pt x="6416245" y="297749"/>
                  </a:lnTo>
                  <a:lnTo>
                    <a:pt x="6400634" y="297749"/>
                  </a:lnTo>
                  <a:lnTo>
                    <a:pt x="6385023" y="297749"/>
                  </a:lnTo>
                  <a:lnTo>
                    <a:pt x="6369411" y="297749"/>
                  </a:lnTo>
                  <a:lnTo>
                    <a:pt x="6353800" y="297749"/>
                  </a:lnTo>
                  <a:lnTo>
                    <a:pt x="6338189" y="297749"/>
                  </a:lnTo>
                  <a:lnTo>
                    <a:pt x="6322578" y="297749"/>
                  </a:lnTo>
                  <a:lnTo>
                    <a:pt x="6306966" y="297749"/>
                  </a:lnTo>
                  <a:lnTo>
                    <a:pt x="6291355" y="297749"/>
                  </a:lnTo>
                  <a:lnTo>
                    <a:pt x="6275744" y="297749"/>
                  </a:lnTo>
                  <a:lnTo>
                    <a:pt x="6260132" y="297749"/>
                  </a:lnTo>
                  <a:lnTo>
                    <a:pt x="6244521" y="297749"/>
                  </a:lnTo>
                  <a:lnTo>
                    <a:pt x="6228910" y="297749"/>
                  </a:lnTo>
                  <a:lnTo>
                    <a:pt x="6213298" y="297749"/>
                  </a:lnTo>
                  <a:lnTo>
                    <a:pt x="6197687" y="297749"/>
                  </a:lnTo>
                  <a:lnTo>
                    <a:pt x="6182076" y="297749"/>
                  </a:lnTo>
                  <a:lnTo>
                    <a:pt x="6166465" y="297749"/>
                  </a:lnTo>
                  <a:lnTo>
                    <a:pt x="6150853" y="297749"/>
                  </a:lnTo>
                  <a:lnTo>
                    <a:pt x="6135242" y="297749"/>
                  </a:lnTo>
                  <a:lnTo>
                    <a:pt x="6119631" y="297749"/>
                  </a:lnTo>
                  <a:lnTo>
                    <a:pt x="6104019" y="297749"/>
                  </a:lnTo>
                  <a:lnTo>
                    <a:pt x="6088408" y="297749"/>
                  </a:lnTo>
                  <a:lnTo>
                    <a:pt x="6072797" y="297749"/>
                  </a:lnTo>
                  <a:lnTo>
                    <a:pt x="6057185" y="297749"/>
                  </a:lnTo>
                  <a:lnTo>
                    <a:pt x="6041574" y="297749"/>
                  </a:lnTo>
                  <a:lnTo>
                    <a:pt x="6025963" y="297749"/>
                  </a:lnTo>
                  <a:lnTo>
                    <a:pt x="6010351" y="297749"/>
                  </a:lnTo>
                  <a:lnTo>
                    <a:pt x="5994740" y="297749"/>
                  </a:lnTo>
                  <a:lnTo>
                    <a:pt x="5979129" y="297749"/>
                  </a:lnTo>
                  <a:lnTo>
                    <a:pt x="5963518" y="297749"/>
                  </a:lnTo>
                  <a:lnTo>
                    <a:pt x="5947906" y="297749"/>
                  </a:lnTo>
                  <a:lnTo>
                    <a:pt x="5932295" y="297749"/>
                  </a:lnTo>
                  <a:lnTo>
                    <a:pt x="5916684" y="297749"/>
                  </a:lnTo>
                  <a:lnTo>
                    <a:pt x="5901072" y="297749"/>
                  </a:lnTo>
                  <a:lnTo>
                    <a:pt x="5885461" y="297749"/>
                  </a:lnTo>
                  <a:lnTo>
                    <a:pt x="5869850" y="297749"/>
                  </a:lnTo>
                  <a:lnTo>
                    <a:pt x="5854238" y="297749"/>
                  </a:lnTo>
                  <a:lnTo>
                    <a:pt x="5838627" y="297749"/>
                  </a:lnTo>
                  <a:lnTo>
                    <a:pt x="5823016" y="297749"/>
                  </a:lnTo>
                  <a:lnTo>
                    <a:pt x="5807405" y="297749"/>
                  </a:lnTo>
                  <a:lnTo>
                    <a:pt x="5791793" y="297749"/>
                  </a:lnTo>
                  <a:lnTo>
                    <a:pt x="5776182" y="297749"/>
                  </a:lnTo>
                  <a:lnTo>
                    <a:pt x="5760571" y="297749"/>
                  </a:lnTo>
                  <a:lnTo>
                    <a:pt x="5744959" y="297749"/>
                  </a:lnTo>
                  <a:lnTo>
                    <a:pt x="5729348" y="297749"/>
                  </a:lnTo>
                  <a:lnTo>
                    <a:pt x="5713737" y="297749"/>
                  </a:lnTo>
                  <a:lnTo>
                    <a:pt x="5698125" y="297749"/>
                  </a:lnTo>
                  <a:lnTo>
                    <a:pt x="5682514" y="297749"/>
                  </a:lnTo>
                  <a:lnTo>
                    <a:pt x="5666903" y="297749"/>
                  </a:lnTo>
                  <a:lnTo>
                    <a:pt x="5651291" y="297749"/>
                  </a:lnTo>
                  <a:lnTo>
                    <a:pt x="5635680" y="297749"/>
                  </a:lnTo>
                  <a:lnTo>
                    <a:pt x="5620069" y="297749"/>
                  </a:lnTo>
                  <a:lnTo>
                    <a:pt x="5604458" y="297749"/>
                  </a:lnTo>
                  <a:lnTo>
                    <a:pt x="5588846" y="297749"/>
                  </a:lnTo>
                  <a:lnTo>
                    <a:pt x="5573235" y="297749"/>
                  </a:lnTo>
                  <a:lnTo>
                    <a:pt x="5557624" y="297749"/>
                  </a:lnTo>
                  <a:lnTo>
                    <a:pt x="5542012" y="297749"/>
                  </a:lnTo>
                  <a:lnTo>
                    <a:pt x="5526401" y="297749"/>
                  </a:lnTo>
                  <a:lnTo>
                    <a:pt x="5510790" y="297749"/>
                  </a:lnTo>
                  <a:lnTo>
                    <a:pt x="5495178" y="297749"/>
                  </a:lnTo>
                  <a:lnTo>
                    <a:pt x="5479567" y="297749"/>
                  </a:lnTo>
                  <a:lnTo>
                    <a:pt x="5463956" y="297749"/>
                  </a:lnTo>
                  <a:lnTo>
                    <a:pt x="5448345" y="297749"/>
                  </a:lnTo>
                  <a:lnTo>
                    <a:pt x="5432733" y="297749"/>
                  </a:lnTo>
                  <a:lnTo>
                    <a:pt x="5417122" y="297749"/>
                  </a:lnTo>
                  <a:lnTo>
                    <a:pt x="5401511" y="297749"/>
                  </a:lnTo>
                  <a:lnTo>
                    <a:pt x="5385899" y="297749"/>
                  </a:lnTo>
                  <a:lnTo>
                    <a:pt x="5370288" y="297749"/>
                  </a:lnTo>
                  <a:lnTo>
                    <a:pt x="5354677" y="297749"/>
                  </a:lnTo>
                  <a:lnTo>
                    <a:pt x="5339065" y="297749"/>
                  </a:lnTo>
                  <a:lnTo>
                    <a:pt x="5323454" y="297749"/>
                  </a:lnTo>
                  <a:lnTo>
                    <a:pt x="5307843" y="297749"/>
                  </a:lnTo>
                  <a:lnTo>
                    <a:pt x="5292231" y="297749"/>
                  </a:lnTo>
                  <a:lnTo>
                    <a:pt x="5276620" y="297749"/>
                  </a:lnTo>
                  <a:lnTo>
                    <a:pt x="5261009" y="297749"/>
                  </a:lnTo>
                  <a:lnTo>
                    <a:pt x="5245398" y="297749"/>
                  </a:lnTo>
                  <a:lnTo>
                    <a:pt x="5229786" y="297749"/>
                  </a:lnTo>
                  <a:lnTo>
                    <a:pt x="5214175" y="297749"/>
                  </a:lnTo>
                  <a:lnTo>
                    <a:pt x="5198564" y="297749"/>
                  </a:lnTo>
                  <a:lnTo>
                    <a:pt x="5182952" y="297749"/>
                  </a:lnTo>
                  <a:lnTo>
                    <a:pt x="5167341" y="297749"/>
                  </a:lnTo>
                  <a:lnTo>
                    <a:pt x="5151730" y="297749"/>
                  </a:lnTo>
                  <a:lnTo>
                    <a:pt x="5136118" y="297749"/>
                  </a:lnTo>
                  <a:lnTo>
                    <a:pt x="5120507" y="297749"/>
                  </a:lnTo>
                  <a:lnTo>
                    <a:pt x="5104896" y="297749"/>
                  </a:lnTo>
                  <a:lnTo>
                    <a:pt x="5089285" y="297749"/>
                  </a:lnTo>
                  <a:lnTo>
                    <a:pt x="5073673" y="297749"/>
                  </a:lnTo>
                  <a:lnTo>
                    <a:pt x="5058062" y="297749"/>
                  </a:lnTo>
                  <a:lnTo>
                    <a:pt x="5042451" y="297749"/>
                  </a:lnTo>
                  <a:lnTo>
                    <a:pt x="5026839" y="297749"/>
                  </a:lnTo>
                  <a:lnTo>
                    <a:pt x="5011228" y="297749"/>
                  </a:lnTo>
                  <a:lnTo>
                    <a:pt x="4995617" y="297749"/>
                  </a:lnTo>
                  <a:lnTo>
                    <a:pt x="4980005" y="297749"/>
                  </a:lnTo>
                  <a:lnTo>
                    <a:pt x="4964394" y="297749"/>
                  </a:lnTo>
                  <a:lnTo>
                    <a:pt x="4948783" y="297749"/>
                  </a:lnTo>
                  <a:lnTo>
                    <a:pt x="4933172" y="297749"/>
                  </a:lnTo>
                  <a:lnTo>
                    <a:pt x="4917560" y="297749"/>
                  </a:lnTo>
                  <a:lnTo>
                    <a:pt x="4901949" y="297749"/>
                  </a:lnTo>
                  <a:lnTo>
                    <a:pt x="4886338" y="297749"/>
                  </a:lnTo>
                  <a:lnTo>
                    <a:pt x="4870726" y="297749"/>
                  </a:lnTo>
                  <a:lnTo>
                    <a:pt x="4855115" y="297749"/>
                  </a:lnTo>
                  <a:lnTo>
                    <a:pt x="4839504" y="297749"/>
                  </a:lnTo>
                  <a:lnTo>
                    <a:pt x="4823892" y="297749"/>
                  </a:lnTo>
                  <a:lnTo>
                    <a:pt x="4808281" y="297749"/>
                  </a:lnTo>
                  <a:lnTo>
                    <a:pt x="4792670" y="297749"/>
                  </a:lnTo>
                  <a:lnTo>
                    <a:pt x="4777058" y="297749"/>
                  </a:lnTo>
                  <a:lnTo>
                    <a:pt x="4761447" y="297749"/>
                  </a:lnTo>
                  <a:lnTo>
                    <a:pt x="4745836" y="297749"/>
                  </a:lnTo>
                  <a:lnTo>
                    <a:pt x="4730225" y="297749"/>
                  </a:lnTo>
                  <a:lnTo>
                    <a:pt x="4714613" y="297749"/>
                  </a:lnTo>
                  <a:lnTo>
                    <a:pt x="4699002" y="297749"/>
                  </a:lnTo>
                  <a:lnTo>
                    <a:pt x="4683391" y="297749"/>
                  </a:lnTo>
                  <a:lnTo>
                    <a:pt x="4667779" y="297749"/>
                  </a:lnTo>
                  <a:lnTo>
                    <a:pt x="4652168" y="297749"/>
                  </a:lnTo>
                  <a:lnTo>
                    <a:pt x="4636557" y="297749"/>
                  </a:lnTo>
                  <a:lnTo>
                    <a:pt x="4620945" y="297749"/>
                  </a:lnTo>
                  <a:lnTo>
                    <a:pt x="4605334" y="297749"/>
                  </a:lnTo>
                  <a:lnTo>
                    <a:pt x="4589723" y="297749"/>
                  </a:lnTo>
                  <a:lnTo>
                    <a:pt x="4574112" y="297749"/>
                  </a:lnTo>
                  <a:lnTo>
                    <a:pt x="4558500" y="297749"/>
                  </a:lnTo>
                  <a:lnTo>
                    <a:pt x="4542889" y="297749"/>
                  </a:lnTo>
                  <a:lnTo>
                    <a:pt x="4527278" y="297749"/>
                  </a:lnTo>
                  <a:lnTo>
                    <a:pt x="4511666" y="297749"/>
                  </a:lnTo>
                  <a:lnTo>
                    <a:pt x="4496055" y="297749"/>
                  </a:lnTo>
                  <a:lnTo>
                    <a:pt x="4480444" y="297749"/>
                  </a:lnTo>
                  <a:lnTo>
                    <a:pt x="4464832" y="297749"/>
                  </a:lnTo>
                  <a:lnTo>
                    <a:pt x="4449221" y="297749"/>
                  </a:lnTo>
                  <a:lnTo>
                    <a:pt x="4433610" y="297749"/>
                  </a:lnTo>
                  <a:lnTo>
                    <a:pt x="4417998" y="297749"/>
                  </a:lnTo>
                  <a:lnTo>
                    <a:pt x="4402387" y="297749"/>
                  </a:lnTo>
                  <a:lnTo>
                    <a:pt x="4386776" y="297749"/>
                  </a:lnTo>
                  <a:lnTo>
                    <a:pt x="4371165" y="297749"/>
                  </a:lnTo>
                  <a:lnTo>
                    <a:pt x="4355553" y="297749"/>
                  </a:lnTo>
                  <a:lnTo>
                    <a:pt x="4339942" y="297749"/>
                  </a:lnTo>
                  <a:lnTo>
                    <a:pt x="4324331" y="297749"/>
                  </a:lnTo>
                  <a:lnTo>
                    <a:pt x="4308719" y="297749"/>
                  </a:lnTo>
                  <a:lnTo>
                    <a:pt x="4293108" y="297749"/>
                  </a:lnTo>
                  <a:lnTo>
                    <a:pt x="4277497" y="297749"/>
                  </a:lnTo>
                  <a:lnTo>
                    <a:pt x="4261885" y="297749"/>
                  </a:lnTo>
                  <a:lnTo>
                    <a:pt x="4246274" y="297749"/>
                  </a:lnTo>
                  <a:lnTo>
                    <a:pt x="4230663" y="297749"/>
                  </a:lnTo>
                  <a:lnTo>
                    <a:pt x="4215052" y="297749"/>
                  </a:lnTo>
                  <a:lnTo>
                    <a:pt x="4199440" y="297749"/>
                  </a:lnTo>
                  <a:lnTo>
                    <a:pt x="4183829" y="297749"/>
                  </a:lnTo>
                  <a:lnTo>
                    <a:pt x="4168218" y="297749"/>
                  </a:lnTo>
                  <a:lnTo>
                    <a:pt x="4152606" y="297749"/>
                  </a:lnTo>
                  <a:lnTo>
                    <a:pt x="4136995" y="297749"/>
                  </a:lnTo>
                  <a:lnTo>
                    <a:pt x="4121384" y="297749"/>
                  </a:lnTo>
                  <a:lnTo>
                    <a:pt x="4105772" y="297749"/>
                  </a:lnTo>
                  <a:lnTo>
                    <a:pt x="4090161" y="297749"/>
                  </a:lnTo>
                  <a:lnTo>
                    <a:pt x="4074550" y="297749"/>
                  </a:lnTo>
                  <a:lnTo>
                    <a:pt x="4058938" y="297749"/>
                  </a:lnTo>
                  <a:lnTo>
                    <a:pt x="4043327" y="297749"/>
                  </a:lnTo>
                  <a:lnTo>
                    <a:pt x="4027716" y="297749"/>
                  </a:lnTo>
                  <a:lnTo>
                    <a:pt x="4012105" y="297749"/>
                  </a:lnTo>
                  <a:lnTo>
                    <a:pt x="3996493" y="297749"/>
                  </a:lnTo>
                  <a:lnTo>
                    <a:pt x="3980882" y="297749"/>
                  </a:lnTo>
                  <a:lnTo>
                    <a:pt x="3965271" y="297749"/>
                  </a:lnTo>
                  <a:lnTo>
                    <a:pt x="3949659" y="297749"/>
                  </a:lnTo>
                  <a:lnTo>
                    <a:pt x="3934048" y="297749"/>
                  </a:lnTo>
                  <a:lnTo>
                    <a:pt x="3918437" y="297749"/>
                  </a:lnTo>
                  <a:lnTo>
                    <a:pt x="3902825" y="297749"/>
                  </a:lnTo>
                  <a:lnTo>
                    <a:pt x="3887214" y="297749"/>
                  </a:lnTo>
                  <a:lnTo>
                    <a:pt x="3871603" y="297749"/>
                  </a:lnTo>
                  <a:lnTo>
                    <a:pt x="3855992" y="297749"/>
                  </a:lnTo>
                  <a:lnTo>
                    <a:pt x="3840380" y="297749"/>
                  </a:lnTo>
                  <a:lnTo>
                    <a:pt x="3824769" y="297749"/>
                  </a:lnTo>
                  <a:lnTo>
                    <a:pt x="3809158" y="297749"/>
                  </a:lnTo>
                  <a:lnTo>
                    <a:pt x="3793546" y="297749"/>
                  </a:lnTo>
                  <a:lnTo>
                    <a:pt x="3777935" y="297749"/>
                  </a:lnTo>
                  <a:lnTo>
                    <a:pt x="3762324" y="297749"/>
                  </a:lnTo>
                  <a:lnTo>
                    <a:pt x="3746712" y="297749"/>
                  </a:lnTo>
                  <a:lnTo>
                    <a:pt x="3731101" y="297749"/>
                  </a:lnTo>
                  <a:lnTo>
                    <a:pt x="3715490" y="297749"/>
                  </a:lnTo>
                  <a:lnTo>
                    <a:pt x="3699879" y="297749"/>
                  </a:lnTo>
                  <a:lnTo>
                    <a:pt x="3684267" y="297749"/>
                  </a:lnTo>
                  <a:lnTo>
                    <a:pt x="3668656" y="297749"/>
                  </a:lnTo>
                  <a:lnTo>
                    <a:pt x="3653045" y="297749"/>
                  </a:lnTo>
                  <a:lnTo>
                    <a:pt x="3637433" y="297749"/>
                  </a:lnTo>
                  <a:lnTo>
                    <a:pt x="3621822" y="297749"/>
                  </a:lnTo>
                  <a:lnTo>
                    <a:pt x="3606211" y="297749"/>
                  </a:lnTo>
                  <a:lnTo>
                    <a:pt x="3590599" y="297749"/>
                  </a:lnTo>
                  <a:lnTo>
                    <a:pt x="3574988" y="297749"/>
                  </a:lnTo>
                  <a:lnTo>
                    <a:pt x="3559377" y="297749"/>
                  </a:lnTo>
                  <a:lnTo>
                    <a:pt x="3543765" y="297749"/>
                  </a:lnTo>
                  <a:lnTo>
                    <a:pt x="3528154" y="297749"/>
                  </a:lnTo>
                  <a:lnTo>
                    <a:pt x="3512543" y="297749"/>
                  </a:lnTo>
                  <a:lnTo>
                    <a:pt x="3496932" y="297749"/>
                  </a:lnTo>
                  <a:lnTo>
                    <a:pt x="3481320" y="297749"/>
                  </a:lnTo>
                  <a:lnTo>
                    <a:pt x="3465709" y="297749"/>
                  </a:lnTo>
                  <a:lnTo>
                    <a:pt x="3450098" y="297749"/>
                  </a:lnTo>
                  <a:lnTo>
                    <a:pt x="3434486" y="297749"/>
                  </a:lnTo>
                  <a:lnTo>
                    <a:pt x="3418875" y="297749"/>
                  </a:lnTo>
                  <a:lnTo>
                    <a:pt x="3403264" y="297749"/>
                  </a:lnTo>
                  <a:lnTo>
                    <a:pt x="3387652" y="297749"/>
                  </a:lnTo>
                  <a:lnTo>
                    <a:pt x="3372041" y="297749"/>
                  </a:lnTo>
                  <a:lnTo>
                    <a:pt x="3356430" y="297749"/>
                  </a:lnTo>
                  <a:lnTo>
                    <a:pt x="3340819" y="297749"/>
                  </a:lnTo>
                  <a:lnTo>
                    <a:pt x="3325207" y="297749"/>
                  </a:lnTo>
                  <a:lnTo>
                    <a:pt x="3309596" y="297749"/>
                  </a:lnTo>
                  <a:lnTo>
                    <a:pt x="3293985" y="297749"/>
                  </a:lnTo>
                  <a:lnTo>
                    <a:pt x="3278373" y="297749"/>
                  </a:lnTo>
                  <a:lnTo>
                    <a:pt x="3262762" y="297749"/>
                  </a:lnTo>
                  <a:lnTo>
                    <a:pt x="3247151" y="297749"/>
                  </a:lnTo>
                  <a:lnTo>
                    <a:pt x="3231539" y="297749"/>
                  </a:lnTo>
                  <a:lnTo>
                    <a:pt x="3215928" y="297749"/>
                  </a:lnTo>
                  <a:lnTo>
                    <a:pt x="3200317" y="297749"/>
                  </a:lnTo>
                  <a:lnTo>
                    <a:pt x="3184705" y="297749"/>
                  </a:lnTo>
                  <a:lnTo>
                    <a:pt x="3169094" y="297749"/>
                  </a:lnTo>
                  <a:lnTo>
                    <a:pt x="3153483" y="297749"/>
                  </a:lnTo>
                  <a:lnTo>
                    <a:pt x="3137872" y="297749"/>
                  </a:lnTo>
                  <a:lnTo>
                    <a:pt x="3122260" y="297749"/>
                  </a:lnTo>
                  <a:lnTo>
                    <a:pt x="3106649" y="297749"/>
                  </a:lnTo>
                  <a:lnTo>
                    <a:pt x="3091038" y="297749"/>
                  </a:lnTo>
                  <a:lnTo>
                    <a:pt x="3075426" y="297749"/>
                  </a:lnTo>
                  <a:lnTo>
                    <a:pt x="3059815" y="297749"/>
                  </a:lnTo>
                  <a:lnTo>
                    <a:pt x="3044204" y="297749"/>
                  </a:lnTo>
                  <a:lnTo>
                    <a:pt x="3028592" y="297749"/>
                  </a:lnTo>
                  <a:lnTo>
                    <a:pt x="3012981" y="297749"/>
                  </a:lnTo>
                  <a:lnTo>
                    <a:pt x="2997370" y="297749"/>
                  </a:lnTo>
                  <a:lnTo>
                    <a:pt x="2981759" y="297749"/>
                  </a:lnTo>
                  <a:lnTo>
                    <a:pt x="2966147" y="297749"/>
                  </a:lnTo>
                  <a:lnTo>
                    <a:pt x="2950536" y="297749"/>
                  </a:lnTo>
                  <a:lnTo>
                    <a:pt x="2934925" y="297749"/>
                  </a:lnTo>
                  <a:lnTo>
                    <a:pt x="2919313" y="297749"/>
                  </a:lnTo>
                  <a:lnTo>
                    <a:pt x="2903702" y="297749"/>
                  </a:lnTo>
                  <a:lnTo>
                    <a:pt x="2888091" y="297749"/>
                  </a:lnTo>
                  <a:lnTo>
                    <a:pt x="2872479" y="297749"/>
                  </a:lnTo>
                  <a:lnTo>
                    <a:pt x="2856868" y="297749"/>
                  </a:lnTo>
                  <a:lnTo>
                    <a:pt x="2841257" y="297749"/>
                  </a:lnTo>
                  <a:lnTo>
                    <a:pt x="2825645" y="297749"/>
                  </a:lnTo>
                  <a:lnTo>
                    <a:pt x="2810034" y="297749"/>
                  </a:lnTo>
                  <a:lnTo>
                    <a:pt x="2794423" y="297749"/>
                  </a:lnTo>
                  <a:lnTo>
                    <a:pt x="2778812" y="297749"/>
                  </a:lnTo>
                  <a:lnTo>
                    <a:pt x="2763200" y="297749"/>
                  </a:lnTo>
                  <a:lnTo>
                    <a:pt x="2747589" y="297749"/>
                  </a:lnTo>
                  <a:lnTo>
                    <a:pt x="2731978" y="297749"/>
                  </a:lnTo>
                  <a:lnTo>
                    <a:pt x="2716366" y="297749"/>
                  </a:lnTo>
                  <a:lnTo>
                    <a:pt x="2700755" y="297749"/>
                  </a:lnTo>
                  <a:lnTo>
                    <a:pt x="2685144" y="297749"/>
                  </a:lnTo>
                  <a:lnTo>
                    <a:pt x="2669532" y="297749"/>
                  </a:lnTo>
                  <a:lnTo>
                    <a:pt x="2653921" y="297749"/>
                  </a:lnTo>
                  <a:lnTo>
                    <a:pt x="2638310" y="297749"/>
                  </a:lnTo>
                  <a:lnTo>
                    <a:pt x="2622699" y="297749"/>
                  </a:lnTo>
                  <a:lnTo>
                    <a:pt x="2607087" y="297749"/>
                  </a:lnTo>
                  <a:lnTo>
                    <a:pt x="2591476" y="297749"/>
                  </a:lnTo>
                  <a:lnTo>
                    <a:pt x="2575865" y="297749"/>
                  </a:lnTo>
                  <a:lnTo>
                    <a:pt x="2560253" y="297749"/>
                  </a:lnTo>
                  <a:lnTo>
                    <a:pt x="2544642" y="297749"/>
                  </a:lnTo>
                  <a:lnTo>
                    <a:pt x="2529031" y="297749"/>
                  </a:lnTo>
                  <a:lnTo>
                    <a:pt x="2513419" y="297749"/>
                  </a:lnTo>
                  <a:lnTo>
                    <a:pt x="2497808" y="297749"/>
                  </a:lnTo>
                  <a:lnTo>
                    <a:pt x="2482197" y="297749"/>
                  </a:lnTo>
                  <a:lnTo>
                    <a:pt x="2466586" y="297749"/>
                  </a:lnTo>
                  <a:lnTo>
                    <a:pt x="2450974" y="297749"/>
                  </a:lnTo>
                  <a:lnTo>
                    <a:pt x="2435363" y="297749"/>
                  </a:lnTo>
                  <a:lnTo>
                    <a:pt x="2419752" y="297749"/>
                  </a:lnTo>
                  <a:lnTo>
                    <a:pt x="2404140" y="297749"/>
                  </a:lnTo>
                  <a:lnTo>
                    <a:pt x="2388529" y="297749"/>
                  </a:lnTo>
                  <a:lnTo>
                    <a:pt x="2372918" y="297749"/>
                  </a:lnTo>
                  <a:lnTo>
                    <a:pt x="2357306" y="297749"/>
                  </a:lnTo>
                  <a:lnTo>
                    <a:pt x="2341695" y="297749"/>
                  </a:lnTo>
                  <a:lnTo>
                    <a:pt x="2326084" y="297749"/>
                  </a:lnTo>
                  <a:lnTo>
                    <a:pt x="2310472" y="297749"/>
                  </a:lnTo>
                  <a:lnTo>
                    <a:pt x="2294861" y="297749"/>
                  </a:lnTo>
                  <a:lnTo>
                    <a:pt x="2279250" y="297749"/>
                  </a:lnTo>
                  <a:lnTo>
                    <a:pt x="2263639" y="297749"/>
                  </a:lnTo>
                  <a:lnTo>
                    <a:pt x="2248027" y="297749"/>
                  </a:lnTo>
                  <a:lnTo>
                    <a:pt x="2232416" y="297749"/>
                  </a:lnTo>
                  <a:lnTo>
                    <a:pt x="2216805" y="297749"/>
                  </a:lnTo>
                  <a:lnTo>
                    <a:pt x="2201193" y="297749"/>
                  </a:lnTo>
                  <a:lnTo>
                    <a:pt x="2185582" y="297749"/>
                  </a:lnTo>
                  <a:lnTo>
                    <a:pt x="2169971" y="297749"/>
                  </a:lnTo>
                  <a:lnTo>
                    <a:pt x="2154359" y="297749"/>
                  </a:lnTo>
                  <a:lnTo>
                    <a:pt x="2138748" y="297749"/>
                  </a:lnTo>
                  <a:lnTo>
                    <a:pt x="2123137" y="297749"/>
                  </a:lnTo>
                  <a:lnTo>
                    <a:pt x="2107526" y="297749"/>
                  </a:lnTo>
                  <a:lnTo>
                    <a:pt x="2091914" y="297749"/>
                  </a:lnTo>
                  <a:lnTo>
                    <a:pt x="2076303" y="297749"/>
                  </a:lnTo>
                  <a:lnTo>
                    <a:pt x="2060692" y="297749"/>
                  </a:lnTo>
                  <a:lnTo>
                    <a:pt x="2045080" y="297749"/>
                  </a:lnTo>
                  <a:lnTo>
                    <a:pt x="2029469" y="297749"/>
                  </a:lnTo>
                  <a:lnTo>
                    <a:pt x="2013858" y="297749"/>
                  </a:lnTo>
                  <a:lnTo>
                    <a:pt x="1998246" y="297749"/>
                  </a:lnTo>
                  <a:lnTo>
                    <a:pt x="1982635" y="297749"/>
                  </a:lnTo>
                  <a:lnTo>
                    <a:pt x="1967024" y="297749"/>
                  </a:lnTo>
                  <a:lnTo>
                    <a:pt x="1951412" y="297749"/>
                  </a:lnTo>
                  <a:lnTo>
                    <a:pt x="1935801" y="297749"/>
                  </a:lnTo>
                  <a:lnTo>
                    <a:pt x="1920190" y="297749"/>
                  </a:lnTo>
                  <a:lnTo>
                    <a:pt x="1904579" y="297749"/>
                  </a:lnTo>
                  <a:lnTo>
                    <a:pt x="1888967" y="297749"/>
                  </a:lnTo>
                  <a:lnTo>
                    <a:pt x="1873356" y="297749"/>
                  </a:lnTo>
                  <a:lnTo>
                    <a:pt x="1857745" y="297749"/>
                  </a:lnTo>
                  <a:lnTo>
                    <a:pt x="1842133" y="297749"/>
                  </a:lnTo>
                  <a:lnTo>
                    <a:pt x="1826522" y="297749"/>
                  </a:lnTo>
                  <a:lnTo>
                    <a:pt x="1810911" y="297749"/>
                  </a:lnTo>
                  <a:lnTo>
                    <a:pt x="1795299" y="297749"/>
                  </a:lnTo>
                  <a:lnTo>
                    <a:pt x="1779688" y="297749"/>
                  </a:lnTo>
                  <a:lnTo>
                    <a:pt x="1764077" y="297749"/>
                  </a:lnTo>
                  <a:lnTo>
                    <a:pt x="1748466" y="297749"/>
                  </a:lnTo>
                  <a:lnTo>
                    <a:pt x="1732854" y="297749"/>
                  </a:lnTo>
                  <a:lnTo>
                    <a:pt x="1717243" y="297749"/>
                  </a:lnTo>
                  <a:lnTo>
                    <a:pt x="1701632" y="297749"/>
                  </a:lnTo>
                  <a:lnTo>
                    <a:pt x="1686020" y="297749"/>
                  </a:lnTo>
                  <a:lnTo>
                    <a:pt x="1670409" y="297749"/>
                  </a:lnTo>
                  <a:lnTo>
                    <a:pt x="1654798" y="297749"/>
                  </a:lnTo>
                  <a:lnTo>
                    <a:pt x="1639186" y="297749"/>
                  </a:lnTo>
                  <a:lnTo>
                    <a:pt x="1623575" y="297749"/>
                  </a:lnTo>
                  <a:lnTo>
                    <a:pt x="1607964" y="297749"/>
                  </a:lnTo>
                  <a:lnTo>
                    <a:pt x="1592352" y="297749"/>
                  </a:lnTo>
                  <a:lnTo>
                    <a:pt x="1576741" y="297749"/>
                  </a:lnTo>
                  <a:lnTo>
                    <a:pt x="1561130" y="297749"/>
                  </a:lnTo>
                  <a:lnTo>
                    <a:pt x="1545519" y="297749"/>
                  </a:lnTo>
                  <a:lnTo>
                    <a:pt x="1529907" y="297749"/>
                  </a:lnTo>
                  <a:lnTo>
                    <a:pt x="1514296" y="297749"/>
                  </a:lnTo>
                  <a:lnTo>
                    <a:pt x="1498685" y="297749"/>
                  </a:lnTo>
                  <a:lnTo>
                    <a:pt x="1483073" y="297749"/>
                  </a:lnTo>
                  <a:lnTo>
                    <a:pt x="1467462" y="297749"/>
                  </a:lnTo>
                  <a:lnTo>
                    <a:pt x="1451851" y="297749"/>
                  </a:lnTo>
                  <a:lnTo>
                    <a:pt x="1436239" y="297749"/>
                  </a:lnTo>
                  <a:lnTo>
                    <a:pt x="1420628" y="297749"/>
                  </a:lnTo>
                  <a:lnTo>
                    <a:pt x="1405017" y="297749"/>
                  </a:lnTo>
                  <a:lnTo>
                    <a:pt x="1389406" y="297749"/>
                  </a:lnTo>
                  <a:lnTo>
                    <a:pt x="1373794" y="297749"/>
                  </a:lnTo>
                  <a:lnTo>
                    <a:pt x="1358183" y="297749"/>
                  </a:lnTo>
                  <a:lnTo>
                    <a:pt x="1342572" y="297749"/>
                  </a:lnTo>
                  <a:lnTo>
                    <a:pt x="1326960" y="297749"/>
                  </a:lnTo>
                  <a:lnTo>
                    <a:pt x="1311349" y="297749"/>
                  </a:lnTo>
                  <a:lnTo>
                    <a:pt x="1295738" y="297749"/>
                  </a:lnTo>
                  <a:lnTo>
                    <a:pt x="1280126" y="297749"/>
                  </a:lnTo>
                  <a:lnTo>
                    <a:pt x="1264515" y="297749"/>
                  </a:lnTo>
                  <a:lnTo>
                    <a:pt x="1248904" y="297749"/>
                  </a:lnTo>
                  <a:lnTo>
                    <a:pt x="1233293" y="297749"/>
                  </a:lnTo>
                  <a:lnTo>
                    <a:pt x="1217681" y="297749"/>
                  </a:lnTo>
                  <a:lnTo>
                    <a:pt x="1202070" y="297749"/>
                  </a:lnTo>
                  <a:lnTo>
                    <a:pt x="1186459" y="297749"/>
                  </a:lnTo>
                  <a:lnTo>
                    <a:pt x="1170847" y="297749"/>
                  </a:lnTo>
                  <a:lnTo>
                    <a:pt x="1155236" y="297749"/>
                  </a:lnTo>
                  <a:lnTo>
                    <a:pt x="1139625" y="297749"/>
                  </a:lnTo>
                  <a:lnTo>
                    <a:pt x="1124013" y="297749"/>
                  </a:lnTo>
                  <a:lnTo>
                    <a:pt x="1108402" y="297749"/>
                  </a:lnTo>
                  <a:lnTo>
                    <a:pt x="1092791" y="297749"/>
                  </a:lnTo>
                  <a:lnTo>
                    <a:pt x="1077179" y="297749"/>
                  </a:lnTo>
                  <a:lnTo>
                    <a:pt x="1061568" y="297749"/>
                  </a:lnTo>
                  <a:lnTo>
                    <a:pt x="1045957" y="297749"/>
                  </a:lnTo>
                  <a:lnTo>
                    <a:pt x="1030346" y="297749"/>
                  </a:lnTo>
                  <a:lnTo>
                    <a:pt x="1014734" y="297749"/>
                  </a:lnTo>
                  <a:lnTo>
                    <a:pt x="999123" y="297749"/>
                  </a:lnTo>
                  <a:lnTo>
                    <a:pt x="983512" y="297749"/>
                  </a:lnTo>
                  <a:lnTo>
                    <a:pt x="967900" y="297749"/>
                  </a:lnTo>
                  <a:lnTo>
                    <a:pt x="952289" y="297749"/>
                  </a:lnTo>
                  <a:lnTo>
                    <a:pt x="936678" y="297749"/>
                  </a:lnTo>
                  <a:lnTo>
                    <a:pt x="921066" y="297749"/>
                  </a:lnTo>
                  <a:lnTo>
                    <a:pt x="905455" y="297749"/>
                  </a:lnTo>
                  <a:lnTo>
                    <a:pt x="889844" y="297749"/>
                  </a:lnTo>
                  <a:lnTo>
                    <a:pt x="874233" y="297749"/>
                  </a:lnTo>
                  <a:lnTo>
                    <a:pt x="858621" y="297749"/>
                  </a:lnTo>
                  <a:lnTo>
                    <a:pt x="843010" y="297749"/>
                  </a:lnTo>
                  <a:lnTo>
                    <a:pt x="827399" y="297749"/>
                  </a:lnTo>
                  <a:lnTo>
                    <a:pt x="811787" y="297749"/>
                  </a:lnTo>
                  <a:lnTo>
                    <a:pt x="796176" y="297749"/>
                  </a:lnTo>
                  <a:lnTo>
                    <a:pt x="780565" y="297749"/>
                  </a:lnTo>
                  <a:lnTo>
                    <a:pt x="764953" y="297749"/>
                  </a:lnTo>
                  <a:lnTo>
                    <a:pt x="749342" y="297749"/>
                  </a:lnTo>
                  <a:lnTo>
                    <a:pt x="733731" y="297749"/>
                  </a:lnTo>
                  <a:lnTo>
                    <a:pt x="718119" y="297749"/>
                  </a:lnTo>
                  <a:lnTo>
                    <a:pt x="702508" y="297749"/>
                  </a:lnTo>
                  <a:lnTo>
                    <a:pt x="686897" y="297749"/>
                  </a:lnTo>
                  <a:lnTo>
                    <a:pt x="671286" y="297749"/>
                  </a:lnTo>
                  <a:lnTo>
                    <a:pt x="655674" y="297749"/>
                  </a:lnTo>
                  <a:lnTo>
                    <a:pt x="640063" y="297749"/>
                  </a:lnTo>
                  <a:lnTo>
                    <a:pt x="624452" y="297749"/>
                  </a:lnTo>
                  <a:lnTo>
                    <a:pt x="608840" y="297749"/>
                  </a:lnTo>
                  <a:lnTo>
                    <a:pt x="593229" y="297749"/>
                  </a:lnTo>
                  <a:lnTo>
                    <a:pt x="577618" y="297749"/>
                  </a:lnTo>
                  <a:lnTo>
                    <a:pt x="562006" y="297749"/>
                  </a:lnTo>
                  <a:lnTo>
                    <a:pt x="546395" y="297749"/>
                  </a:lnTo>
                  <a:lnTo>
                    <a:pt x="530784" y="297749"/>
                  </a:lnTo>
                  <a:lnTo>
                    <a:pt x="515173" y="297749"/>
                  </a:lnTo>
                  <a:lnTo>
                    <a:pt x="499561" y="297749"/>
                  </a:lnTo>
                  <a:lnTo>
                    <a:pt x="483950" y="297749"/>
                  </a:lnTo>
                  <a:lnTo>
                    <a:pt x="468339" y="297749"/>
                  </a:lnTo>
                  <a:lnTo>
                    <a:pt x="452727" y="297749"/>
                  </a:lnTo>
                  <a:lnTo>
                    <a:pt x="437116" y="297749"/>
                  </a:lnTo>
                  <a:lnTo>
                    <a:pt x="421505" y="297749"/>
                  </a:lnTo>
                  <a:lnTo>
                    <a:pt x="405893" y="297749"/>
                  </a:lnTo>
                  <a:lnTo>
                    <a:pt x="390282" y="297749"/>
                  </a:lnTo>
                  <a:lnTo>
                    <a:pt x="374671" y="297749"/>
                  </a:lnTo>
                  <a:lnTo>
                    <a:pt x="359059" y="297749"/>
                  </a:lnTo>
                  <a:lnTo>
                    <a:pt x="343448" y="297749"/>
                  </a:lnTo>
                  <a:lnTo>
                    <a:pt x="327837" y="297749"/>
                  </a:lnTo>
                  <a:lnTo>
                    <a:pt x="312226" y="297749"/>
                  </a:lnTo>
                  <a:lnTo>
                    <a:pt x="296614" y="297749"/>
                  </a:lnTo>
                  <a:lnTo>
                    <a:pt x="281003" y="297749"/>
                  </a:lnTo>
                  <a:lnTo>
                    <a:pt x="265392" y="297749"/>
                  </a:lnTo>
                  <a:lnTo>
                    <a:pt x="249780" y="297749"/>
                  </a:lnTo>
                  <a:lnTo>
                    <a:pt x="234169" y="297749"/>
                  </a:lnTo>
                  <a:lnTo>
                    <a:pt x="218558" y="297749"/>
                  </a:lnTo>
                  <a:lnTo>
                    <a:pt x="202946" y="297749"/>
                  </a:lnTo>
                  <a:lnTo>
                    <a:pt x="187335" y="297749"/>
                  </a:lnTo>
                  <a:lnTo>
                    <a:pt x="171724" y="297749"/>
                  </a:lnTo>
                  <a:lnTo>
                    <a:pt x="156113" y="297749"/>
                  </a:lnTo>
                  <a:lnTo>
                    <a:pt x="140501" y="297749"/>
                  </a:lnTo>
                  <a:lnTo>
                    <a:pt x="124890" y="297749"/>
                  </a:lnTo>
                  <a:lnTo>
                    <a:pt x="109279" y="297749"/>
                  </a:lnTo>
                  <a:lnTo>
                    <a:pt x="93667" y="297749"/>
                  </a:lnTo>
                  <a:lnTo>
                    <a:pt x="78056" y="297749"/>
                  </a:lnTo>
                  <a:lnTo>
                    <a:pt x="62445" y="297749"/>
                  </a:lnTo>
                  <a:lnTo>
                    <a:pt x="46833" y="297749"/>
                  </a:lnTo>
                  <a:lnTo>
                    <a:pt x="31222" y="297749"/>
                  </a:lnTo>
                  <a:lnTo>
                    <a:pt x="15611" y="297749"/>
                  </a:lnTo>
                  <a:lnTo>
                    <a:pt x="0" y="297749"/>
                  </a:lnTo>
                  <a:close/>
                </a:path>
              </a:pathLst>
            </a:custGeom>
            <a:solidFill>
              <a:srgbClr val="8B2E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511292" y="5799685"/>
              <a:ext cx="6157342" cy="293356"/>
            </a:xfrm>
            <a:custGeom>
              <a:avLst/>
              <a:pathLst>
                <a:path w="6157342" h="293356">
                  <a:moveTo>
                    <a:pt x="0" y="292847"/>
                  </a:moveTo>
                  <a:lnTo>
                    <a:pt x="12314" y="292822"/>
                  </a:lnTo>
                  <a:lnTo>
                    <a:pt x="24629" y="292797"/>
                  </a:lnTo>
                  <a:lnTo>
                    <a:pt x="36944" y="292773"/>
                  </a:lnTo>
                  <a:lnTo>
                    <a:pt x="49258" y="292749"/>
                  </a:lnTo>
                  <a:lnTo>
                    <a:pt x="61573" y="292724"/>
                  </a:lnTo>
                  <a:lnTo>
                    <a:pt x="73888" y="292698"/>
                  </a:lnTo>
                  <a:lnTo>
                    <a:pt x="86202" y="292672"/>
                  </a:lnTo>
                  <a:lnTo>
                    <a:pt x="98517" y="292646"/>
                  </a:lnTo>
                  <a:lnTo>
                    <a:pt x="110832" y="292618"/>
                  </a:lnTo>
                  <a:lnTo>
                    <a:pt x="123146" y="292590"/>
                  </a:lnTo>
                  <a:lnTo>
                    <a:pt x="135461" y="292562"/>
                  </a:lnTo>
                  <a:lnTo>
                    <a:pt x="147776" y="292534"/>
                  </a:lnTo>
                  <a:lnTo>
                    <a:pt x="160090" y="292507"/>
                  </a:lnTo>
                  <a:lnTo>
                    <a:pt x="172405" y="292480"/>
                  </a:lnTo>
                  <a:lnTo>
                    <a:pt x="184720" y="292454"/>
                  </a:lnTo>
                  <a:lnTo>
                    <a:pt x="197034" y="292430"/>
                  </a:lnTo>
                  <a:lnTo>
                    <a:pt x="209349" y="292407"/>
                  </a:lnTo>
                  <a:lnTo>
                    <a:pt x="221664" y="292386"/>
                  </a:lnTo>
                  <a:lnTo>
                    <a:pt x="233979" y="292366"/>
                  </a:lnTo>
                  <a:lnTo>
                    <a:pt x="246293" y="292347"/>
                  </a:lnTo>
                  <a:lnTo>
                    <a:pt x="258608" y="292330"/>
                  </a:lnTo>
                  <a:lnTo>
                    <a:pt x="270923" y="292312"/>
                  </a:lnTo>
                  <a:lnTo>
                    <a:pt x="283237" y="292294"/>
                  </a:lnTo>
                  <a:lnTo>
                    <a:pt x="295552" y="292274"/>
                  </a:lnTo>
                  <a:lnTo>
                    <a:pt x="307867" y="292253"/>
                  </a:lnTo>
                  <a:lnTo>
                    <a:pt x="320181" y="292228"/>
                  </a:lnTo>
                  <a:lnTo>
                    <a:pt x="332496" y="292200"/>
                  </a:lnTo>
                  <a:lnTo>
                    <a:pt x="344811" y="292166"/>
                  </a:lnTo>
                  <a:lnTo>
                    <a:pt x="357125" y="292127"/>
                  </a:lnTo>
                  <a:lnTo>
                    <a:pt x="369440" y="292081"/>
                  </a:lnTo>
                  <a:lnTo>
                    <a:pt x="381755" y="292029"/>
                  </a:lnTo>
                  <a:lnTo>
                    <a:pt x="394069" y="291970"/>
                  </a:lnTo>
                  <a:lnTo>
                    <a:pt x="406384" y="291905"/>
                  </a:lnTo>
                  <a:lnTo>
                    <a:pt x="418699" y="291833"/>
                  </a:lnTo>
                  <a:lnTo>
                    <a:pt x="431013" y="291755"/>
                  </a:lnTo>
                  <a:lnTo>
                    <a:pt x="443328" y="291672"/>
                  </a:lnTo>
                  <a:lnTo>
                    <a:pt x="455643" y="291584"/>
                  </a:lnTo>
                  <a:lnTo>
                    <a:pt x="467958" y="291491"/>
                  </a:lnTo>
                  <a:lnTo>
                    <a:pt x="480272" y="291394"/>
                  </a:lnTo>
                  <a:lnTo>
                    <a:pt x="492587" y="291294"/>
                  </a:lnTo>
                  <a:lnTo>
                    <a:pt x="504902" y="291193"/>
                  </a:lnTo>
                  <a:lnTo>
                    <a:pt x="517216" y="291090"/>
                  </a:lnTo>
                  <a:lnTo>
                    <a:pt x="529531" y="290987"/>
                  </a:lnTo>
                  <a:lnTo>
                    <a:pt x="541846" y="290884"/>
                  </a:lnTo>
                  <a:lnTo>
                    <a:pt x="554160" y="290781"/>
                  </a:lnTo>
                  <a:lnTo>
                    <a:pt x="566475" y="290678"/>
                  </a:lnTo>
                  <a:lnTo>
                    <a:pt x="578790" y="290575"/>
                  </a:lnTo>
                  <a:lnTo>
                    <a:pt x="591104" y="290471"/>
                  </a:lnTo>
                  <a:lnTo>
                    <a:pt x="603419" y="290367"/>
                  </a:lnTo>
                  <a:lnTo>
                    <a:pt x="615734" y="290261"/>
                  </a:lnTo>
                  <a:lnTo>
                    <a:pt x="628048" y="290153"/>
                  </a:lnTo>
                  <a:lnTo>
                    <a:pt x="640363" y="290041"/>
                  </a:lnTo>
                  <a:lnTo>
                    <a:pt x="652678" y="289924"/>
                  </a:lnTo>
                  <a:lnTo>
                    <a:pt x="664993" y="289802"/>
                  </a:lnTo>
                  <a:lnTo>
                    <a:pt x="677307" y="289673"/>
                  </a:lnTo>
                  <a:lnTo>
                    <a:pt x="689622" y="289536"/>
                  </a:lnTo>
                  <a:lnTo>
                    <a:pt x="701937" y="289391"/>
                  </a:lnTo>
                  <a:lnTo>
                    <a:pt x="714251" y="289237"/>
                  </a:lnTo>
                  <a:lnTo>
                    <a:pt x="726566" y="289071"/>
                  </a:lnTo>
                  <a:lnTo>
                    <a:pt x="738881" y="288894"/>
                  </a:lnTo>
                  <a:lnTo>
                    <a:pt x="751195" y="288705"/>
                  </a:lnTo>
                  <a:lnTo>
                    <a:pt x="763510" y="288504"/>
                  </a:lnTo>
                  <a:lnTo>
                    <a:pt x="775825" y="288293"/>
                  </a:lnTo>
                  <a:lnTo>
                    <a:pt x="788139" y="288071"/>
                  </a:lnTo>
                  <a:lnTo>
                    <a:pt x="800454" y="287839"/>
                  </a:lnTo>
                  <a:lnTo>
                    <a:pt x="812769" y="287597"/>
                  </a:lnTo>
                  <a:lnTo>
                    <a:pt x="825083" y="287347"/>
                  </a:lnTo>
                  <a:lnTo>
                    <a:pt x="837398" y="287090"/>
                  </a:lnTo>
                  <a:lnTo>
                    <a:pt x="849713" y="286825"/>
                  </a:lnTo>
                  <a:lnTo>
                    <a:pt x="862027" y="286555"/>
                  </a:lnTo>
                  <a:lnTo>
                    <a:pt x="874342" y="286281"/>
                  </a:lnTo>
                  <a:lnTo>
                    <a:pt x="886657" y="286004"/>
                  </a:lnTo>
                  <a:lnTo>
                    <a:pt x="898972" y="285724"/>
                  </a:lnTo>
                  <a:lnTo>
                    <a:pt x="911286" y="285443"/>
                  </a:lnTo>
                  <a:lnTo>
                    <a:pt x="923601" y="285160"/>
                  </a:lnTo>
                  <a:lnTo>
                    <a:pt x="935916" y="284876"/>
                  </a:lnTo>
                  <a:lnTo>
                    <a:pt x="948230" y="284592"/>
                  </a:lnTo>
                  <a:lnTo>
                    <a:pt x="960545" y="284306"/>
                  </a:lnTo>
                  <a:lnTo>
                    <a:pt x="972860" y="284019"/>
                  </a:lnTo>
                  <a:lnTo>
                    <a:pt x="985174" y="283731"/>
                  </a:lnTo>
                  <a:lnTo>
                    <a:pt x="997489" y="283440"/>
                  </a:lnTo>
                  <a:lnTo>
                    <a:pt x="1009804" y="283146"/>
                  </a:lnTo>
                  <a:lnTo>
                    <a:pt x="1022118" y="282849"/>
                  </a:lnTo>
                  <a:lnTo>
                    <a:pt x="1034433" y="282548"/>
                  </a:lnTo>
                  <a:lnTo>
                    <a:pt x="1046748" y="282243"/>
                  </a:lnTo>
                  <a:lnTo>
                    <a:pt x="1059062" y="281933"/>
                  </a:lnTo>
                  <a:lnTo>
                    <a:pt x="1071377" y="281618"/>
                  </a:lnTo>
                  <a:lnTo>
                    <a:pt x="1083692" y="281299"/>
                  </a:lnTo>
                  <a:lnTo>
                    <a:pt x="1096007" y="280974"/>
                  </a:lnTo>
                  <a:lnTo>
                    <a:pt x="1108321" y="280646"/>
                  </a:lnTo>
                  <a:lnTo>
                    <a:pt x="1120636" y="280313"/>
                  </a:lnTo>
                  <a:lnTo>
                    <a:pt x="1132951" y="279977"/>
                  </a:lnTo>
                  <a:lnTo>
                    <a:pt x="1145265" y="279637"/>
                  </a:lnTo>
                  <a:lnTo>
                    <a:pt x="1157580" y="279295"/>
                  </a:lnTo>
                  <a:lnTo>
                    <a:pt x="1169895" y="278951"/>
                  </a:lnTo>
                  <a:lnTo>
                    <a:pt x="1182209" y="278605"/>
                  </a:lnTo>
                  <a:lnTo>
                    <a:pt x="1194524" y="278258"/>
                  </a:lnTo>
                  <a:lnTo>
                    <a:pt x="1206839" y="277911"/>
                  </a:lnTo>
                  <a:lnTo>
                    <a:pt x="1219153" y="277562"/>
                  </a:lnTo>
                  <a:lnTo>
                    <a:pt x="1231468" y="277212"/>
                  </a:lnTo>
                  <a:lnTo>
                    <a:pt x="1243783" y="276860"/>
                  </a:lnTo>
                  <a:lnTo>
                    <a:pt x="1256097" y="276507"/>
                  </a:lnTo>
                  <a:lnTo>
                    <a:pt x="1268412" y="276149"/>
                  </a:lnTo>
                  <a:lnTo>
                    <a:pt x="1280727" y="275787"/>
                  </a:lnTo>
                  <a:lnTo>
                    <a:pt x="1293041" y="275419"/>
                  </a:lnTo>
                  <a:lnTo>
                    <a:pt x="1305356" y="275043"/>
                  </a:lnTo>
                  <a:lnTo>
                    <a:pt x="1317671" y="274657"/>
                  </a:lnTo>
                  <a:lnTo>
                    <a:pt x="1329986" y="274259"/>
                  </a:lnTo>
                  <a:lnTo>
                    <a:pt x="1342300" y="273850"/>
                  </a:lnTo>
                  <a:lnTo>
                    <a:pt x="1354615" y="273427"/>
                  </a:lnTo>
                  <a:lnTo>
                    <a:pt x="1366930" y="272989"/>
                  </a:lnTo>
                  <a:lnTo>
                    <a:pt x="1379244" y="272537"/>
                  </a:lnTo>
                  <a:lnTo>
                    <a:pt x="1391559" y="272070"/>
                  </a:lnTo>
                  <a:lnTo>
                    <a:pt x="1403874" y="271587"/>
                  </a:lnTo>
                  <a:lnTo>
                    <a:pt x="1416188" y="271087"/>
                  </a:lnTo>
                  <a:lnTo>
                    <a:pt x="1428503" y="270571"/>
                  </a:lnTo>
                  <a:lnTo>
                    <a:pt x="1440818" y="270041"/>
                  </a:lnTo>
                  <a:lnTo>
                    <a:pt x="1453132" y="269498"/>
                  </a:lnTo>
                  <a:lnTo>
                    <a:pt x="1465447" y="268941"/>
                  </a:lnTo>
                  <a:lnTo>
                    <a:pt x="1477762" y="268372"/>
                  </a:lnTo>
                  <a:lnTo>
                    <a:pt x="1490076" y="267789"/>
                  </a:lnTo>
                  <a:lnTo>
                    <a:pt x="1502391" y="267192"/>
                  </a:lnTo>
                  <a:lnTo>
                    <a:pt x="1514706" y="266578"/>
                  </a:lnTo>
                  <a:lnTo>
                    <a:pt x="1527021" y="265947"/>
                  </a:lnTo>
                  <a:lnTo>
                    <a:pt x="1539335" y="265295"/>
                  </a:lnTo>
                  <a:lnTo>
                    <a:pt x="1551650" y="264612"/>
                  </a:lnTo>
                  <a:lnTo>
                    <a:pt x="1563965" y="263899"/>
                  </a:lnTo>
                  <a:lnTo>
                    <a:pt x="1576279" y="263151"/>
                  </a:lnTo>
                  <a:lnTo>
                    <a:pt x="1588594" y="262366"/>
                  </a:lnTo>
                  <a:lnTo>
                    <a:pt x="1600909" y="261538"/>
                  </a:lnTo>
                  <a:lnTo>
                    <a:pt x="1613223" y="260665"/>
                  </a:lnTo>
                  <a:lnTo>
                    <a:pt x="1625538" y="259744"/>
                  </a:lnTo>
                  <a:lnTo>
                    <a:pt x="1637853" y="258771"/>
                  </a:lnTo>
                  <a:lnTo>
                    <a:pt x="1650167" y="257748"/>
                  </a:lnTo>
                  <a:lnTo>
                    <a:pt x="1662482" y="256670"/>
                  </a:lnTo>
                  <a:lnTo>
                    <a:pt x="1674797" y="255535"/>
                  </a:lnTo>
                  <a:lnTo>
                    <a:pt x="1687111" y="254349"/>
                  </a:lnTo>
                  <a:lnTo>
                    <a:pt x="1699426" y="253121"/>
                  </a:lnTo>
                  <a:lnTo>
                    <a:pt x="1711741" y="251857"/>
                  </a:lnTo>
                  <a:lnTo>
                    <a:pt x="1724055" y="250565"/>
                  </a:lnTo>
                  <a:lnTo>
                    <a:pt x="1736370" y="249251"/>
                  </a:lnTo>
                  <a:lnTo>
                    <a:pt x="1748685" y="247924"/>
                  </a:lnTo>
                  <a:lnTo>
                    <a:pt x="1761000" y="246593"/>
                  </a:lnTo>
                  <a:lnTo>
                    <a:pt x="1773314" y="245266"/>
                  </a:lnTo>
                  <a:lnTo>
                    <a:pt x="1785629" y="243954"/>
                  </a:lnTo>
                  <a:lnTo>
                    <a:pt x="1797944" y="242665"/>
                  </a:lnTo>
                  <a:lnTo>
                    <a:pt x="1810258" y="241409"/>
                  </a:lnTo>
                  <a:lnTo>
                    <a:pt x="1822573" y="240193"/>
                  </a:lnTo>
                  <a:lnTo>
                    <a:pt x="1834888" y="239020"/>
                  </a:lnTo>
                  <a:lnTo>
                    <a:pt x="1847202" y="237891"/>
                  </a:lnTo>
                  <a:lnTo>
                    <a:pt x="1859517" y="236810"/>
                  </a:lnTo>
                  <a:lnTo>
                    <a:pt x="1871832" y="235777"/>
                  </a:lnTo>
                  <a:lnTo>
                    <a:pt x="1884146" y="234791"/>
                  </a:lnTo>
                  <a:lnTo>
                    <a:pt x="1896461" y="233850"/>
                  </a:lnTo>
                  <a:lnTo>
                    <a:pt x="1908776" y="232957"/>
                  </a:lnTo>
                  <a:lnTo>
                    <a:pt x="1921090" y="232103"/>
                  </a:lnTo>
                  <a:lnTo>
                    <a:pt x="1933405" y="231284"/>
                  </a:lnTo>
                  <a:lnTo>
                    <a:pt x="1945720" y="230498"/>
                  </a:lnTo>
                  <a:lnTo>
                    <a:pt x="1958034" y="229740"/>
                  </a:lnTo>
                  <a:lnTo>
                    <a:pt x="1970349" y="229005"/>
                  </a:lnTo>
                  <a:lnTo>
                    <a:pt x="1982664" y="228290"/>
                  </a:lnTo>
                  <a:lnTo>
                    <a:pt x="1994979" y="227590"/>
                  </a:lnTo>
                  <a:lnTo>
                    <a:pt x="2007293" y="226904"/>
                  </a:lnTo>
                  <a:lnTo>
                    <a:pt x="2019608" y="226231"/>
                  </a:lnTo>
                  <a:lnTo>
                    <a:pt x="2031923" y="225567"/>
                  </a:lnTo>
                  <a:lnTo>
                    <a:pt x="2044237" y="224909"/>
                  </a:lnTo>
                  <a:lnTo>
                    <a:pt x="2056552" y="224255"/>
                  </a:lnTo>
                  <a:lnTo>
                    <a:pt x="2068867" y="223603"/>
                  </a:lnTo>
                  <a:lnTo>
                    <a:pt x="2081181" y="222948"/>
                  </a:lnTo>
                  <a:lnTo>
                    <a:pt x="2093496" y="222285"/>
                  </a:lnTo>
                  <a:lnTo>
                    <a:pt x="2105811" y="221609"/>
                  </a:lnTo>
                  <a:lnTo>
                    <a:pt x="2118125" y="220912"/>
                  </a:lnTo>
                  <a:lnTo>
                    <a:pt x="2130440" y="220188"/>
                  </a:lnTo>
                  <a:lnTo>
                    <a:pt x="2142755" y="219421"/>
                  </a:lnTo>
                  <a:lnTo>
                    <a:pt x="2155069" y="218603"/>
                  </a:lnTo>
                  <a:lnTo>
                    <a:pt x="2167384" y="217724"/>
                  </a:lnTo>
                  <a:lnTo>
                    <a:pt x="2179699" y="216770"/>
                  </a:lnTo>
                  <a:lnTo>
                    <a:pt x="2192014" y="215729"/>
                  </a:lnTo>
                  <a:lnTo>
                    <a:pt x="2204328" y="214584"/>
                  </a:lnTo>
                  <a:lnTo>
                    <a:pt x="2216643" y="213318"/>
                  </a:lnTo>
                  <a:lnTo>
                    <a:pt x="2228958" y="211913"/>
                  </a:lnTo>
                  <a:lnTo>
                    <a:pt x="2241272" y="210365"/>
                  </a:lnTo>
                  <a:lnTo>
                    <a:pt x="2253587" y="208659"/>
                  </a:lnTo>
                  <a:lnTo>
                    <a:pt x="2265902" y="206769"/>
                  </a:lnTo>
                  <a:lnTo>
                    <a:pt x="2278216" y="204706"/>
                  </a:lnTo>
                  <a:lnTo>
                    <a:pt x="2290531" y="202464"/>
                  </a:lnTo>
                  <a:lnTo>
                    <a:pt x="2302846" y="200039"/>
                  </a:lnTo>
                  <a:lnTo>
                    <a:pt x="2315160" y="197430"/>
                  </a:lnTo>
                  <a:lnTo>
                    <a:pt x="2327475" y="194636"/>
                  </a:lnTo>
                  <a:lnTo>
                    <a:pt x="2339790" y="191656"/>
                  </a:lnTo>
                  <a:lnTo>
                    <a:pt x="2352104" y="188484"/>
                  </a:lnTo>
                  <a:lnTo>
                    <a:pt x="2364419" y="185130"/>
                  </a:lnTo>
                  <a:lnTo>
                    <a:pt x="2376734" y="181596"/>
                  </a:lnTo>
                  <a:lnTo>
                    <a:pt x="2389048" y="177894"/>
                  </a:lnTo>
                  <a:lnTo>
                    <a:pt x="2401363" y="174040"/>
                  </a:lnTo>
                  <a:lnTo>
                    <a:pt x="2413678" y="170039"/>
                  </a:lnTo>
                  <a:lnTo>
                    <a:pt x="2425993" y="165896"/>
                  </a:lnTo>
                  <a:lnTo>
                    <a:pt x="2438307" y="161618"/>
                  </a:lnTo>
                  <a:lnTo>
                    <a:pt x="2450622" y="157209"/>
                  </a:lnTo>
                  <a:lnTo>
                    <a:pt x="2462937" y="152674"/>
                  </a:lnTo>
                  <a:lnTo>
                    <a:pt x="2475251" y="148017"/>
                  </a:lnTo>
                  <a:lnTo>
                    <a:pt x="2487566" y="143233"/>
                  </a:lnTo>
                  <a:lnTo>
                    <a:pt x="2499881" y="138329"/>
                  </a:lnTo>
                  <a:lnTo>
                    <a:pt x="2512195" y="133329"/>
                  </a:lnTo>
                  <a:lnTo>
                    <a:pt x="2524510" y="128244"/>
                  </a:lnTo>
                  <a:lnTo>
                    <a:pt x="2536825" y="123087"/>
                  </a:lnTo>
                  <a:lnTo>
                    <a:pt x="2549139" y="117873"/>
                  </a:lnTo>
                  <a:lnTo>
                    <a:pt x="2561454" y="112618"/>
                  </a:lnTo>
                  <a:lnTo>
                    <a:pt x="2573769" y="107341"/>
                  </a:lnTo>
                  <a:lnTo>
                    <a:pt x="2586083" y="102063"/>
                  </a:lnTo>
                  <a:lnTo>
                    <a:pt x="2598398" y="96807"/>
                  </a:lnTo>
                  <a:lnTo>
                    <a:pt x="2610713" y="91601"/>
                  </a:lnTo>
                  <a:lnTo>
                    <a:pt x="2623028" y="86491"/>
                  </a:lnTo>
                  <a:lnTo>
                    <a:pt x="2635342" y="81494"/>
                  </a:lnTo>
                  <a:lnTo>
                    <a:pt x="2647657" y="76632"/>
                  </a:lnTo>
                  <a:lnTo>
                    <a:pt x="2659972" y="71928"/>
                  </a:lnTo>
                  <a:lnTo>
                    <a:pt x="2672286" y="67403"/>
                  </a:lnTo>
                  <a:lnTo>
                    <a:pt x="2684601" y="63075"/>
                  </a:lnTo>
                  <a:lnTo>
                    <a:pt x="2696916" y="58959"/>
                  </a:lnTo>
                  <a:lnTo>
                    <a:pt x="2709230" y="55067"/>
                  </a:lnTo>
                  <a:lnTo>
                    <a:pt x="2721545" y="51409"/>
                  </a:lnTo>
                  <a:lnTo>
                    <a:pt x="2733860" y="48015"/>
                  </a:lnTo>
                  <a:lnTo>
                    <a:pt x="2746174" y="44879"/>
                  </a:lnTo>
                  <a:lnTo>
                    <a:pt x="2758489" y="41996"/>
                  </a:lnTo>
                  <a:lnTo>
                    <a:pt x="2770804" y="39347"/>
                  </a:lnTo>
                  <a:lnTo>
                    <a:pt x="2783118" y="36915"/>
                  </a:lnTo>
                  <a:lnTo>
                    <a:pt x="2795433" y="34691"/>
                  </a:lnTo>
                  <a:lnTo>
                    <a:pt x="2807748" y="32663"/>
                  </a:lnTo>
                  <a:lnTo>
                    <a:pt x="2820062" y="30816"/>
                  </a:lnTo>
                  <a:lnTo>
                    <a:pt x="2832377" y="29139"/>
                  </a:lnTo>
                  <a:lnTo>
                    <a:pt x="2844692" y="27623"/>
                  </a:lnTo>
                  <a:lnTo>
                    <a:pt x="2857007" y="26264"/>
                  </a:lnTo>
                  <a:lnTo>
                    <a:pt x="2869321" y="25034"/>
                  </a:lnTo>
                  <a:lnTo>
                    <a:pt x="2881636" y="23931"/>
                  </a:lnTo>
                  <a:lnTo>
                    <a:pt x="2893951" y="22942"/>
                  </a:lnTo>
                  <a:lnTo>
                    <a:pt x="2906265" y="22053"/>
                  </a:lnTo>
                  <a:lnTo>
                    <a:pt x="2918580" y="21251"/>
                  </a:lnTo>
                  <a:lnTo>
                    <a:pt x="2930895" y="20528"/>
                  </a:lnTo>
                  <a:lnTo>
                    <a:pt x="2943209" y="19872"/>
                  </a:lnTo>
                  <a:lnTo>
                    <a:pt x="2955524" y="19272"/>
                  </a:lnTo>
                  <a:lnTo>
                    <a:pt x="2967839" y="18717"/>
                  </a:lnTo>
                  <a:lnTo>
                    <a:pt x="2980153" y="18187"/>
                  </a:lnTo>
                  <a:lnTo>
                    <a:pt x="2992468" y="17665"/>
                  </a:lnTo>
                  <a:lnTo>
                    <a:pt x="3004783" y="17131"/>
                  </a:lnTo>
                  <a:lnTo>
                    <a:pt x="3017097" y="16565"/>
                  </a:lnTo>
                  <a:lnTo>
                    <a:pt x="3029412" y="15947"/>
                  </a:lnTo>
                  <a:lnTo>
                    <a:pt x="3041727" y="15261"/>
                  </a:lnTo>
                  <a:lnTo>
                    <a:pt x="3054042" y="14495"/>
                  </a:lnTo>
                  <a:lnTo>
                    <a:pt x="3066356" y="13640"/>
                  </a:lnTo>
                  <a:lnTo>
                    <a:pt x="3078671" y="12689"/>
                  </a:lnTo>
                  <a:lnTo>
                    <a:pt x="3090986" y="11632"/>
                  </a:lnTo>
                  <a:lnTo>
                    <a:pt x="3103300" y="10488"/>
                  </a:lnTo>
                  <a:lnTo>
                    <a:pt x="3115615" y="9272"/>
                  </a:lnTo>
                  <a:lnTo>
                    <a:pt x="3127930" y="8003"/>
                  </a:lnTo>
                  <a:lnTo>
                    <a:pt x="3140244" y="6707"/>
                  </a:lnTo>
                  <a:lnTo>
                    <a:pt x="3152559" y="5418"/>
                  </a:lnTo>
                  <a:lnTo>
                    <a:pt x="3164874" y="4176"/>
                  </a:lnTo>
                  <a:lnTo>
                    <a:pt x="3177188" y="3022"/>
                  </a:lnTo>
                  <a:lnTo>
                    <a:pt x="3189503" y="1994"/>
                  </a:lnTo>
                  <a:lnTo>
                    <a:pt x="3201818" y="1141"/>
                  </a:lnTo>
                  <a:lnTo>
                    <a:pt x="3214132" y="511"/>
                  </a:lnTo>
                  <a:lnTo>
                    <a:pt x="3226447" y="122"/>
                  </a:lnTo>
                  <a:lnTo>
                    <a:pt x="3238762" y="0"/>
                  </a:lnTo>
                  <a:lnTo>
                    <a:pt x="3251076" y="163"/>
                  </a:lnTo>
                  <a:lnTo>
                    <a:pt x="3263391" y="624"/>
                  </a:lnTo>
                  <a:lnTo>
                    <a:pt x="3275706" y="1396"/>
                  </a:lnTo>
                  <a:lnTo>
                    <a:pt x="3288021" y="2486"/>
                  </a:lnTo>
                  <a:lnTo>
                    <a:pt x="3300335" y="3886"/>
                  </a:lnTo>
                  <a:lnTo>
                    <a:pt x="3312650" y="5554"/>
                  </a:lnTo>
                  <a:lnTo>
                    <a:pt x="3324965" y="7489"/>
                  </a:lnTo>
                  <a:lnTo>
                    <a:pt x="3337279" y="9635"/>
                  </a:lnTo>
                  <a:lnTo>
                    <a:pt x="3349594" y="11952"/>
                  </a:lnTo>
                  <a:lnTo>
                    <a:pt x="3361909" y="14404"/>
                  </a:lnTo>
                  <a:lnTo>
                    <a:pt x="3374223" y="16953"/>
                  </a:lnTo>
                  <a:lnTo>
                    <a:pt x="3386538" y="19562"/>
                  </a:lnTo>
                  <a:lnTo>
                    <a:pt x="3398853" y="22195"/>
                  </a:lnTo>
                  <a:lnTo>
                    <a:pt x="3411167" y="24815"/>
                  </a:lnTo>
                  <a:lnTo>
                    <a:pt x="3423482" y="27383"/>
                  </a:lnTo>
                  <a:lnTo>
                    <a:pt x="3435797" y="29864"/>
                  </a:lnTo>
                  <a:lnTo>
                    <a:pt x="3448111" y="32221"/>
                  </a:lnTo>
                  <a:lnTo>
                    <a:pt x="3460426" y="34444"/>
                  </a:lnTo>
                  <a:lnTo>
                    <a:pt x="3472741" y="36517"/>
                  </a:lnTo>
                  <a:lnTo>
                    <a:pt x="3485055" y="38426"/>
                  </a:lnTo>
                  <a:lnTo>
                    <a:pt x="3497370" y="40163"/>
                  </a:lnTo>
                  <a:lnTo>
                    <a:pt x="3509685" y="41720"/>
                  </a:lnTo>
                  <a:lnTo>
                    <a:pt x="3522000" y="43095"/>
                  </a:lnTo>
                  <a:lnTo>
                    <a:pt x="3534314" y="44286"/>
                  </a:lnTo>
                  <a:lnTo>
                    <a:pt x="3546629" y="45294"/>
                  </a:lnTo>
                  <a:lnTo>
                    <a:pt x="3558944" y="46093"/>
                  </a:lnTo>
                  <a:lnTo>
                    <a:pt x="3571258" y="46717"/>
                  </a:lnTo>
                  <a:lnTo>
                    <a:pt x="3583573" y="47189"/>
                  </a:lnTo>
                  <a:lnTo>
                    <a:pt x="3595888" y="47522"/>
                  </a:lnTo>
                  <a:lnTo>
                    <a:pt x="3608202" y="47729"/>
                  </a:lnTo>
                  <a:lnTo>
                    <a:pt x="3620517" y="47827"/>
                  </a:lnTo>
                  <a:lnTo>
                    <a:pt x="3632832" y="47829"/>
                  </a:lnTo>
                  <a:lnTo>
                    <a:pt x="3645146" y="47751"/>
                  </a:lnTo>
                  <a:lnTo>
                    <a:pt x="3657461" y="47607"/>
                  </a:lnTo>
                  <a:lnTo>
                    <a:pt x="3669776" y="47411"/>
                  </a:lnTo>
                  <a:lnTo>
                    <a:pt x="3682090" y="47172"/>
                  </a:lnTo>
                  <a:lnTo>
                    <a:pt x="3694405" y="46904"/>
                  </a:lnTo>
                  <a:lnTo>
                    <a:pt x="3706720" y="46617"/>
                  </a:lnTo>
                  <a:lnTo>
                    <a:pt x="3719035" y="46314"/>
                  </a:lnTo>
                  <a:lnTo>
                    <a:pt x="3731349" y="45997"/>
                  </a:lnTo>
                  <a:lnTo>
                    <a:pt x="3743664" y="45662"/>
                  </a:lnTo>
                  <a:lnTo>
                    <a:pt x="3755979" y="45309"/>
                  </a:lnTo>
                  <a:lnTo>
                    <a:pt x="3768293" y="44931"/>
                  </a:lnTo>
                  <a:lnTo>
                    <a:pt x="3780608" y="44524"/>
                  </a:lnTo>
                  <a:lnTo>
                    <a:pt x="3792923" y="44080"/>
                  </a:lnTo>
                  <a:lnTo>
                    <a:pt x="3805237" y="43591"/>
                  </a:lnTo>
                  <a:lnTo>
                    <a:pt x="3817552" y="43056"/>
                  </a:lnTo>
                  <a:lnTo>
                    <a:pt x="3829867" y="42472"/>
                  </a:lnTo>
                  <a:lnTo>
                    <a:pt x="3842181" y="41846"/>
                  </a:lnTo>
                  <a:lnTo>
                    <a:pt x="3854496" y="41184"/>
                  </a:lnTo>
                  <a:lnTo>
                    <a:pt x="3866811" y="40496"/>
                  </a:lnTo>
                  <a:lnTo>
                    <a:pt x="3879125" y="39796"/>
                  </a:lnTo>
                  <a:lnTo>
                    <a:pt x="3891440" y="39099"/>
                  </a:lnTo>
                  <a:lnTo>
                    <a:pt x="3903755" y="38425"/>
                  </a:lnTo>
                  <a:lnTo>
                    <a:pt x="3916069" y="37801"/>
                  </a:lnTo>
                  <a:lnTo>
                    <a:pt x="3928384" y="37253"/>
                  </a:lnTo>
                  <a:lnTo>
                    <a:pt x="3940699" y="36802"/>
                  </a:lnTo>
                  <a:lnTo>
                    <a:pt x="3953014" y="36484"/>
                  </a:lnTo>
                  <a:lnTo>
                    <a:pt x="3965328" y="36324"/>
                  </a:lnTo>
                  <a:lnTo>
                    <a:pt x="3977643" y="36340"/>
                  </a:lnTo>
                  <a:lnTo>
                    <a:pt x="3989958" y="36546"/>
                  </a:lnTo>
                  <a:lnTo>
                    <a:pt x="4002272" y="36957"/>
                  </a:lnTo>
                  <a:lnTo>
                    <a:pt x="4014587" y="37585"/>
                  </a:lnTo>
                  <a:lnTo>
                    <a:pt x="4026902" y="38442"/>
                  </a:lnTo>
                  <a:lnTo>
                    <a:pt x="4039216" y="39551"/>
                  </a:lnTo>
                  <a:lnTo>
                    <a:pt x="4051531" y="40885"/>
                  </a:lnTo>
                  <a:lnTo>
                    <a:pt x="4063846" y="42439"/>
                  </a:lnTo>
                  <a:lnTo>
                    <a:pt x="4076160" y="44205"/>
                  </a:lnTo>
                  <a:lnTo>
                    <a:pt x="4088475" y="46183"/>
                  </a:lnTo>
                  <a:lnTo>
                    <a:pt x="4100790" y="48356"/>
                  </a:lnTo>
                  <a:lnTo>
                    <a:pt x="4113104" y="50696"/>
                  </a:lnTo>
                  <a:lnTo>
                    <a:pt x="4125419" y="53184"/>
                  </a:lnTo>
                  <a:lnTo>
                    <a:pt x="4137734" y="55804"/>
                  </a:lnTo>
                  <a:lnTo>
                    <a:pt x="4150049" y="58546"/>
                  </a:lnTo>
                  <a:lnTo>
                    <a:pt x="4162363" y="61389"/>
                  </a:lnTo>
                  <a:lnTo>
                    <a:pt x="4174678" y="64311"/>
                  </a:lnTo>
                  <a:lnTo>
                    <a:pt x="4186993" y="67300"/>
                  </a:lnTo>
                  <a:lnTo>
                    <a:pt x="4199307" y="70344"/>
                  </a:lnTo>
                  <a:lnTo>
                    <a:pt x="4211622" y="73433"/>
                  </a:lnTo>
                  <a:lnTo>
                    <a:pt x="4223937" y="76559"/>
                  </a:lnTo>
                  <a:lnTo>
                    <a:pt x="4236251" y="79716"/>
                  </a:lnTo>
                  <a:lnTo>
                    <a:pt x="4248566" y="82893"/>
                  </a:lnTo>
                  <a:lnTo>
                    <a:pt x="4260881" y="86088"/>
                  </a:lnTo>
                  <a:lnTo>
                    <a:pt x="4273195" y="89297"/>
                  </a:lnTo>
                  <a:lnTo>
                    <a:pt x="4285510" y="92515"/>
                  </a:lnTo>
                  <a:lnTo>
                    <a:pt x="4297825" y="95738"/>
                  </a:lnTo>
                  <a:lnTo>
                    <a:pt x="4310139" y="98964"/>
                  </a:lnTo>
                  <a:lnTo>
                    <a:pt x="4322454" y="102189"/>
                  </a:lnTo>
                  <a:lnTo>
                    <a:pt x="4334769" y="105410"/>
                  </a:lnTo>
                  <a:lnTo>
                    <a:pt x="4347083" y="108624"/>
                  </a:lnTo>
                  <a:lnTo>
                    <a:pt x="4359398" y="111824"/>
                  </a:lnTo>
                  <a:lnTo>
                    <a:pt x="4371713" y="115006"/>
                  </a:lnTo>
                  <a:lnTo>
                    <a:pt x="4384028" y="118164"/>
                  </a:lnTo>
                  <a:lnTo>
                    <a:pt x="4396342" y="121292"/>
                  </a:lnTo>
                  <a:lnTo>
                    <a:pt x="4408657" y="124386"/>
                  </a:lnTo>
                  <a:lnTo>
                    <a:pt x="4420972" y="127442"/>
                  </a:lnTo>
                  <a:lnTo>
                    <a:pt x="4433286" y="130456"/>
                  </a:lnTo>
                  <a:lnTo>
                    <a:pt x="4445601" y="133423"/>
                  </a:lnTo>
                  <a:lnTo>
                    <a:pt x="4457916" y="136340"/>
                  </a:lnTo>
                  <a:lnTo>
                    <a:pt x="4470230" y="139205"/>
                  </a:lnTo>
                  <a:lnTo>
                    <a:pt x="4482545" y="142014"/>
                  </a:lnTo>
                  <a:lnTo>
                    <a:pt x="4494860" y="144762"/>
                  </a:lnTo>
                  <a:lnTo>
                    <a:pt x="4507174" y="147446"/>
                  </a:lnTo>
                  <a:lnTo>
                    <a:pt x="4519489" y="150074"/>
                  </a:lnTo>
                  <a:lnTo>
                    <a:pt x="4531804" y="152650"/>
                  </a:lnTo>
                  <a:lnTo>
                    <a:pt x="4544118" y="155178"/>
                  </a:lnTo>
                  <a:lnTo>
                    <a:pt x="4556433" y="157661"/>
                  </a:lnTo>
                  <a:lnTo>
                    <a:pt x="4568748" y="160103"/>
                  </a:lnTo>
                  <a:lnTo>
                    <a:pt x="4581063" y="162510"/>
                  </a:lnTo>
                  <a:lnTo>
                    <a:pt x="4593377" y="164885"/>
                  </a:lnTo>
                  <a:lnTo>
                    <a:pt x="4605692" y="167232"/>
                  </a:lnTo>
                  <a:lnTo>
                    <a:pt x="4618007" y="169556"/>
                  </a:lnTo>
                  <a:lnTo>
                    <a:pt x="4630321" y="171854"/>
                  </a:lnTo>
                  <a:lnTo>
                    <a:pt x="4642636" y="174135"/>
                  </a:lnTo>
                  <a:lnTo>
                    <a:pt x="4654951" y="176399"/>
                  </a:lnTo>
                  <a:lnTo>
                    <a:pt x="4667265" y="178645"/>
                  </a:lnTo>
                  <a:lnTo>
                    <a:pt x="4679580" y="180872"/>
                  </a:lnTo>
                  <a:lnTo>
                    <a:pt x="4691895" y="183077"/>
                  </a:lnTo>
                  <a:lnTo>
                    <a:pt x="4704209" y="185259"/>
                  </a:lnTo>
                  <a:lnTo>
                    <a:pt x="4716524" y="187415"/>
                  </a:lnTo>
                  <a:lnTo>
                    <a:pt x="4728839" y="189541"/>
                  </a:lnTo>
                  <a:lnTo>
                    <a:pt x="4741153" y="191634"/>
                  </a:lnTo>
                  <a:lnTo>
                    <a:pt x="4753468" y="193690"/>
                  </a:lnTo>
                  <a:lnTo>
                    <a:pt x="4765783" y="195710"/>
                  </a:lnTo>
                  <a:lnTo>
                    <a:pt x="4778097" y="197697"/>
                  </a:lnTo>
                  <a:lnTo>
                    <a:pt x="4790412" y="199655"/>
                  </a:lnTo>
                  <a:lnTo>
                    <a:pt x="4802727" y="201588"/>
                  </a:lnTo>
                  <a:lnTo>
                    <a:pt x="4815042" y="203502"/>
                  </a:lnTo>
                  <a:lnTo>
                    <a:pt x="4827356" y="205402"/>
                  </a:lnTo>
                  <a:lnTo>
                    <a:pt x="4839671" y="207296"/>
                  </a:lnTo>
                  <a:lnTo>
                    <a:pt x="4851986" y="209191"/>
                  </a:lnTo>
                  <a:lnTo>
                    <a:pt x="4864300" y="211096"/>
                  </a:lnTo>
                  <a:lnTo>
                    <a:pt x="4876615" y="213019"/>
                  </a:lnTo>
                  <a:lnTo>
                    <a:pt x="4888930" y="214966"/>
                  </a:lnTo>
                  <a:lnTo>
                    <a:pt x="4901244" y="216945"/>
                  </a:lnTo>
                  <a:lnTo>
                    <a:pt x="4913559" y="218958"/>
                  </a:lnTo>
                  <a:lnTo>
                    <a:pt x="4925874" y="221005"/>
                  </a:lnTo>
                  <a:lnTo>
                    <a:pt x="4938188" y="223086"/>
                  </a:lnTo>
                  <a:lnTo>
                    <a:pt x="4950503" y="225201"/>
                  </a:lnTo>
                  <a:lnTo>
                    <a:pt x="4962818" y="227345"/>
                  </a:lnTo>
                  <a:lnTo>
                    <a:pt x="4975132" y="229517"/>
                  </a:lnTo>
                  <a:lnTo>
                    <a:pt x="4987447" y="231710"/>
                  </a:lnTo>
                  <a:lnTo>
                    <a:pt x="4999762" y="233917"/>
                  </a:lnTo>
                  <a:lnTo>
                    <a:pt x="5012076" y="236131"/>
                  </a:lnTo>
                  <a:lnTo>
                    <a:pt x="5024391" y="238344"/>
                  </a:lnTo>
                  <a:lnTo>
                    <a:pt x="5036706" y="240550"/>
                  </a:lnTo>
                  <a:lnTo>
                    <a:pt x="5049021" y="242741"/>
                  </a:lnTo>
                  <a:lnTo>
                    <a:pt x="5061335" y="244914"/>
                  </a:lnTo>
                  <a:lnTo>
                    <a:pt x="5073650" y="247062"/>
                  </a:lnTo>
                  <a:lnTo>
                    <a:pt x="5085965" y="249181"/>
                  </a:lnTo>
                  <a:lnTo>
                    <a:pt x="5098279" y="251265"/>
                  </a:lnTo>
                  <a:lnTo>
                    <a:pt x="5110594" y="253312"/>
                  </a:lnTo>
                  <a:lnTo>
                    <a:pt x="5122909" y="255319"/>
                  </a:lnTo>
                  <a:lnTo>
                    <a:pt x="5135223" y="257285"/>
                  </a:lnTo>
                  <a:lnTo>
                    <a:pt x="5147538" y="259208"/>
                  </a:lnTo>
                  <a:lnTo>
                    <a:pt x="5159853" y="261081"/>
                  </a:lnTo>
                  <a:lnTo>
                    <a:pt x="5172167" y="262901"/>
                  </a:lnTo>
                  <a:lnTo>
                    <a:pt x="5184482" y="264669"/>
                  </a:lnTo>
                  <a:lnTo>
                    <a:pt x="5196797" y="266383"/>
                  </a:lnTo>
                  <a:lnTo>
                    <a:pt x="5209111" y="268036"/>
                  </a:lnTo>
                  <a:lnTo>
                    <a:pt x="5221426" y="269621"/>
                  </a:lnTo>
                  <a:lnTo>
                    <a:pt x="5233741" y="271139"/>
                  </a:lnTo>
                  <a:lnTo>
                    <a:pt x="5246056" y="272587"/>
                  </a:lnTo>
                  <a:lnTo>
                    <a:pt x="5258370" y="273962"/>
                  </a:lnTo>
                  <a:lnTo>
                    <a:pt x="5270685" y="275259"/>
                  </a:lnTo>
                  <a:lnTo>
                    <a:pt x="5283000" y="276474"/>
                  </a:lnTo>
                  <a:lnTo>
                    <a:pt x="5295314" y="277602"/>
                  </a:lnTo>
                  <a:lnTo>
                    <a:pt x="5307629" y="278636"/>
                  </a:lnTo>
                  <a:lnTo>
                    <a:pt x="5319944" y="279584"/>
                  </a:lnTo>
                  <a:lnTo>
                    <a:pt x="5332258" y="280439"/>
                  </a:lnTo>
                  <a:lnTo>
                    <a:pt x="5344573" y="281205"/>
                  </a:lnTo>
                  <a:lnTo>
                    <a:pt x="5356888" y="281888"/>
                  </a:lnTo>
                  <a:lnTo>
                    <a:pt x="5369202" y="282494"/>
                  </a:lnTo>
                  <a:lnTo>
                    <a:pt x="5381517" y="283027"/>
                  </a:lnTo>
                  <a:lnTo>
                    <a:pt x="5393832" y="283494"/>
                  </a:lnTo>
                  <a:lnTo>
                    <a:pt x="5406146" y="283900"/>
                  </a:lnTo>
                  <a:lnTo>
                    <a:pt x="5418461" y="284254"/>
                  </a:lnTo>
                  <a:lnTo>
                    <a:pt x="5430776" y="284561"/>
                  </a:lnTo>
                  <a:lnTo>
                    <a:pt x="5443090" y="284832"/>
                  </a:lnTo>
                  <a:lnTo>
                    <a:pt x="5455405" y="285076"/>
                  </a:lnTo>
                  <a:lnTo>
                    <a:pt x="5467720" y="285305"/>
                  </a:lnTo>
                  <a:lnTo>
                    <a:pt x="5480035" y="285526"/>
                  </a:lnTo>
                  <a:lnTo>
                    <a:pt x="5492349" y="285744"/>
                  </a:lnTo>
                  <a:lnTo>
                    <a:pt x="5504664" y="285965"/>
                  </a:lnTo>
                  <a:lnTo>
                    <a:pt x="5516979" y="286193"/>
                  </a:lnTo>
                  <a:lnTo>
                    <a:pt x="5529293" y="286431"/>
                  </a:lnTo>
                  <a:lnTo>
                    <a:pt x="5541608" y="286679"/>
                  </a:lnTo>
                  <a:lnTo>
                    <a:pt x="5553923" y="286940"/>
                  </a:lnTo>
                  <a:lnTo>
                    <a:pt x="5566237" y="287213"/>
                  </a:lnTo>
                  <a:lnTo>
                    <a:pt x="5578552" y="287496"/>
                  </a:lnTo>
                  <a:lnTo>
                    <a:pt x="5590867" y="287785"/>
                  </a:lnTo>
                  <a:lnTo>
                    <a:pt x="5603181" y="288077"/>
                  </a:lnTo>
                  <a:lnTo>
                    <a:pt x="5615496" y="288369"/>
                  </a:lnTo>
                  <a:lnTo>
                    <a:pt x="5627811" y="288657"/>
                  </a:lnTo>
                  <a:lnTo>
                    <a:pt x="5640125" y="288938"/>
                  </a:lnTo>
                  <a:lnTo>
                    <a:pt x="5652440" y="289211"/>
                  </a:lnTo>
                  <a:lnTo>
                    <a:pt x="5664755" y="289472"/>
                  </a:lnTo>
                  <a:lnTo>
                    <a:pt x="5677070" y="289719"/>
                  </a:lnTo>
                  <a:lnTo>
                    <a:pt x="5689384" y="289951"/>
                  </a:lnTo>
                  <a:lnTo>
                    <a:pt x="5701699" y="290165"/>
                  </a:lnTo>
                  <a:lnTo>
                    <a:pt x="5714014" y="290365"/>
                  </a:lnTo>
                  <a:lnTo>
                    <a:pt x="5726328" y="290550"/>
                  </a:lnTo>
                  <a:lnTo>
                    <a:pt x="5738643" y="290723"/>
                  </a:lnTo>
                  <a:lnTo>
                    <a:pt x="5750958" y="290884"/>
                  </a:lnTo>
                  <a:lnTo>
                    <a:pt x="5763272" y="291036"/>
                  </a:lnTo>
                  <a:lnTo>
                    <a:pt x="5775587" y="291179"/>
                  </a:lnTo>
                  <a:lnTo>
                    <a:pt x="5787902" y="291315"/>
                  </a:lnTo>
                  <a:lnTo>
                    <a:pt x="5800216" y="291446"/>
                  </a:lnTo>
                  <a:lnTo>
                    <a:pt x="5812531" y="291572"/>
                  </a:lnTo>
                  <a:lnTo>
                    <a:pt x="5824846" y="291694"/>
                  </a:lnTo>
                  <a:lnTo>
                    <a:pt x="5837160" y="291813"/>
                  </a:lnTo>
                  <a:lnTo>
                    <a:pt x="5849475" y="291929"/>
                  </a:lnTo>
                  <a:lnTo>
                    <a:pt x="5861790" y="292042"/>
                  </a:lnTo>
                  <a:lnTo>
                    <a:pt x="5874104" y="292151"/>
                  </a:lnTo>
                  <a:lnTo>
                    <a:pt x="5886419" y="292256"/>
                  </a:lnTo>
                  <a:lnTo>
                    <a:pt x="5898734" y="292357"/>
                  </a:lnTo>
                  <a:lnTo>
                    <a:pt x="5911049" y="292451"/>
                  </a:lnTo>
                  <a:lnTo>
                    <a:pt x="5923363" y="292539"/>
                  </a:lnTo>
                  <a:lnTo>
                    <a:pt x="5935678" y="292619"/>
                  </a:lnTo>
                  <a:lnTo>
                    <a:pt x="5947993" y="292691"/>
                  </a:lnTo>
                  <a:lnTo>
                    <a:pt x="5960307" y="292755"/>
                  </a:lnTo>
                  <a:lnTo>
                    <a:pt x="5972622" y="292810"/>
                  </a:lnTo>
                  <a:lnTo>
                    <a:pt x="5984937" y="292856"/>
                  </a:lnTo>
                  <a:lnTo>
                    <a:pt x="5997251" y="292893"/>
                  </a:lnTo>
                  <a:lnTo>
                    <a:pt x="6009566" y="292923"/>
                  </a:lnTo>
                  <a:lnTo>
                    <a:pt x="6021881" y="292945"/>
                  </a:lnTo>
                  <a:lnTo>
                    <a:pt x="6034195" y="292961"/>
                  </a:lnTo>
                  <a:lnTo>
                    <a:pt x="6046510" y="292970"/>
                  </a:lnTo>
                  <a:lnTo>
                    <a:pt x="6058825" y="292974"/>
                  </a:lnTo>
                  <a:lnTo>
                    <a:pt x="6071139" y="292975"/>
                  </a:lnTo>
                  <a:lnTo>
                    <a:pt x="6083454" y="292974"/>
                  </a:lnTo>
                  <a:lnTo>
                    <a:pt x="6095769" y="292971"/>
                  </a:lnTo>
                  <a:lnTo>
                    <a:pt x="6108084" y="292967"/>
                  </a:lnTo>
                  <a:lnTo>
                    <a:pt x="6120398" y="292964"/>
                  </a:lnTo>
                  <a:lnTo>
                    <a:pt x="6132713" y="292962"/>
                  </a:lnTo>
                  <a:lnTo>
                    <a:pt x="6145028" y="292962"/>
                  </a:lnTo>
                  <a:lnTo>
                    <a:pt x="6157342" y="292965"/>
                  </a:lnTo>
                  <a:lnTo>
                    <a:pt x="6157342" y="293356"/>
                  </a:lnTo>
                  <a:lnTo>
                    <a:pt x="6145028" y="293356"/>
                  </a:lnTo>
                  <a:lnTo>
                    <a:pt x="6132713" y="293356"/>
                  </a:lnTo>
                  <a:lnTo>
                    <a:pt x="6120398" y="293356"/>
                  </a:lnTo>
                  <a:lnTo>
                    <a:pt x="6108084" y="293356"/>
                  </a:lnTo>
                  <a:lnTo>
                    <a:pt x="6095769" y="293356"/>
                  </a:lnTo>
                  <a:lnTo>
                    <a:pt x="6083454" y="293356"/>
                  </a:lnTo>
                  <a:lnTo>
                    <a:pt x="6071139" y="293356"/>
                  </a:lnTo>
                  <a:lnTo>
                    <a:pt x="6058825" y="293356"/>
                  </a:lnTo>
                  <a:lnTo>
                    <a:pt x="6046510" y="293356"/>
                  </a:lnTo>
                  <a:lnTo>
                    <a:pt x="6034195" y="293356"/>
                  </a:lnTo>
                  <a:lnTo>
                    <a:pt x="6021881" y="293356"/>
                  </a:lnTo>
                  <a:lnTo>
                    <a:pt x="6009566" y="293356"/>
                  </a:lnTo>
                  <a:lnTo>
                    <a:pt x="5997251" y="293356"/>
                  </a:lnTo>
                  <a:lnTo>
                    <a:pt x="5984937" y="293356"/>
                  </a:lnTo>
                  <a:lnTo>
                    <a:pt x="5972622" y="293356"/>
                  </a:lnTo>
                  <a:lnTo>
                    <a:pt x="5960307" y="293356"/>
                  </a:lnTo>
                  <a:lnTo>
                    <a:pt x="5947993" y="293356"/>
                  </a:lnTo>
                  <a:lnTo>
                    <a:pt x="5935678" y="293356"/>
                  </a:lnTo>
                  <a:lnTo>
                    <a:pt x="5923363" y="293356"/>
                  </a:lnTo>
                  <a:lnTo>
                    <a:pt x="5911049" y="293356"/>
                  </a:lnTo>
                  <a:lnTo>
                    <a:pt x="5898734" y="293356"/>
                  </a:lnTo>
                  <a:lnTo>
                    <a:pt x="5886419" y="293356"/>
                  </a:lnTo>
                  <a:lnTo>
                    <a:pt x="5874104" y="293356"/>
                  </a:lnTo>
                  <a:lnTo>
                    <a:pt x="5861790" y="293356"/>
                  </a:lnTo>
                  <a:lnTo>
                    <a:pt x="5849475" y="293356"/>
                  </a:lnTo>
                  <a:lnTo>
                    <a:pt x="5837160" y="293356"/>
                  </a:lnTo>
                  <a:lnTo>
                    <a:pt x="5824846" y="293356"/>
                  </a:lnTo>
                  <a:lnTo>
                    <a:pt x="5812531" y="293356"/>
                  </a:lnTo>
                  <a:lnTo>
                    <a:pt x="5800216" y="293356"/>
                  </a:lnTo>
                  <a:lnTo>
                    <a:pt x="5787902" y="293356"/>
                  </a:lnTo>
                  <a:lnTo>
                    <a:pt x="5775587" y="293356"/>
                  </a:lnTo>
                  <a:lnTo>
                    <a:pt x="5763272" y="293356"/>
                  </a:lnTo>
                  <a:lnTo>
                    <a:pt x="5750958" y="293356"/>
                  </a:lnTo>
                  <a:lnTo>
                    <a:pt x="5738643" y="293356"/>
                  </a:lnTo>
                  <a:lnTo>
                    <a:pt x="5726328" y="293356"/>
                  </a:lnTo>
                  <a:lnTo>
                    <a:pt x="5714014" y="293356"/>
                  </a:lnTo>
                  <a:lnTo>
                    <a:pt x="5701699" y="293356"/>
                  </a:lnTo>
                  <a:lnTo>
                    <a:pt x="5689384" y="293356"/>
                  </a:lnTo>
                  <a:lnTo>
                    <a:pt x="5677070" y="293356"/>
                  </a:lnTo>
                  <a:lnTo>
                    <a:pt x="5664755" y="293356"/>
                  </a:lnTo>
                  <a:lnTo>
                    <a:pt x="5652440" y="293356"/>
                  </a:lnTo>
                  <a:lnTo>
                    <a:pt x="5640125" y="293356"/>
                  </a:lnTo>
                  <a:lnTo>
                    <a:pt x="5627811" y="293356"/>
                  </a:lnTo>
                  <a:lnTo>
                    <a:pt x="5615496" y="293356"/>
                  </a:lnTo>
                  <a:lnTo>
                    <a:pt x="5603181" y="293356"/>
                  </a:lnTo>
                  <a:lnTo>
                    <a:pt x="5590867" y="293356"/>
                  </a:lnTo>
                  <a:lnTo>
                    <a:pt x="5578552" y="293356"/>
                  </a:lnTo>
                  <a:lnTo>
                    <a:pt x="5566237" y="293356"/>
                  </a:lnTo>
                  <a:lnTo>
                    <a:pt x="5553923" y="293356"/>
                  </a:lnTo>
                  <a:lnTo>
                    <a:pt x="5541608" y="293356"/>
                  </a:lnTo>
                  <a:lnTo>
                    <a:pt x="5529293" y="293356"/>
                  </a:lnTo>
                  <a:lnTo>
                    <a:pt x="5516979" y="293356"/>
                  </a:lnTo>
                  <a:lnTo>
                    <a:pt x="5504664" y="293356"/>
                  </a:lnTo>
                  <a:lnTo>
                    <a:pt x="5492349" y="293356"/>
                  </a:lnTo>
                  <a:lnTo>
                    <a:pt x="5480035" y="293356"/>
                  </a:lnTo>
                  <a:lnTo>
                    <a:pt x="5467720" y="293356"/>
                  </a:lnTo>
                  <a:lnTo>
                    <a:pt x="5455405" y="293356"/>
                  </a:lnTo>
                  <a:lnTo>
                    <a:pt x="5443090" y="293356"/>
                  </a:lnTo>
                  <a:lnTo>
                    <a:pt x="5430776" y="293356"/>
                  </a:lnTo>
                  <a:lnTo>
                    <a:pt x="5418461" y="293356"/>
                  </a:lnTo>
                  <a:lnTo>
                    <a:pt x="5406146" y="293356"/>
                  </a:lnTo>
                  <a:lnTo>
                    <a:pt x="5393832" y="293356"/>
                  </a:lnTo>
                  <a:lnTo>
                    <a:pt x="5381517" y="293356"/>
                  </a:lnTo>
                  <a:lnTo>
                    <a:pt x="5369202" y="293356"/>
                  </a:lnTo>
                  <a:lnTo>
                    <a:pt x="5356888" y="293356"/>
                  </a:lnTo>
                  <a:lnTo>
                    <a:pt x="5344573" y="293356"/>
                  </a:lnTo>
                  <a:lnTo>
                    <a:pt x="5332258" y="293356"/>
                  </a:lnTo>
                  <a:lnTo>
                    <a:pt x="5319944" y="293356"/>
                  </a:lnTo>
                  <a:lnTo>
                    <a:pt x="5307629" y="293356"/>
                  </a:lnTo>
                  <a:lnTo>
                    <a:pt x="5295314" y="293356"/>
                  </a:lnTo>
                  <a:lnTo>
                    <a:pt x="5283000" y="293356"/>
                  </a:lnTo>
                  <a:lnTo>
                    <a:pt x="5270685" y="293356"/>
                  </a:lnTo>
                  <a:lnTo>
                    <a:pt x="5258370" y="293356"/>
                  </a:lnTo>
                  <a:lnTo>
                    <a:pt x="5246056" y="293356"/>
                  </a:lnTo>
                  <a:lnTo>
                    <a:pt x="5233741" y="293356"/>
                  </a:lnTo>
                  <a:lnTo>
                    <a:pt x="5221426" y="293356"/>
                  </a:lnTo>
                  <a:lnTo>
                    <a:pt x="5209111" y="293356"/>
                  </a:lnTo>
                  <a:lnTo>
                    <a:pt x="5196797" y="293356"/>
                  </a:lnTo>
                  <a:lnTo>
                    <a:pt x="5184482" y="293356"/>
                  </a:lnTo>
                  <a:lnTo>
                    <a:pt x="5172167" y="293356"/>
                  </a:lnTo>
                  <a:lnTo>
                    <a:pt x="5159853" y="293356"/>
                  </a:lnTo>
                  <a:lnTo>
                    <a:pt x="5147538" y="293356"/>
                  </a:lnTo>
                  <a:lnTo>
                    <a:pt x="5135223" y="293356"/>
                  </a:lnTo>
                  <a:lnTo>
                    <a:pt x="5122909" y="293356"/>
                  </a:lnTo>
                  <a:lnTo>
                    <a:pt x="5110594" y="293356"/>
                  </a:lnTo>
                  <a:lnTo>
                    <a:pt x="5098279" y="293356"/>
                  </a:lnTo>
                  <a:lnTo>
                    <a:pt x="5085965" y="293356"/>
                  </a:lnTo>
                  <a:lnTo>
                    <a:pt x="5073650" y="293356"/>
                  </a:lnTo>
                  <a:lnTo>
                    <a:pt x="5061335" y="293356"/>
                  </a:lnTo>
                  <a:lnTo>
                    <a:pt x="5049021" y="293356"/>
                  </a:lnTo>
                  <a:lnTo>
                    <a:pt x="5036706" y="293356"/>
                  </a:lnTo>
                  <a:lnTo>
                    <a:pt x="5024391" y="293356"/>
                  </a:lnTo>
                  <a:lnTo>
                    <a:pt x="5012076" y="293356"/>
                  </a:lnTo>
                  <a:lnTo>
                    <a:pt x="4999762" y="293356"/>
                  </a:lnTo>
                  <a:lnTo>
                    <a:pt x="4987447" y="293356"/>
                  </a:lnTo>
                  <a:lnTo>
                    <a:pt x="4975132" y="293356"/>
                  </a:lnTo>
                  <a:lnTo>
                    <a:pt x="4962818" y="293356"/>
                  </a:lnTo>
                  <a:lnTo>
                    <a:pt x="4950503" y="293356"/>
                  </a:lnTo>
                  <a:lnTo>
                    <a:pt x="4938188" y="293356"/>
                  </a:lnTo>
                  <a:lnTo>
                    <a:pt x="4925874" y="293356"/>
                  </a:lnTo>
                  <a:lnTo>
                    <a:pt x="4913559" y="293356"/>
                  </a:lnTo>
                  <a:lnTo>
                    <a:pt x="4901244" y="293356"/>
                  </a:lnTo>
                  <a:lnTo>
                    <a:pt x="4888930" y="293356"/>
                  </a:lnTo>
                  <a:lnTo>
                    <a:pt x="4876615" y="293356"/>
                  </a:lnTo>
                  <a:lnTo>
                    <a:pt x="4864300" y="293356"/>
                  </a:lnTo>
                  <a:lnTo>
                    <a:pt x="4851986" y="293356"/>
                  </a:lnTo>
                  <a:lnTo>
                    <a:pt x="4839671" y="293356"/>
                  </a:lnTo>
                  <a:lnTo>
                    <a:pt x="4827356" y="293356"/>
                  </a:lnTo>
                  <a:lnTo>
                    <a:pt x="4815042" y="293356"/>
                  </a:lnTo>
                  <a:lnTo>
                    <a:pt x="4802727" y="293356"/>
                  </a:lnTo>
                  <a:lnTo>
                    <a:pt x="4790412" y="293356"/>
                  </a:lnTo>
                  <a:lnTo>
                    <a:pt x="4778097" y="293356"/>
                  </a:lnTo>
                  <a:lnTo>
                    <a:pt x="4765783" y="293356"/>
                  </a:lnTo>
                  <a:lnTo>
                    <a:pt x="4753468" y="293356"/>
                  </a:lnTo>
                  <a:lnTo>
                    <a:pt x="4741153" y="293356"/>
                  </a:lnTo>
                  <a:lnTo>
                    <a:pt x="4728839" y="293356"/>
                  </a:lnTo>
                  <a:lnTo>
                    <a:pt x="4716524" y="293356"/>
                  </a:lnTo>
                  <a:lnTo>
                    <a:pt x="4704209" y="293356"/>
                  </a:lnTo>
                  <a:lnTo>
                    <a:pt x="4691895" y="293356"/>
                  </a:lnTo>
                  <a:lnTo>
                    <a:pt x="4679580" y="293356"/>
                  </a:lnTo>
                  <a:lnTo>
                    <a:pt x="4667265" y="293356"/>
                  </a:lnTo>
                  <a:lnTo>
                    <a:pt x="4654951" y="293356"/>
                  </a:lnTo>
                  <a:lnTo>
                    <a:pt x="4642636" y="293356"/>
                  </a:lnTo>
                  <a:lnTo>
                    <a:pt x="4630321" y="293356"/>
                  </a:lnTo>
                  <a:lnTo>
                    <a:pt x="4618007" y="293356"/>
                  </a:lnTo>
                  <a:lnTo>
                    <a:pt x="4605692" y="293356"/>
                  </a:lnTo>
                  <a:lnTo>
                    <a:pt x="4593377" y="293356"/>
                  </a:lnTo>
                  <a:lnTo>
                    <a:pt x="4581063" y="293356"/>
                  </a:lnTo>
                  <a:lnTo>
                    <a:pt x="4568748" y="293356"/>
                  </a:lnTo>
                  <a:lnTo>
                    <a:pt x="4556433" y="293356"/>
                  </a:lnTo>
                  <a:lnTo>
                    <a:pt x="4544118" y="293356"/>
                  </a:lnTo>
                  <a:lnTo>
                    <a:pt x="4531804" y="293356"/>
                  </a:lnTo>
                  <a:lnTo>
                    <a:pt x="4519489" y="293356"/>
                  </a:lnTo>
                  <a:lnTo>
                    <a:pt x="4507174" y="293356"/>
                  </a:lnTo>
                  <a:lnTo>
                    <a:pt x="4494860" y="293356"/>
                  </a:lnTo>
                  <a:lnTo>
                    <a:pt x="4482545" y="293356"/>
                  </a:lnTo>
                  <a:lnTo>
                    <a:pt x="4470230" y="293356"/>
                  </a:lnTo>
                  <a:lnTo>
                    <a:pt x="4457916" y="293356"/>
                  </a:lnTo>
                  <a:lnTo>
                    <a:pt x="4445601" y="293356"/>
                  </a:lnTo>
                  <a:lnTo>
                    <a:pt x="4433286" y="293356"/>
                  </a:lnTo>
                  <a:lnTo>
                    <a:pt x="4420972" y="293356"/>
                  </a:lnTo>
                  <a:lnTo>
                    <a:pt x="4408657" y="293356"/>
                  </a:lnTo>
                  <a:lnTo>
                    <a:pt x="4396342" y="293356"/>
                  </a:lnTo>
                  <a:lnTo>
                    <a:pt x="4384028" y="293356"/>
                  </a:lnTo>
                  <a:lnTo>
                    <a:pt x="4371713" y="293356"/>
                  </a:lnTo>
                  <a:lnTo>
                    <a:pt x="4359398" y="293356"/>
                  </a:lnTo>
                  <a:lnTo>
                    <a:pt x="4347083" y="293356"/>
                  </a:lnTo>
                  <a:lnTo>
                    <a:pt x="4334769" y="293356"/>
                  </a:lnTo>
                  <a:lnTo>
                    <a:pt x="4322454" y="293356"/>
                  </a:lnTo>
                  <a:lnTo>
                    <a:pt x="4310139" y="293356"/>
                  </a:lnTo>
                  <a:lnTo>
                    <a:pt x="4297825" y="293356"/>
                  </a:lnTo>
                  <a:lnTo>
                    <a:pt x="4285510" y="293356"/>
                  </a:lnTo>
                  <a:lnTo>
                    <a:pt x="4273195" y="293356"/>
                  </a:lnTo>
                  <a:lnTo>
                    <a:pt x="4260881" y="293356"/>
                  </a:lnTo>
                  <a:lnTo>
                    <a:pt x="4248566" y="293356"/>
                  </a:lnTo>
                  <a:lnTo>
                    <a:pt x="4236251" y="293356"/>
                  </a:lnTo>
                  <a:lnTo>
                    <a:pt x="4223937" y="293356"/>
                  </a:lnTo>
                  <a:lnTo>
                    <a:pt x="4211622" y="293356"/>
                  </a:lnTo>
                  <a:lnTo>
                    <a:pt x="4199307" y="293356"/>
                  </a:lnTo>
                  <a:lnTo>
                    <a:pt x="4186993" y="293356"/>
                  </a:lnTo>
                  <a:lnTo>
                    <a:pt x="4174678" y="293356"/>
                  </a:lnTo>
                  <a:lnTo>
                    <a:pt x="4162363" y="293356"/>
                  </a:lnTo>
                  <a:lnTo>
                    <a:pt x="4150049" y="293356"/>
                  </a:lnTo>
                  <a:lnTo>
                    <a:pt x="4137734" y="293356"/>
                  </a:lnTo>
                  <a:lnTo>
                    <a:pt x="4125419" y="293356"/>
                  </a:lnTo>
                  <a:lnTo>
                    <a:pt x="4113104" y="293356"/>
                  </a:lnTo>
                  <a:lnTo>
                    <a:pt x="4100790" y="293356"/>
                  </a:lnTo>
                  <a:lnTo>
                    <a:pt x="4088475" y="293356"/>
                  </a:lnTo>
                  <a:lnTo>
                    <a:pt x="4076160" y="293356"/>
                  </a:lnTo>
                  <a:lnTo>
                    <a:pt x="4063846" y="293356"/>
                  </a:lnTo>
                  <a:lnTo>
                    <a:pt x="4051531" y="293356"/>
                  </a:lnTo>
                  <a:lnTo>
                    <a:pt x="4039216" y="293356"/>
                  </a:lnTo>
                  <a:lnTo>
                    <a:pt x="4026902" y="293356"/>
                  </a:lnTo>
                  <a:lnTo>
                    <a:pt x="4014587" y="293356"/>
                  </a:lnTo>
                  <a:lnTo>
                    <a:pt x="4002272" y="293356"/>
                  </a:lnTo>
                  <a:lnTo>
                    <a:pt x="3989958" y="293356"/>
                  </a:lnTo>
                  <a:lnTo>
                    <a:pt x="3977643" y="293356"/>
                  </a:lnTo>
                  <a:lnTo>
                    <a:pt x="3965328" y="293356"/>
                  </a:lnTo>
                  <a:lnTo>
                    <a:pt x="3953014" y="293356"/>
                  </a:lnTo>
                  <a:lnTo>
                    <a:pt x="3940699" y="293356"/>
                  </a:lnTo>
                  <a:lnTo>
                    <a:pt x="3928384" y="293356"/>
                  </a:lnTo>
                  <a:lnTo>
                    <a:pt x="3916069" y="293356"/>
                  </a:lnTo>
                  <a:lnTo>
                    <a:pt x="3903755" y="293356"/>
                  </a:lnTo>
                  <a:lnTo>
                    <a:pt x="3891440" y="293356"/>
                  </a:lnTo>
                  <a:lnTo>
                    <a:pt x="3879125" y="293356"/>
                  </a:lnTo>
                  <a:lnTo>
                    <a:pt x="3866811" y="293356"/>
                  </a:lnTo>
                  <a:lnTo>
                    <a:pt x="3854496" y="293356"/>
                  </a:lnTo>
                  <a:lnTo>
                    <a:pt x="3842181" y="293356"/>
                  </a:lnTo>
                  <a:lnTo>
                    <a:pt x="3829867" y="293356"/>
                  </a:lnTo>
                  <a:lnTo>
                    <a:pt x="3817552" y="293356"/>
                  </a:lnTo>
                  <a:lnTo>
                    <a:pt x="3805237" y="293356"/>
                  </a:lnTo>
                  <a:lnTo>
                    <a:pt x="3792923" y="293356"/>
                  </a:lnTo>
                  <a:lnTo>
                    <a:pt x="3780608" y="293356"/>
                  </a:lnTo>
                  <a:lnTo>
                    <a:pt x="3768293" y="293356"/>
                  </a:lnTo>
                  <a:lnTo>
                    <a:pt x="3755979" y="293356"/>
                  </a:lnTo>
                  <a:lnTo>
                    <a:pt x="3743664" y="293356"/>
                  </a:lnTo>
                  <a:lnTo>
                    <a:pt x="3731349" y="293356"/>
                  </a:lnTo>
                  <a:lnTo>
                    <a:pt x="3719035" y="293356"/>
                  </a:lnTo>
                  <a:lnTo>
                    <a:pt x="3706720" y="293356"/>
                  </a:lnTo>
                  <a:lnTo>
                    <a:pt x="3694405" y="293356"/>
                  </a:lnTo>
                  <a:lnTo>
                    <a:pt x="3682090" y="293356"/>
                  </a:lnTo>
                  <a:lnTo>
                    <a:pt x="3669776" y="293356"/>
                  </a:lnTo>
                  <a:lnTo>
                    <a:pt x="3657461" y="293356"/>
                  </a:lnTo>
                  <a:lnTo>
                    <a:pt x="3645146" y="293356"/>
                  </a:lnTo>
                  <a:lnTo>
                    <a:pt x="3632832" y="293356"/>
                  </a:lnTo>
                  <a:lnTo>
                    <a:pt x="3620517" y="293356"/>
                  </a:lnTo>
                  <a:lnTo>
                    <a:pt x="3608202" y="293356"/>
                  </a:lnTo>
                  <a:lnTo>
                    <a:pt x="3595888" y="293356"/>
                  </a:lnTo>
                  <a:lnTo>
                    <a:pt x="3583573" y="293356"/>
                  </a:lnTo>
                  <a:lnTo>
                    <a:pt x="3571258" y="293356"/>
                  </a:lnTo>
                  <a:lnTo>
                    <a:pt x="3558944" y="293356"/>
                  </a:lnTo>
                  <a:lnTo>
                    <a:pt x="3546629" y="293356"/>
                  </a:lnTo>
                  <a:lnTo>
                    <a:pt x="3534314" y="293356"/>
                  </a:lnTo>
                  <a:lnTo>
                    <a:pt x="3522000" y="293356"/>
                  </a:lnTo>
                  <a:lnTo>
                    <a:pt x="3509685" y="293356"/>
                  </a:lnTo>
                  <a:lnTo>
                    <a:pt x="3497370" y="293356"/>
                  </a:lnTo>
                  <a:lnTo>
                    <a:pt x="3485055" y="293356"/>
                  </a:lnTo>
                  <a:lnTo>
                    <a:pt x="3472741" y="293356"/>
                  </a:lnTo>
                  <a:lnTo>
                    <a:pt x="3460426" y="293356"/>
                  </a:lnTo>
                  <a:lnTo>
                    <a:pt x="3448111" y="293356"/>
                  </a:lnTo>
                  <a:lnTo>
                    <a:pt x="3435797" y="293356"/>
                  </a:lnTo>
                  <a:lnTo>
                    <a:pt x="3423482" y="293356"/>
                  </a:lnTo>
                  <a:lnTo>
                    <a:pt x="3411167" y="293356"/>
                  </a:lnTo>
                  <a:lnTo>
                    <a:pt x="3398853" y="293356"/>
                  </a:lnTo>
                  <a:lnTo>
                    <a:pt x="3386538" y="293356"/>
                  </a:lnTo>
                  <a:lnTo>
                    <a:pt x="3374223" y="293356"/>
                  </a:lnTo>
                  <a:lnTo>
                    <a:pt x="3361909" y="293356"/>
                  </a:lnTo>
                  <a:lnTo>
                    <a:pt x="3349594" y="293356"/>
                  </a:lnTo>
                  <a:lnTo>
                    <a:pt x="3337279" y="293356"/>
                  </a:lnTo>
                  <a:lnTo>
                    <a:pt x="3324965" y="293356"/>
                  </a:lnTo>
                  <a:lnTo>
                    <a:pt x="3312650" y="293356"/>
                  </a:lnTo>
                  <a:lnTo>
                    <a:pt x="3300335" y="293356"/>
                  </a:lnTo>
                  <a:lnTo>
                    <a:pt x="3288021" y="293356"/>
                  </a:lnTo>
                  <a:lnTo>
                    <a:pt x="3275706" y="293356"/>
                  </a:lnTo>
                  <a:lnTo>
                    <a:pt x="3263391" y="293356"/>
                  </a:lnTo>
                  <a:lnTo>
                    <a:pt x="3251076" y="293356"/>
                  </a:lnTo>
                  <a:lnTo>
                    <a:pt x="3238762" y="293356"/>
                  </a:lnTo>
                  <a:lnTo>
                    <a:pt x="3226447" y="293356"/>
                  </a:lnTo>
                  <a:lnTo>
                    <a:pt x="3214132" y="293356"/>
                  </a:lnTo>
                  <a:lnTo>
                    <a:pt x="3201818" y="293356"/>
                  </a:lnTo>
                  <a:lnTo>
                    <a:pt x="3189503" y="293356"/>
                  </a:lnTo>
                  <a:lnTo>
                    <a:pt x="3177188" y="293356"/>
                  </a:lnTo>
                  <a:lnTo>
                    <a:pt x="3164874" y="293356"/>
                  </a:lnTo>
                  <a:lnTo>
                    <a:pt x="3152559" y="293356"/>
                  </a:lnTo>
                  <a:lnTo>
                    <a:pt x="3140244" y="293356"/>
                  </a:lnTo>
                  <a:lnTo>
                    <a:pt x="3127930" y="293356"/>
                  </a:lnTo>
                  <a:lnTo>
                    <a:pt x="3115615" y="293356"/>
                  </a:lnTo>
                  <a:lnTo>
                    <a:pt x="3103300" y="293356"/>
                  </a:lnTo>
                  <a:lnTo>
                    <a:pt x="3090986" y="293356"/>
                  </a:lnTo>
                  <a:lnTo>
                    <a:pt x="3078671" y="293356"/>
                  </a:lnTo>
                  <a:lnTo>
                    <a:pt x="3066356" y="293356"/>
                  </a:lnTo>
                  <a:lnTo>
                    <a:pt x="3054042" y="293356"/>
                  </a:lnTo>
                  <a:lnTo>
                    <a:pt x="3041727" y="293356"/>
                  </a:lnTo>
                  <a:lnTo>
                    <a:pt x="3029412" y="293356"/>
                  </a:lnTo>
                  <a:lnTo>
                    <a:pt x="3017097" y="293356"/>
                  </a:lnTo>
                  <a:lnTo>
                    <a:pt x="3004783" y="293356"/>
                  </a:lnTo>
                  <a:lnTo>
                    <a:pt x="2992468" y="293356"/>
                  </a:lnTo>
                  <a:lnTo>
                    <a:pt x="2980153" y="293356"/>
                  </a:lnTo>
                  <a:lnTo>
                    <a:pt x="2967839" y="293356"/>
                  </a:lnTo>
                  <a:lnTo>
                    <a:pt x="2955524" y="293356"/>
                  </a:lnTo>
                  <a:lnTo>
                    <a:pt x="2943209" y="293356"/>
                  </a:lnTo>
                  <a:lnTo>
                    <a:pt x="2930895" y="293356"/>
                  </a:lnTo>
                  <a:lnTo>
                    <a:pt x="2918580" y="293356"/>
                  </a:lnTo>
                  <a:lnTo>
                    <a:pt x="2906265" y="293356"/>
                  </a:lnTo>
                  <a:lnTo>
                    <a:pt x="2893951" y="293356"/>
                  </a:lnTo>
                  <a:lnTo>
                    <a:pt x="2881636" y="293356"/>
                  </a:lnTo>
                  <a:lnTo>
                    <a:pt x="2869321" y="293356"/>
                  </a:lnTo>
                  <a:lnTo>
                    <a:pt x="2857007" y="293356"/>
                  </a:lnTo>
                  <a:lnTo>
                    <a:pt x="2844692" y="293356"/>
                  </a:lnTo>
                  <a:lnTo>
                    <a:pt x="2832377" y="293356"/>
                  </a:lnTo>
                  <a:lnTo>
                    <a:pt x="2820062" y="293356"/>
                  </a:lnTo>
                  <a:lnTo>
                    <a:pt x="2807748" y="293356"/>
                  </a:lnTo>
                  <a:lnTo>
                    <a:pt x="2795433" y="293356"/>
                  </a:lnTo>
                  <a:lnTo>
                    <a:pt x="2783118" y="293356"/>
                  </a:lnTo>
                  <a:lnTo>
                    <a:pt x="2770804" y="293356"/>
                  </a:lnTo>
                  <a:lnTo>
                    <a:pt x="2758489" y="293356"/>
                  </a:lnTo>
                  <a:lnTo>
                    <a:pt x="2746174" y="293356"/>
                  </a:lnTo>
                  <a:lnTo>
                    <a:pt x="2733860" y="293356"/>
                  </a:lnTo>
                  <a:lnTo>
                    <a:pt x="2721545" y="293356"/>
                  </a:lnTo>
                  <a:lnTo>
                    <a:pt x="2709230" y="293356"/>
                  </a:lnTo>
                  <a:lnTo>
                    <a:pt x="2696916" y="293356"/>
                  </a:lnTo>
                  <a:lnTo>
                    <a:pt x="2684601" y="293356"/>
                  </a:lnTo>
                  <a:lnTo>
                    <a:pt x="2672286" y="293356"/>
                  </a:lnTo>
                  <a:lnTo>
                    <a:pt x="2659972" y="293356"/>
                  </a:lnTo>
                  <a:lnTo>
                    <a:pt x="2647657" y="293356"/>
                  </a:lnTo>
                  <a:lnTo>
                    <a:pt x="2635342" y="293356"/>
                  </a:lnTo>
                  <a:lnTo>
                    <a:pt x="2623028" y="293356"/>
                  </a:lnTo>
                  <a:lnTo>
                    <a:pt x="2610713" y="293356"/>
                  </a:lnTo>
                  <a:lnTo>
                    <a:pt x="2598398" y="293356"/>
                  </a:lnTo>
                  <a:lnTo>
                    <a:pt x="2586083" y="293356"/>
                  </a:lnTo>
                  <a:lnTo>
                    <a:pt x="2573769" y="293356"/>
                  </a:lnTo>
                  <a:lnTo>
                    <a:pt x="2561454" y="293356"/>
                  </a:lnTo>
                  <a:lnTo>
                    <a:pt x="2549139" y="293356"/>
                  </a:lnTo>
                  <a:lnTo>
                    <a:pt x="2536825" y="293356"/>
                  </a:lnTo>
                  <a:lnTo>
                    <a:pt x="2524510" y="293356"/>
                  </a:lnTo>
                  <a:lnTo>
                    <a:pt x="2512195" y="293356"/>
                  </a:lnTo>
                  <a:lnTo>
                    <a:pt x="2499881" y="293356"/>
                  </a:lnTo>
                  <a:lnTo>
                    <a:pt x="2487566" y="293356"/>
                  </a:lnTo>
                  <a:lnTo>
                    <a:pt x="2475251" y="293356"/>
                  </a:lnTo>
                  <a:lnTo>
                    <a:pt x="2462937" y="293356"/>
                  </a:lnTo>
                  <a:lnTo>
                    <a:pt x="2450622" y="293356"/>
                  </a:lnTo>
                  <a:lnTo>
                    <a:pt x="2438307" y="293356"/>
                  </a:lnTo>
                  <a:lnTo>
                    <a:pt x="2425993" y="293356"/>
                  </a:lnTo>
                  <a:lnTo>
                    <a:pt x="2413678" y="293356"/>
                  </a:lnTo>
                  <a:lnTo>
                    <a:pt x="2401363" y="293356"/>
                  </a:lnTo>
                  <a:lnTo>
                    <a:pt x="2389048" y="293356"/>
                  </a:lnTo>
                  <a:lnTo>
                    <a:pt x="2376734" y="293356"/>
                  </a:lnTo>
                  <a:lnTo>
                    <a:pt x="2364419" y="293356"/>
                  </a:lnTo>
                  <a:lnTo>
                    <a:pt x="2352104" y="293356"/>
                  </a:lnTo>
                  <a:lnTo>
                    <a:pt x="2339790" y="293356"/>
                  </a:lnTo>
                  <a:lnTo>
                    <a:pt x="2327475" y="293356"/>
                  </a:lnTo>
                  <a:lnTo>
                    <a:pt x="2315160" y="293356"/>
                  </a:lnTo>
                  <a:lnTo>
                    <a:pt x="2302846" y="293356"/>
                  </a:lnTo>
                  <a:lnTo>
                    <a:pt x="2290531" y="293356"/>
                  </a:lnTo>
                  <a:lnTo>
                    <a:pt x="2278216" y="293356"/>
                  </a:lnTo>
                  <a:lnTo>
                    <a:pt x="2265902" y="293356"/>
                  </a:lnTo>
                  <a:lnTo>
                    <a:pt x="2253587" y="293356"/>
                  </a:lnTo>
                  <a:lnTo>
                    <a:pt x="2241272" y="293356"/>
                  </a:lnTo>
                  <a:lnTo>
                    <a:pt x="2228958" y="293356"/>
                  </a:lnTo>
                  <a:lnTo>
                    <a:pt x="2216643" y="293356"/>
                  </a:lnTo>
                  <a:lnTo>
                    <a:pt x="2204328" y="293356"/>
                  </a:lnTo>
                  <a:lnTo>
                    <a:pt x="2192014" y="293356"/>
                  </a:lnTo>
                  <a:lnTo>
                    <a:pt x="2179699" y="293356"/>
                  </a:lnTo>
                  <a:lnTo>
                    <a:pt x="2167384" y="293356"/>
                  </a:lnTo>
                  <a:lnTo>
                    <a:pt x="2155069" y="293356"/>
                  </a:lnTo>
                  <a:lnTo>
                    <a:pt x="2142755" y="293356"/>
                  </a:lnTo>
                  <a:lnTo>
                    <a:pt x="2130440" y="293356"/>
                  </a:lnTo>
                  <a:lnTo>
                    <a:pt x="2118125" y="293356"/>
                  </a:lnTo>
                  <a:lnTo>
                    <a:pt x="2105811" y="293356"/>
                  </a:lnTo>
                  <a:lnTo>
                    <a:pt x="2093496" y="293356"/>
                  </a:lnTo>
                  <a:lnTo>
                    <a:pt x="2081181" y="293356"/>
                  </a:lnTo>
                  <a:lnTo>
                    <a:pt x="2068867" y="293356"/>
                  </a:lnTo>
                  <a:lnTo>
                    <a:pt x="2056552" y="293356"/>
                  </a:lnTo>
                  <a:lnTo>
                    <a:pt x="2044237" y="293356"/>
                  </a:lnTo>
                  <a:lnTo>
                    <a:pt x="2031923" y="293356"/>
                  </a:lnTo>
                  <a:lnTo>
                    <a:pt x="2019608" y="293356"/>
                  </a:lnTo>
                  <a:lnTo>
                    <a:pt x="2007293" y="293356"/>
                  </a:lnTo>
                  <a:lnTo>
                    <a:pt x="1994979" y="293356"/>
                  </a:lnTo>
                  <a:lnTo>
                    <a:pt x="1982664" y="293356"/>
                  </a:lnTo>
                  <a:lnTo>
                    <a:pt x="1970349" y="293356"/>
                  </a:lnTo>
                  <a:lnTo>
                    <a:pt x="1958034" y="293356"/>
                  </a:lnTo>
                  <a:lnTo>
                    <a:pt x="1945720" y="293356"/>
                  </a:lnTo>
                  <a:lnTo>
                    <a:pt x="1933405" y="293356"/>
                  </a:lnTo>
                  <a:lnTo>
                    <a:pt x="1921090" y="293356"/>
                  </a:lnTo>
                  <a:lnTo>
                    <a:pt x="1908776" y="293356"/>
                  </a:lnTo>
                  <a:lnTo>
                    <a:pt x="1896461" y="293356"/>
                  </a:lnTo>
                  <a:lnTo>
                    <a:pt x="1884146" y="293356"/>
                  </a:lnTo>
                  <a:lnTo>
                    <a:pt x="1871832" y="293356"/>
                  </a:lnTo>
                  <a:lnTo>
                    <a:pt x="1859517" y="293356"/>
                  </a:lnTo>
                  <a:lnTo>
                    <a:pt x="1847202" y="293356"/>
                  </a:lnTo>
                  <a:lnTo>
                    <a:pt x="1834888" y="293356"/>
                  </a:lnTo>
                  <a:lnTo>
                    <a:pt x="1822573" y="293356"/>
                  </a:lnTo>
                  <a:lnTo>
                    <a:pt x="1810258" y="293356"/>
                  </a:lnTo>
                  <a:lnTo>
                    <a:pt x="1797944" y="293356"/>
                  </a:lnTo>
                  <a:lnTo>
                    <a:pt x="1785629" y="293356"/>
                  </a:lnTo>
                  <a:lnTo>
                    <a:pt x="1773314" y="293356"/>
                  </a:lnTo>
                  <a:lnTo>
                    <a:pt x="1761000" y="293356"/>
                  </a:lnTo>
                  <a:lnTo>
                    <a:pt x="1748685" y="293356"/>
                  </a:lnTo>
                  <a:lnTo>
                    <a:pt x="1736370" y="293356"/>
                  </a:lnTo>
                  <a:lnTo>
                    <a:pt x="1724055" y="293356"/>
                  </a:lnTo>
                  <a:lnTo>
                    <a:pt x="1711741" y="293356"/>
                  </a:lnTo>
                  <a:lnTo>
                    <a:pt x="1699426" y="293356"/>
                  </a:lnTo>
                  <a:lnTo>
                    <a:pt x="1687111" y="293356"/>
                  </a:lnTo>
                  <a:lnTo>
                    <a:pt x="1674797" y="293356"/>
                  </a:lnTo>
                  <a:lnTo>
                    <a:pt x="1662482" y="293356"/>
                  </a:lnTo>
                  <a:lnTo>
                    <a:pt x="1650167" y="293356"/>
                  </a:lnTo>
                  <a:lnTo>
                    <a:pt x="1637853" y="293356"/>
                  </a:lnTo>
                  <a:lnTo>
                    <a:pt x="1625538" y="293356"/>
                  </a:lnTo>
                  <a:lnTo>
                    <a:pt x="1613223" y="293356"/>
                  </a:lnTo>
                  <a:lnTo>
                    <a:pt x="1600909" y="293356"/>
                  </a:lnTo>
                  <a:lnTo>
                    <a:pt x="1588594" y="293356"/>
                  </a:lnTo>
                  <a:lnTo>
                    <a:pt x="1576279" y="293356"/>
                  </a:lnTo>
                  <a:lnTo>
                    <a:pt x="1563965" y="293356"/>
                  </a:lnTo>
                  <a:lnTo>
                    <a:pt x="1551650" y="293356"/>
                  </a:lnTo>
                  <a:lnTo>
                    <a:pt x="1539335" y="293356"/>
                  </a:lnTo>
                  <a:lnTo>
                    <a:pt x="1527021" y="293356"/>
                  </a:lnTo>
                  <a:lnTo>
                    <a:pt x="1514706" y="293356"/>
                  </a:lnTo>
                  <a:lnTo>
                    <a:pt x="1502391" y="293356"/>
                  </a:lnTo>
                  <a:lnTo>
                    <a:pt x="1490076" y="293356"/>
                  </a:lnTo>
                  <a:lnTo>
                    <a:pt x="1477762" y="293356"/>
                  </a:lnTo>
                  <a:lnTo>
                    <a:pt x="1465447" y="293356"/>
                  </a:lnTo>
                  <a:lnTo>
                    <a:pt x="1453132" y="293356"/>
                  </a:lnTo>
                  <a:lnTo>
                    <a:pt x="1440818" y="293356"/>
                  </a:lnTo>
                  <a:lnTo>
                    <a:pt x="1428503" y="293356"/>
                  </a:lnTo>
                  <a:lnTo>
                    <a:pt x="1416188" y="293356"/>
                  </a:lnTo>
                  <a:lnTo>
                    <a:pt x="1403874" y="293356"/>
                  </a:lnTo>
                  <a:lnTo>
                    <a:pt x="1391559" y="293356"/>
                  </a:lnTo>
                  <a:lnTo>
                    <a:pt x="1379244" y="293356"/>
                  </a:lnTo>
                  <a:lnTo>
                    <a:pt x="1366930" y="293356"/>
                  </a:lnTo>
                  <a:lnTo>
                    <a:pt x="1354615" y="293356"/>
                  </a:lnTo>
                  <a:lnTo>
                    <a:pt x="1342300" y="293356"/>
                  </a:lnTo>
                  <a:lnTo>
                    <a:pt x="1329986" y="293356"/>
                  </a:lnTo>
                  <a:lnTo>
                    <a:pt x="1317671" y="293356"/>
                  </a:lnTo>
                  <a:lnTo>
                    <a:pt x="1305356" y="293356"/>
                  </a:lnTo>
                  <a:lnTo>
                    <a:pt x="1293041" y="293356"/>
                  </a:lnTo>
                  <a:lnTo>
                    <a:pt x="1280727" y="293356"/>
                  </a:lnTo>
                  <a:lnTo>
                    <a:pt x="1268412" y="293356"/>
                  </a:lnTo>
                  <a:lnTo>
                    <a:pt x="1256097" y="293356"/>
                  </a:lnTo>
                  <a:lnTo>
                    <a:pt x="1243783" y="293356"/>
                  </a:lnTo>
                  <a:lnTo>
                    <a:pt x="1231468" y="293356"/>
                  </a:lnTo>
                  <a:lnTo>
                    <a:pt x="1219153" y="293356"/>
                  </a:lnTo>
                  <a:lnTo>
                    <a:pt x="1206839" y="293356"/>
                  </a:lnTo>
                  <a:lnTo>
                    <a:pt x="1194524" y="293356"/>
                  </a:lnTo>
                  <a:lnTo>
                    <a:pt x="1182209" y="293356"/>
                  </a:lnTo>
                  <a:lnTo>
                    <a:pt x="1169895" y="293356"/>
                  </a:lnTo>
                  <a:lnTo>
                    <a:pt x="1157580" y="293356"/>
                  </a:lnTo>
                  <a:lnTo>
                    <a:pt x="1145265" y="293356"/>
                  </a:lnTo>
                  <a:lnTo>
                    <a:pt x="1132951" y="293356"/>
                  </a:lnTo>
                  <a:lnTo>
                    <a:pt x="1120636" y="293356"/>
                  </a:lnTo>
                  <a:lnTo>
                    <a:pt x="1108321" y="293356"/>
                  </a:lnTo>
                  <a:lnTo>
                    <a:pt x="1096007" y="293356"/>
                  </a:lnTo>
                  <a:lnTo>
                    <a:pt x="1083692" y="293356"/>
                  </a:lnTo>
                  <a:lnTo>
                    <a:pt x="1071377" y="293356"/>
                  </a:lnTo>
                  <a:lnTo>
                    <a:pt x="1059062" y="293356"/>
                  </a:lnTo>
                  <a:lnTo>
                    <a:pt x="1046748" y="293356"/>
                  </a:lnTo>
                  <a:lnTo>
                    <a:pt x="1034433" y="293356"/>
                  </a:lnTo>
                  <a:lnTo>
                    <a:pt x="1022118" y="293356"/>
                  </a:lnTo>
                  <a:lnTo>
                    <a:pt x="1009804" y="293356"/>
                  </a:lnTo>
                  <a:lnTo>
                    <a:pt x="997489" y="293356"/>
                  </a:lnTo>
                  <a:lnTo>
                    <a:pt x="985174" y="293356"/>
                  </a:lnTo>
                  <a:lnTo>
                    <a:pt x="972860" y="293356"/>
                  </a:lnTo>
                  <a:lnTo>
                    <a:pt x="960545" y="293356"/>
                  </a:lnTo>
                  <a:lnTo>
                    <a:pt x="948230" y="293356"/>
                  </a:lnTo>
                  <a:lnTo>
                    <a:pt x="935916" y="293356"/>
                  </a:lnTo>
                  <a:lnTo>
                    <a:pt x="923601" y="293356"/>
                  </a:lnTo>
                  <a:lnTo>
                    <a:pt x="911286" y="293356"/>
                  </a:lnTo>
                  <a:lnTo>
                    <a:pt x="898972" y="293356"/>
                  </a:lnTo>
                  <a:lnTo>
                    <a:pt x="886657" y="293356"/>
                  </a:lnTo>
                  <a:lnTo>
                    <a:pt x="874342" y="293356"/>
                  </a:lnTo>
                  <a:lnTo>
                    <a:pt x="862027" y="293356"/>
                  </a:lnTo>
                  <a:lnTo>
                    <a:pt x="849713" y="293356"/>
                  </a:lnTo>
                  <a:lnTo>
                    <a:pt x="837398" y="293356"/>
                  </a:lnTo>
                  <a:lnTo>
                    <a:pt x="825083" y="293356"/>
                  </a:lnTo>
                  <a:lnTo>
                    <a:pt x="812769" y="293356"/>
                  </a:lnTo>
                  <a:lnTo>
                    <a:pt x="800454" y="293356"/>
                  </a:lnTo>
                  <a:lnTo>
                    <a:pt x="788139" y="293356"/>
                  </a:lnTo>
                  <a:lnTo>
                    <a:pt x="775825" y="293356"/>
                  </a:lnTo>
                  <a:lnTo>
                    <a:pt x="763510" y="293356"/>
                  </a:lnTo>
                  <a:lnTo>
                    <a:pt x="751195" y="293356"/>
                  </a:lnTo>
                  <a:lnTo>
                    <a:pt x="738881" y="293356"/>
                  </a:lnTo>
                  <a:lnTo>
                    <a:pt x="726566" y="293356"/>
                  </a:lnTo>
                  <a:lnTo>
                    <a:pt x="714251" y="293356"/>
                  </a:lnTo>
                  <a:lnTo>
                    <a:pt x="701937" y="293356"/>
                  </a:lnTo>
                  <a:lnTo>
                    <a:pt x="689622" y="293356"/>
                  </a:lnTo>
                  <a:lnTo>
                    <a:pt x="677307" y="293356"/>
                  </a:lnTo>
                  <a:lnTo>
                    <a:pt x="664993" y="293356"/>
                  </a:lnTo>
                  <a:lnTo>
                    <a:pt x="652678" y="293356"/>
                  </a:lnTo>
                  <a:lnTo>
                    <a:pt x="640363" y="293356"/>
                  </a:lnTo>
                  <a:lnTo>
                    <a:pt x="628048" y="293356"/>
                  </a:lnTo>
                  <a:lnTo>
                    <a:pt x="615734" y="293356"/>
                  </a:lnTo>
                  <a:lnTo>
                    <a:pt x="603419" y="293356"/>
                  </a:lnTo>
                  <a:lnTo>
                    <a:pt x="591104" y="293356"/>
                  </a:lnTo>
                  <a:lnTo>
                    <a:pt x="578790" y="293356"/>
                  </a:lnTo>
                  <a:lnTo>
                    <a:pt x="566475" y="293356"/>
                  </a:lnTo>
                  <a:lnTo>
                    <a:pt x="554160" y="293356"/>
                  </a:lnTo>
                  <a:lnTo>
                    <a:pt x="541846" y="293356"/>
                  </a:lnTo>
                  <a:lnTo>
                    <a:pt x="529531" y="293356"/>
                  </a:lnTo>
                  <a:lnTo>
                    <a:pt x="517216" y="293356"/>
                  </a:lnTo>
                  <a:lnTo>
                    <a:pt x="504902" y="293356"/>
                  </a:lnTo>
                  <a:lnTo>
                    <a:pt x="492587" y="293356"/>
                  </a:lnTo>
                  <a:lnTo>
                    <a:pt x="480272" y="293356"/>
                  </a:lnTo>
                  <a:lnTo>
                    <a:pt x="467958" y="293356"/>
                  </a:lnTo>
                  <a:lnTo>
                    <a:pt x="455643" y="293356"/>
                  </a:lnTo>
                  <a:lnTo>
                    <a:pt x="443328" y="293356"/>
                  </a:lnTo>
                  <a:lnTo>
                    <a:pt x="431013" y="293356"/>
                  </a:lnTo>
                  <a:lnTo>
                    <a:pt x="418699" y="293356"/>
                  </a:lnTo>
                  <a:lnTo>
                    <a:pt x="406384" y="293356"/>
                  </a:lnTo>
                  <a:lnTo>
                    <a:pt x="394069" y="293356"/>
                  </a:lnTo>
                  <a:lnTo>
                    <a:pt x="381755" y="293356"/>
                  </a:lnTo>
                  <a:lnTo>
                    <a:pt x="369440" y="293356"/>
                  </a:lnTo>
                  <a:lnTo>
                    <a:pt x="357125" y="293356"/>
                  </a:lnTo>
                  <a:lnTo>
                    <a:pt x="344811" y="293356"/>
                  </a:lnTo>
                  <a:lnTo>
                    <a:pt x="332496" y="293356"/>
                  </a:lnTo>
                  <a:lnTo>
                    <a:pt x="320181" y="293356"/>
                  </a:lnTo>
                  <a:lnTo>
                    <a:pt x="307867" y="293356"/>
                  </a:lnTo>
                  <a:lnTo>
                    <a:pt x="295552" y="293356"/>
                  </a:lnTo>
                  <a:lnTo>
                    <a:pt x="283237" y="293356"/>
                  </a:lnTo>
                  <a:lnTo>
                    <a:pt x="270923" y="293356"/>
                  </a:lnTo>
                  <a:lnTo>
                    <a:pt x="258608" y="293356"/>
                  </a:lnTo>
                  <a:lnTo>
                    <a:pt x="246293" y="293356"/>
                  </a:lnTo>
                  <a:lnTo>
                    <a:pt x="233979" y="293356"/>
                  </a:lnTo>
                  <a:lnTo>
                    <a:pt x="221664" y="293356"/>
                  </a:lnTo>
                  <a:lnTo>
                    <a:pt x="209349" y="293356"/>
                  </a:lnTo>
                  <a:lnTo>
                    <a:pt x="197034" y="293356"/>
                  </a:lnTo>
                  <a:lnTo>
                    <a:pt x="184720" y="293356"/>
                  </a:lnTo>
                  <a:lnTo>
                    <a:pt x="172405" y="293356"/>
                  </a:lnTo>
                  <a:lnTo>
                    <a:pt x="160090" y="293356"/>
                  </a:lnTo>
                  <a:lnTo>
                    <a:pt x="147776" y="293356"/>
                  </a:lnTo>
                  <a:lnTo>
                    <a:pt x="135461" y="293356"/>
                  </a:lnTo>
                  <a:lnTo>
                    <a:pt x="123146" y="293356"/>
                  </a:lnTo>
                  <a:lnTo>
                    <a:pt x="110832" y="293356"/>
                  </a:lnTo>
                  <a:lnTo>
                    <a:pt x="98517" y="293356"/>
                  </a:lnTo>
                  <a:lnTo>
                    <a:pt x="86202" y="293356"/>
                  </a:lnTo>
                  <a:lnTo>
                    <a:pt x="73888" y="293356"/>
                  </a:lnTo>
                  <a:lnTo>
                    <a:pt x="61573" y="293356"/>
                  </a:lnTo>
                  <a:lnTo>
                    <a:pt x="49258" y="293356"/>
                  </a:lnTo>
                  <a:lnTo>
                    <a:pt x="36944" y="293356"/>
                  </a:lnTo>
                  <a:lnTo>
                    <a:pt x="24629" y="293356"/>
                  </a:lnTo>
                  <a:lnTo>
                    <a:pt x="12314" y="293356"/>
                  </a:lnTo>
                  <a:lnTo>
                    <a:pt x="0" y="293356"/>
                  </a:lnTo>
                  <a:close/>
                </a:path>
              </a:pathLst>
            </a:custGeom>
            <a:solidFill>
              <a:srgbClr val="D8A23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562608" y="6152924"/>
              <a:ext cx="8006703" cy="538952"/>
            </a:xfrm>
            <a:custGeom>
              <a:avLst/>
              <a:pathLst>
                <a:path w="8006703" h="538952">
                  <a:moveTo>
                    <a:pt x="0" y="536844"/>
                  </a:moveTo>
                  <a:lnTo>
                    <a:pt x="16013" y="536416"/>
                  </a:lnTo>
                  <a:lnTo>
                    <a:pt x="32026" y="535980"/>
                  </a:lnTo>
                  <a:lnTo>
                    <a:pt x="48040" y="535553"/>
                  </a:lnTo>
                  <a:lnTo>
                    <a:pt x="64053" y="535154"/>
                  </a:lnTo>
                  <a:lnTo>
                    <a:pt x="80067" y="534797"/>
                  </a:lnTo>
                  <a:lnTo>
                    <a:pt x="96080" y="534494"/>
                  </a:lnTo>
                  <a:lnTo>
                    <a:pt x="112093" y="534249"/>
                  </a:lnTo>
                  <a:lnTo>
                    <a:pt x="128107" y="534061"/>
                  </a:lnTo>
                  <a:lnTo>
                    <a:pt x="144120" y="533923"/>
                  </a:lnTo>
                  <a:lnTo>
                    <a:pt x="160134" y="533821"/>
                  </a:lnTo>
                  <a:lnTo>
                    <a:pt x="176147" y="533732"/>
                  </a:lnTo>
                  <a:lnTo>
                    <a:pt x="192160" y="533633"/>
                  </a:lnTo>
                  <a:lnTo>
                    <a:pt x="208174" y="533490"/>
                  </a:lnTo>
                  <a:lnTo>
                    <a:pt x="224187" y="533269"/>
                  </a:lnTo>
                  <a:lnTo>
                    <a:pt x="240201" y="532937"/>
                  </a:lnTo>
                  <a:lnTo>
                    <a:pt x="256214" y="532458"/>
                  </a:lnTo>
                  <a:lnTo>
                    <a:pt x="272227" y="531820"/>
                  </a:lnTo>
                  <a:lnTo>
                    <a:pt x="288241" y="531029"/>
                  </a:lnTo>
                  <a:lnTo>
                    <a:pt x="304254" y="530111"/>
                  </a:lnTo>
                  <a:lnTo>
                    <a:pt x="320268" y="529116"/>
                  </a:lnTo>
                  <a:lnTo>
                    <a:pt x="336281" y="528112"/>
                  </a:lnTo>
                  <a:lnTo>
                    <a:pt x="352294" y="527175"/>
                  </a:lnTo>
                  <a:lnTo>
                    <a:pt x="368308" y="526379"/>
                  </a:lnTo>
                  <a:lnTo>
                    <a:pt x="384321" y="525783"/>
                  </a:lnTo>
                  <a:lnTo>
                    <a:pt x="400335" y="525422"/>
                  </a:lnTo>
                  <a:lnTo>
                    <a:pt x="416348" y="525299"/>
                  </a:lnTo>
                  <a:lnTo>
                    <a:pt x="432362" y="525391"/>
                  </a:lnTo>
                  <a:lnTo>
                    <a:pt x="448375" y="525652"/>
                  </a:lnTo>
                  <a:lnTo>
                    <a:pt x="464388" y="526024"/>
                  </a:lnTo>
                  <a:lnTo>
                    <a:pt x="480402" y="526451"/>
                  </a:lnTo>
                  <a:lnTo>
                    <a:pt x="496415" y="526888"/>
                  </a:lnTo>
                  <a:lnTo>
                    <a:pt x="512429" y="527311"/>
                  </a:lnTo>
                  <a:lnTo>
                    <a:pt x="528442" y="527714"/>
                  </a:lnTo>
                  <a:lnTo>
                    <a:pt x="544455" y="528105"/>
                  </a:lnTo>
                  <a:lnTo>
                    <a:pt x="560469" y="528500"/>
                  </a:lnTo>
                  <a:lnTo>
                    <a:pt x="576482" y="528914"/>
                  </a:lnTo>
                  <a:lnTo>
                    <a:pt x="592496" y="529350"/>
                  </a:lnTo>
                  <a:lnTo>
                    <a:pt x="608509" y="529804"/>
                  </a:lnTo>
                  <a:lnTo>
                    <a:pt x="624522" y="530261"/>
                  </a:lnTo>
                  <a:lnTo>
                    <a:pt x="640536" y="530699"/>
                  </a:lnTo>
                  <a:lnTo>
                    <a:pt x="656549" y="531099"/>
                  </a:lnTo>
                  <a:lnTo>
                    <a:pt x="672563" y="531439"/>
                  </a:lnTo>
                  <a:lnTo>
                    <a:pt x="688576" y="531702"/>
                  </a:lnTo>
                  <a:lnTo>
                    <a:pt x="704589" y="531876"/>
                  </a:lnTo>
                  <a:lnTo>
                    <a:pt x="720603" y="531956"/>
                  </a:lnTo>
                  <a:lnTo>
                    <a:pt x="736616" y="531944"/>
                  </a:lnTo>
                  <a:lnTo>
                    <a:pt x="752630" y="531854"/>
                  </a:lnTo>
                  <a:lnTo>
                    <a:pt x="768643" y="531714"/>
                  </a:lnTo>
                  <a:lnTo>
                    <a:pt x="784656" y="531561"/>
                  </a:lnTo>
                  <a:lnTo>
                    <a:pt x="800670" y="531440"/>
                  </a:lnTo>
                  <a:lnTo>
                    <a:pt x="816683" y="531391"/>
                  </a:lnTo>
                  <a:lnTo>
                    <a:pt x="832697" y="531446"/>
                  </a:lnTo>
                  <a:lnTo>
                    <a:pt x="848710" y="531621"/>
                  </a:lnTo>
                  <a:lnTo>
                    <a:pt x="864724" y="531915"/>
                  </a:lnTo>
                  <a:lnTo>
                    <a:pt x="880737" y="532313"/>
                  </a:lnTo>
                  <a:lnTo>
                    <a:pt x="896750" y="532789"/>
                  </a:lnTo>
                  <a:lnTo>
                    <a:pt x="912764" y="533315"/>
                  </a:lnTo>
                  <a:lnTo>
                    <a:pt x="928777" y="533862"/>
                  </a:lnTo>
                  <a:lnTo>
                    <a:pt x="944791" y="534406"/>
                  </a:lnTo>
                  <a:lnTo>
                    <a:pt x="960804" y="534926"/>
                  </a:lnTo>
                  <a:lnTo>
                    <a:pt x="976817" y="535406"/>
                  </a:lnTo>
                  <a:lnTo>
                    <a:pt x="992831" y="535831"/>
                  </a:lnTo>
                  <a:lnTo>
                    <a:pt x="1008844" y="536192"/>
                  </a:lnTo>
                  <a:lnTo>
                    <a:pt x="1024858" y="536481"/>
                  </a:lnTo>
                  <a:lnTo>
                    <a:pt x="1040871" y="536695"/>
                  </a:lnTo>
                  <a:lnTo>
                    <a:pt x="1056884" y="536832"/>
                  </a:lnTo>
                  <a:lnTo>
                    <a:pt x="1072898" y="536897"/>
                  </a:lnTo>
                  <a:lnTo>
                    <a:pt x="1088911" y="536897"/>
                  </a:lnTo>
                  <a:lnTo>
                    <a:pt x="1104925" y="536847"/>
                  </a:lnTo>
                  <a:lnTo>
                    <a:pt x="1120938" y="536768"/>
                  </a:lnTo>
                  <a:lnTo>
                    <a:pt x="1136951" y="536684"/>
                  </a:lnTo>
                  <a:lnTo>
                    <a:pt x="1152965" y="536620"/>
                  </a:lnTo>
                  <a:lnTo>
                    <a:pt x="1168978" y="536599"/>
                  </a:lnTo>
                  <a:lnTo>
                    <a:pt x="1184992" y="536639"/>
                  </a:lnTo>
                  <a:lnTo>
                    <a:pt x="1201005" y="536749"/>
                  </a:lnTo>
                  <a:lnTo>
                    <a:pt x="1217018" y="536925"/>
                  </a:lnTo>
                  <a:lnTo>
                    <a:pt x="1233032" y="537156"/>
                  </a:lnTo>
                  <a:lnTo>
                    <a:pt x="1249045" y="537422"/>
                  </a:lnTo>
                  <a:lnTo>
                    <a:pt x="1265059" y="537700"/>
                  </a:lnTo>
                  <a:lnTo>
                    <a:pt x="1281072" y="537970"/>
                  </a:lnTo>
                  <a:lnTo>
                    <a:pt x="1297086" y="538214"/>
                  </a:lnTo>
                  <a:lnTo>
                    <a:pt x="1313099" y="538421"/>
                  </a:lnTo>
                  <a:lnTo>
                    <a:pt x="1329112" y="538586"/>
                  </a:lnTo>
                  <a:lnTo>
                    <a:pt x="1345126" y="538711"/>
                  </a:lnTo>
                  <a:lnTo>
                    <a:pt x="1361139" y="538800"/>
                  </a:lnTo>
                  <a:lnTo>
                    <a:pt x="1377153" y="538861"/>
                  </a:lnTo>
                  <a:lnTo>
                    <a:pt x="1393166" y="538900"/>
                  </a:lnTo>
                  <a:lnTo>
                    <a:pt x="1409179" y="538923"/>
                  </a:lnTo>
                  <a:lnTo>
                    <a:pt x="1425193" y="538937"/>
                  </a:lnTo>
                  <a:lnTo>
                    <a:pt x="1441206" y="538945"/>
                  </a:lnTo>
                  <a:lnTo>
                    <a:pt x="1457220" y="538949"/>
                  </a:lnTo>
                  <a:lnTo>
                    <a:pt x="1473233" y="538950"/>
                  </a:lnTo>
                  <a:lnTo>
                    <a:pt x="1489246" y="538951"/>
                  </a:lnTo>
                  <a:lnTo>
                    <a:pt x="1505260" y="538952"/>
                  </a:lnTo>
                  <a:lnTo>
                    <a:pt x="1521273" y="538952"/>
                  </a:lnTo>
                  <a:lnTo>
                    <a:pt x="1537287" y="538952"/>
                  </a:lnTo>
                  <a:lnTo>
                    <a:pt x="1553300" y="538952"/>
                  </a:lnTo>
                  <a:lnTo>
                    <a:pt x="1569313" y="538952"/>
                  </a:lnTo>
                  <a:lnTo>
                    <a:pt x="1585327" y="538952"/>
                  </a:lnTo>
                  <a:lnTo>
                    <a:pt x="1601340" y="538952"/>
                  </a:lnTo>
                  <a:lnTo>
                    <a:pt x="1617354" y="538952"/>
                  </a:lnTo>
                  <a:lnTo>
                    <a:pt x="1633367" y="538952"/>
                  </a:lnTo>
                  <a:lnTo>
                    <a:pt x="1649380" y="538952"/>
                  </a:lnTo>
                  <a:lnTo>
                    <a:pt x="1665394" y="538952"/>
                  </a:lnTo>
                  <a:lnTo>
                    <a:pt x="1681407" y="538952"/>
                  </a:lnTo>
                  <a:lnTo>
                    <a:pt x="1697421" y="538952"/>
                  </a:lnTo>
                  <a:lnTo>
                    <a:pt x="1713434" y="538952"/>
                  </a:lnTo>
                  <a:lnTo>
                    <a:pt x="1729448" y="538952"/>
                  </a:lnTo>
                  <a:lnTo>
                    <a:pt x="1745461" y="538952"/>
                  </a:lnTo>
                  <a:lnTo>
                    <a:pt x="1761474" y="538952"/>
                  </a:lnTo>
                  <a:lnTo>
                    <a:pt x="1777488" y="538952"/>
                  </a:lnTo>
                  <a:lnTo>
                    <a:pt x="1793501" y="538952"/>
                  </a:lnTo>
                  <a:lnTo>
                    <a:pt x="1809515" y="538952"/>
                  </a:lnTo>
                  <a:lnTo>
                    <a:pt x="1825528" y="538952"/>
                  </a:lnTo>
                  <a:lnTo>
                    <a:pt x="1841541" y="538952"/>
                  </a:lnTo>
                  <a:lnTo>
                    <a:pt x="1857555" y="538952"/>
                  </a:lnTo>
                  <a:lnTo>
                    <a:pt x="1873568" y="538952"/>
                  </a:lnTo>
                  <a:lnTo>
                    <a:pt x="1889582" y="538952"/>
                  </a:lnTo>
                  <a:lnTo>
                    <a:pt x="1905595" y="538952"/>
                  </a:lnTo>
                  <a:lnTo>
                    <a:pt x="1921608" y="538952"/>
                  </a:lnTo>
                  <a:lnTo>
                    <a:pt x="1937622" y="538952"/>
                  </a:lnTo>
                  <a:lnTo>
                    <a:pt x="1953635" y="538952"/>
                  </a:lnTo>
                  <a:lnTo>
                    <a:pt x="1969649" y="538952"/>
                  </a:lnTo>
                  <a:lnTo>
                    <a:pt x="1985662" y="538952"/>
                  </a:lnTo>
                  <a:lnTo>
                    <a:pt x="2001675" y="538952"/>
                  </a:lnTo>
                  <a:lnTo>
                    <a:pt x="2017689" y="538952"/>
                  </a:lnTo>
                  <a:lnTo>
                    <a:pt x="2033702" y="538952"/>
                  </a:lnTo>
                  <a:lnTo>
                    <a:pt x="2049716" y="538952"/>
                  </a:lnTo>
                  <a:lnTo>
                    <a:pt x="2065729" y="538952"/>
                  </a:lnTo>
                  <a:lnTo>
                    <a:pt x="2081742" y="538952"/>
                  </a:lnTo>
                  <a:lnTo>
                    <a:pt x="2097756" y="538952"/>
                  </a:lnTo>
                  <a:lnTo>
                    <a:pt x="2113769" y="538952"/>
                  </a:lnTo>
                  <a:lnTo>
                    <a:pt x="2129783" y="538951"/>
                  </a:lnTo>
                  <a:lnTo>
                    <a:pt x="2145796" y="538950"/>
                  </a:lnTo>
                  <a:lnTo>
                    <a:pt x="2161810" y="538947"/>
                  </a:lnTo>
                  <a:lnTo>
                    <a:pt x="2177823" y="538942"/>
                  </a:lnTo>
                  <a:lnTo>
                    <a:pt x="2193836" y="538932"/>
                  </a:lnTo>
                  <a:lnTo>
                    <a:pt x="2209850" y="538916"/>
                  </a:lnTo>
                  <a:lnTo>
                    <a:pt x="2225863" y="538889"/>
                  </a:lnTo>
                  <a:lnTo>
                    <a:pt x="2241877" y="538847"/>
                  </a:lnTo>
                  <a:lnTo>
                    <a:pt x="2257890" y="538785"/>
                  </a:lnTo>
                  <a:lnTo>
                    <a:pt x="2273903" y="538699"/>
                  </a:lnTo>
                  <a:lnTo>
                    <a:pt x="2289917" y="538583"/>
                  </a:lnTo>
                  <a:lnTo>
                    <a:pt x="2305930" y="538436"/>
                  </a:lnTo>
                  <a:lnTo>
                    <a:pt x="2321944" y="538256"/>
                  </a:lnTo>
                  <a:lnTo>
                    <a:pt x="2337957" y="538043"/>
                  </a:lnTo>
                  <a:lnTo>
                    <a:pt x="2353970" y="537799"/>
                  </a:lnTo>
                  <a:lnTo>
                    <a:pt x="2369984" y="537524"/>
                  </a:lnTo>
                  <a:lnTo>
                    <a:pt x="2385997" y="537217"/>
                  </a:lnTo>
                  <a:lnTo>
                    <a:pt x="2402011" y="536876"/>
                  </a:lnTo>
                  <a:lnTo>
                    <a:pt x="2418024" y="536497"/>
                  </a:lnTo>
                  <a:lnTo>
                    <a:pt x="2434037" y="536082"/>
                  </a:lnTo>
                  <a:lnTo>
                    <a:pt x="2450051" y="535636"/>
                  </a:lnTo>
                  <a:lnTo>
                    <a:pt x="2466064" y="535174"/>
                  </a:lnTo>
                  <a:lnTo>
                    <a:pt x="2482078" y="534718"/>
                  </a:lnTo>
                  <a:lnTo>
                    <a:pt x="2498091" y="534296"/>
                  </a:lnTo>
                  <a:lnTo>
                    <a:pt x="2514104" y="533937"/>
                  </a:lnTo>
                  <a:lnTo>
                    <a:pt x="2530118" y="533666"/>
                  </a:lnTo>
                  <a:lnTo>
                    <a:pt x="2546131" y="533497"/>
                  </a:lnTo>
                  <a:lnTo>
                    <a:pt x="2562145" y="533428"/>
                  </a:lnTo>
                  <a:lnTo>
                    <a:pt x="2578158" y="533437"/>
                  </a:lnTo>
                  <a:lnTo>
                    <a:pt x="2594172" y="533482"/>
                  </a:lnTo>
                  <a:lnTo>
                    <a:pt x="2610185" y="533506"/>
                  </a:lnTo>
                  <a:lnTo>
                    <a:pt x="2626198" y="533443"/>
                  </a:lnTo>
                  <a:lnTo>
                    <a:pt x="2642212" y="533225"/>
                  </a:lnTo>
                  <a:lnTo>
                    <a:pt x="2658225" y="532800"/>
                  </a:lnTo>
                  <a:lnTo>
                    <a:pt x="2674239" y="532133"/>
                  </a:lnTo>
                  <a:lnTo>
                    <a:pt x="2690252" y="531216"/>
                  </a:lnTo>
                  <a:lnTo>
                    <a:pt x="2706265" y="530064"/>
                  </a:lnTo>
                  <a:lnTo>
                    <a:pt x="2722279" y="528710"/>
                  </a:lnTo>
                  <a:lnTo>
                    <a:pt x="2738292" y="527197"/>
                  </a:lnTo>
                  <a:lnTo>
                    <a:pt x="2754306" y="525561"/>
                  </a:lnTo>
                  <a:lnTo>
                    <a:pt x="2770319" y="523825"/>
                  </a:lnTo>
                  <a:lnTo>
                    <a:pt x="2786332" y="521993"/>
                  </a:lnTo>
                  <a:lnTo>
                    <a:pt x="2802346" y="520057"/>
                  </a:lnTo>
                  <a:lnTo>
                    <a:pt x="2818359" y="518006"/>
                  </a:lnTo>
                  <a:lnTo>
                    <a:pt x="2834373" y="515833"/>
                  </a:lnTo>
                  <a:lnTo>
                    <a:pt x="2850386" y="513554"/>
                  </a:lnTo>
                  <a:lnTo>
                    <a:pt x="2866399" y="511206"/>
                  </a:lnTo>
                  <a:lnTo>
                    <a:pt x="2882413" y="508842"/>
                  </a:lnTo>
                  <a:lnTo>
                    <a:pt x="2898426" y="506530"/>
                  </a:lnTo>
                  <a:lnTo>
                    <a:pt x="2914440" y="504333"/>
                  </a:lnTo>
                  <a:lnTo>
                    <a:pt x="2930453" y="502302"/>
                  </a:lnTo>
                  <a:lnTo>
                    <a:pt x="2946467" y="500473"/>
                  </a:lnTo>
                  <a:lnTo>
                    <a:pt x="2962480" y="498863"/>
                  </a:lnTo>
                  <a:lnTo>
                    <a:pt x="2978493" y="497470"/>
                  </a:lnTo>
                  <a:lnTo>
                    <a:pt x="2994507" y="496281"/>
                  </a:lnTo>
                  <a:lnTo>
                    <a:pt x="3010520" y="495267"/>
                  </a:lnTo>
                  <a:lnTo>
                    <a:pt x="3026534" y="494387"/>
                  </a:lnTo>
                  <a:lnTo>
                    <a:pt x="3042547" y="493586"/>
                  </a:lnTo>
                  <a:lnTo>
                    <a:pt x="3058560" y="492794"/>
                  </a:lnTo>
                  <a:lnTo>
                    <a:pt x="3074574" y="491931"/>
                  </a:lnTo>
                  <a:lnTo>
                    <a:pt x="3090587" y="490915"/>
                  </a:lnTo>
                  <a:lnTo>
                    <a:pt x="3106601" y="489671"/>
                  </a:lnTo>
                  <a:lnTo>
                    <a:pt x="3122614" y="488138"/>
                  </a:lnTo>
                  <a:lnTo>
                    <a:pt x="3138627" y="486279"/>
                  </a:lnTo>
                  <a:lnTo>
                    <a:pt x="3154641" y="484078"/>
                  </a:lnTo>
                  <a:lnTo>
                    <a:pt x="3170654" y="481538"/>
                  </a:lnTo>
                  <a:lnTo>
                    <a:pt x="3186668" y="478676"/>
                  </a:lnTo>
                  <a:lnTo>
                    <a:pt x="3202681" y="475507"/>
                  </a:lnTo>
                  <a:lnTo>
                    <a:pt x="3218694" y="472070"/>
                  </a:lnTo>
                  <a:lnTo>
                    <a:pt x="3234708" y="468390"/>
                  </a:lnTo>
                  <a:lnTo>
                    <a:pt x="3250721" y="464488"/>
                  </a:lnTo>
                  <a:lnTo>
                    <a:pt x="3266735" y="460382"/>
                  </a:lnTo>
                  <a:lnTo>
                    <a:pt x="3282748" y="456082"/>
                  </a:lnTo>
                  <a:lnTo>
                    <a:pt x="3298761" y="451597"/>
                  </a:lnTo>
                  <a:lnTo>
                    <a:pt x="3314775" y="446934"/>
                  </a:lnTo>
                  <a:lnTo>
                    <a:pt x="3330788" y="442104"/>
                  </a:lnTo>
                  <a:lnTo>
                    <a:pt x="3346802" y="437122"/>
                  </a:lnTo>
                  <a:lnTo>
                    <a:pt x="3362815" y="432008"/>
                  </a:lnTo>
                  <a:lnTo>
                    <a:pt x="3378829" y="426779"/>
                  </a:lnTo>
                  <a:lnTo>
                    <a:pt x="3394842" y="421446"/>
                  </a:lnTo>
                  <a:lnTo>
                    <a:pt x="3410855" y="416009"/>
                  </a:lnTo>
                  <a:lnTo>
                    <a:pt x="3426869" y="410460"/>
                  </a:lnTo>
                  <a:lnTo>
                    <a:pt x="3442882" y="404788"/>
                  </a:lnTo>
                  <a:lnTo>
                    <a:pt x="3458896" y="398988"/>
                  </a:lnTo>
                  <a:lnTo>
                    <a:pt x="3474909" y="393068"/>
                  </a:lnTo>
                  <a:lnTo>
                    <a:pt x="3490922" y="387041"/>
                  </a:lnTo>
                  <a:lnTo>
                    <a:pt x="3506936" y="380923"/>
                  </a:lnTo>
                  <a:lnTo>
                    <a:pt x="3522949" y="374711"/>
                  </a:lnTo>
                  <a:lnTo>
                    <a:pt x="3538963" y="368373"/>
                  </a:lnTo>
                  <a:lnTo>
                    <a:pt x="3554976" y="361845"/>
                  </a:lnTo>
                  <a:lnTo>
                    <a:pt x="3570989" y="355035"/>
                  </a:lnTo>
                  <a:lnTo>
                    <a:pt x="3587003" y="347836"/>
                  </a:lnTo>
                  <a:lnTo>
                    <a:pt x="3603016" y="340142"/>
                  </a:lnTo>
                  <a:lnTo>
                    <a:pt x="3619030" y="331839"/>
                  </a:lnTo>
                  <a:lnTo>
                    <a:pt x="3635043" y="322870"/>
                  </a:lnTo>
                  <a:lnTo>
                    <a:pt x="3651056" y="313193"/>
                  </a:lnTo>
                  <a:lnTo>
                    <a:pt x="3667070" y="302776"/>
                  </a:lnTo>
                  <a:lnTo>
                    <a:pt x="3683083" y="291608"/>
                  </a:lnTo>
                  <a:lnTo>
                    <a:pt x="3699097" y="279697"/>
                  </a:lnTo>
                  <a:lnTo>
                    <a:pt x="3715110" y="267077"/>
                  </a:lnTo>
                  <a:lnTo>
                    <a:pt x="3731123" y="253816"/>
                  </a:lnTo>
                  <a:lnTo>
                    <a:pt x="3747137" y="240014"/>
                  </a:lnTo>
                  <a:lnTo>
                    <a:pt x="3763150" y="225803"/>
                  </a:lnTo>
                  <a:lnTo>
                    <a:pt x="3779164" y="211329"/>
                  </a:lnTo>
                  <a:lnTo>
                    <a:pt x="3795177" y="196726"/>
                  </a:lnTo>
                  <a:lnTo>
                    <a:pt x="3811191" y="182100"/>
                  </a:lnTo>
                  <a:lnTo>
                    <a:pt x="3827204" y="167500"/>
                  </a:lnTo>
                  <a:lnTo>
                    <a:pt x="3843217" y="152920"/>
                  </a:lnTo>
                  <a:lnTo>
                    <a:pt x="3859231" y="138311"/>
                  </a:lnTo>
                  <a:lnTo>
                    <a:pt x="3875244" y="123599"/>
                  </a:lnTo>
                  <a:lnTo>
                    <a:pt x="3891258" y="108735"/>
                  </a:lnTo>
                  <a:lnTo>
                    <a:pt x="3907271" y="93722"/>
                  </a:lnTo>
                  <a:lnTo>
                    <a:pt x="3923284" y="78659"/>
                  </a:lnTo>
                  <a:lnTo>
                    <a:pt x="3939298" y="63756"/>
                  </a:lnTo>
                  <a:lnTo>
                    <a:pt x="3955311" y="49347"/>
                  </a:lnTo>
                  <a:lnTo>
                    <a:pt x="3971325" y="35870"/>
                  </a:lnTo>
                  <a:lnTo>
                    <a:pt x="3987338" y="23837"/>
                  </a:lnTo>
                  <a:lnTo>
                    <a:pt x="4003351" y="13783"/>
                  </a:lnTo>
                  <a:lnTo>
                    <a:pt x="4019365" y="6196"/>
                  </a:lnTo>
                  <a:lnTo>
                    <a:pt x="4035378" y="1541"/>
                  </a:lnTo>
                  <a:lnTo>
                    <a:pt x="4051392" y="0"/>
                  </a:lnTo>
                  <a:lnTo>
                    <a:pt x="4067405" y="1519"/>
                  </a:lnTo>
                  <a:lnTo>
                    <a:pt x="4083418" y="5885"/>
                  </a:lnTo>
                  <a:lnTo>
                    <a:pt x="4099432" y="12704"/>
                  </a:lnTo>
                  <a:lnTo>
                    <a:pt x="4115445" y="21404"/>
                  </a:lnTo>
                  <a:lnTo>
                    <a:pt x="4131459" y="31344"/>
                  </a:lnTo>
                  <a:lnTo>
                    <a:pt x="4147472" y="41864"/>
                  </a:lnTo>
                  <a:lnTo>
                    <a:pt x="4163485" y="52346"/>
                  </a:lnTo>
                  <a:lnTo>
                    <a:pt x="4179499" y="62280"/>
                  </a:lnTo>
                  <a:lnTo>
                    <a:pt x="4195512" y="71306"/>
                  </a:lnTo>
                  <a:lnTo>
                    <a:pt x="4211526" y="79253"/>
                  </a:lnTo>
                  <a:lnTo>
                    <a:pt x="4227539" y="86145"/>
                  </a:lnTo>
                  <a:lnTo>
                    <a:pt x="4243553" y="92177"/>
                  </a:lnTo>
                  <a:lnTo>
                    <a:pt x="4259566" y="97665"/>
                  </a:lnTo>
                  <a:lnTo>
                    <a:pt x="4275579" y="102975"/>
                  </a:lnTo>
                  <a:lnTo>
                    <a:pt x="4291593" y="108448"/>
                  </a:lnTo>
                  <a:lnTo>
                    <a:pt x="4307606" y="114338"/>
                  </a:lnTo>
                  <a:lnTo>
                    <a:pt x="4323620" y="120780"/>
                  </a:lnTo>
                  <a:lnTo>
                    <a:pt x="4339633" y="127792"/>
                  </a:lnTo>
                  <a:lnTo>
                    <a:pt x="4355646" y="135307"/>
                  </a:lnTo>
                  <a:lnTo>
                    <a:pt x="4371660" y="143223"/>
                  </a:lnTo>
                  <a:lnTo>
                    <a:pt x="4387673" y="151454"/>
                  </a:lnTo>
                  <a:lnTo>
                    <a:pt x="4403687" y="159960"/>
                  </a:lnTo>
                  <a:lnTo>
                    <a:pt x="4419700" y="168762"/>
                  </a:lnTo>
                  <a:lnTo>
                    <a:pt x="4435713" y="177926"/>
                  </a:lnTo>
                  <a:lnTo>
                    <a:pt x="4451727" y="187543"/>
                  </a:lnTo>
                  <a:lnTo>
                    <a:pt x="4467740" y="197684"/>
                  </a:lnTo>
                  <a:lnTo>
                    <a:pt x="4483754" y="208347"/>
                  </a:lnTo>
                  <a:lnTo>
                    <a:pt x="4499767" y="219473"/>
                  </a:lnTo>
                  <a:lnTo>
                    <a:pt x="4515780" y="230942"/>
                  </a:lnTo>
                  <a:lnTo>
                    <a:pt x="4531794" y="242585"/>
                  </a:lnTo>
                  <a:lnTo>
                    <a:pt x="4547807" y="254218"/>
                  </a:lnTo>
                  <a:lnTo>
                    <a:pt x="4563821" y="265672"/>
                  </a:lnTo>
                  <a:lnTo>
                    <a:pt x="4579834" y="276822"/>
                  </a:lnTo>
                  <a:lnTo>
                    <a:pt x="4595847" y="287612"/>
                  </a:lnTo>
                  <a:lnTo>
                    <a:pt x="4611861" y="298051"/>
                  </a:lnTo>
                  <a:lnTo>
                    <a:pt x="4627874" y="308200"/>
                  </a:lnTo>
                  <a:lnTo>
                    <a:pt x="4643888" y="318146"/>
                  </a:lnTo>
                  <a:lnTo>
                    <a:pt x="4659901" y="327970"/>
                  </a:lnTo>
                  <a:lnTo>
                    <a:pt x="4675915" y="337722"/>
                  </a:lnTo>
                  <a:lnTo>
                    <a:pt x="4691928" y="347405"/>
                  </a:lnTo>
                  <a:lnTo>
                    <a:pt x="4707941" y="356978"/>
                  </a:lnTo>
                  <a:lnTo>
                    <a:pt x="4723955" y="366363"/>
                  </a:lnTo>
                  <a:lnTo>
                    <a:pt x="4739968" y="375454"/>
                  </a:lnTo>
                  <a:lnTo>
                    <a:pt x="4755982" y="384136"/>
                  </a:lnTo>
                  <a:lnTo>
                    <a:pt x="4771995" y="392289"/>
                  </a:lnTo>
                  <a:lnTo>
                    <a:pt x="4788008" y="399804"/>
                  </a:lnTo>
                  <a:lnTo>
                    <a:pt x="4804022" y="406595"/>
                  </a:lnTo>
                  <a:lnTo>
                    <a:pt x="4820035" y="412618"/>
                  </a:lnTo>
                  <a:lnTo>
                    <a:pt x="4836049" y="417884"/>
                  </a:lnTo>
                  <a:lnTo>
                    <a:pt x="4852062" y="422464"/>
                  </a:lnTo>
                  <a:lnTo>
                    <a:pt x="4868075" y="426481"/>
                  </a:lnTo>
                  <a:lnTo>
                    <a:pt x="4884089" y="430082"/>
                  </a:lnTo>
                  <a:lnTo>
                    <a:pt x="4900102" y="433437"/>
                  </a:lnTo>
                  <a:lnTo>
                    <a:pt x="4916116" y="436658"/>
                  </a:lnTo>
                  <a:lnTo>
                    <a:pt x="4932129" y="439809"/>
                  </a:lnTo>
                  <a:lnTo>
                    <a:pt x="4948142" y="442903"/>
                  </a:lnTo>
                  <a:lnTo>
                    <a:pt x="4964156" y="445915"/>
                  </a:lnTo>
                  <a:lnTo>
                    <a:pt x="4980169" y="448794"/>
                  </a:lnTo>
                  <a:lnTo>
                    <a:pt x="4996183" y="451481"/>
                  </a:lnTo>
                  <a:lnTo>
                    <a:pt x="5012196" y="453912"/>
                  </a:lnTo>
                  <a:lnTo>
                    <a:pt x="5028209" y="456029"/>
                  </a:lnTo>
                  <a:lnTo>
                    <a:pt x="5044223" y="457779"/>
                  </a:lnTo>
                  <a:lnTo>
                    <a:pt x="5060236" y="459118"/>
                  </a:lnTo>
                  <a:lnTo>
                    <a:pt x="5076250" y="460019"/>
                  </a:lnTo>
                  <a:lnTo>
                    <a:pt x="5092263" y="460476"/>
                  </a:lnTo>
                  <a:lnTo>
                    <a:pt x="5108277" y="460506"/>
                  </a:lnTo>
                  <a:lnTo>
                    <a:pt x="5124290" y="460146"/>
                  </a:lnTo>
                  <a:lnTo>
                    <a:pt x="5140303" y="459450"/>
                  </a:lnTo>
                  <a:lnTo>
                    <a:pt x="5156317" y="458483"/>
                  </a:lnTo>
                  <a:lnTo>
                    <a:pt x="5172330" y="457310"/>
                  </a:lnTo>
                  <a:lnTo>
                    <a:pt x="5188344" y="455996"/>
                  </a:lnTo>
                  <a:lnTo>
                    <a:pt x="5204357" y="454600"/>
                  </a:lnTo>
                  <a:lnTo>
                    <a:pt x="5220370" y="453182"/>
                  </a:lnTo>
                  <a:lnTo>
                    <a:pt x="5236384" y="451799"/>
                  </a:lnTo>
                  <a:lnTo>
                    <a:pt x="5252397" y="450516"/>
                  </a:lnTo>
                  <a:lnTo>
                    <a:pt x="5268411" y="449403"/>
                  </a:lnTo>
                  <a:lnTo>
                    <a:pt x="5284424" y="448543"/>
                  </a:lnTo>
                  <a:lnTo>
                    <a:pt x="5300437" y="448035"/>
                  </a:lnTo>
                  <a:lnTo>
                    <a:pt x="5316451" y="447951"/>
                  </a:lnTo>
                  <a:lnTo>
                    <a:pt x="5332464" y="448342"/>
                  </a:lnTo>
                  <a:lnTo>
                    <a:pt x="5348478" y="449227"/>
                  </a:lnTo>
                  <a:lnTo>
                    <a:pt x="5364491" y="450575"/>
                  </a:lnTo>
                  <a:lnTo>
                    <a:pt x="5380504" y="452310"/>
                  </a:lnTo>
                  <a:lnTo>
                    <a:pt x="5396518" y="454310"/>
                  </a:lnTo>
                  <a:lnTo>
                    <a:pt x="5412531" y="456427"/>
                  </a:lnTo>
                  <a:lnTo>
                    <a:pt x="5428545" y="458503"/>
                  </a:lnTo>
                  <a:lnTo>
                    <a:pt x="5444558" y="460388"/>
                  </a:lnTo>
                  <a:lnTo>
                    <a:pt x="5460572" y="461962"/>
                  </a:lnTo>
                  <a:lnTo>
                    <a:pt x="5476585" y="463144"/>
                  </a:lnTo>
                  <a:lnTo>
                    <a:pt x="5492598" y="463906"/>
                  </a:lnTo>
                  <a:lnTo>
                    <a:pt x="5508612" y="464273"/>
                  </a:lnTo>
                  <a:lnTo>
                    <a:pt x="5524625" y="464325"/>
                  </a:lnTo>
                  <a:lnTo>
                    <a:pt x="5540639" y="464186"/>
                  </a:lnTo>
                  <a:lnTo>
                    <a:pt x="5556652" y="464007"/>
                  </a:lnTo>
                  <a:lnTo>
                    <a:pt x="5572665" y="463947"/>
                  </a:lnTo>
                  <a:lnTo>
                    <a:pt x="5588679" y="464143"/>
                  </a:lnTo>
                  <a:lnTo>
                    <a:pt x="5604692" y="464691"/>
                  </a:lnTo>
                  <a:lnTo>
                    <a:pt x="5620706" y="465630"/>
                  </a:lnTo>
                  <a:lnTo>
                    <a:pt x="5636719" y="466936"/>
                  </a:lnTo>
                  <a:lnTo>
                    <a:pt x="5652732" y="468535"/>
                  </a:lnTo>
                  <a:lnTo>
                    <a:pt x="5668746" y="470318"/>
                  </a:lnTo>
                  <a:lnTo>
                    <a:pt x="5684759" y="472176"/>
                  </a:lnTo>
                  <a:lnTo>
                    <a:pt x="5700773" y="474016"/>
                  </a:lnTo>
                  <a:lnTo>
                    <a:pt x="5716786" y="475785"/>
                  </a:lnTo>
                  <a:lnTo>
                    <a:pt x="5732799" y="477479"/>
                  </a:lnTo>
                  <a:lnTo>
                    <a:pt x="5748813" y="479135"/>
                  </a:lnTo>
                  <a:lnTo>
                    <a:pt x="5764826" y="480808"/>
                  </a:lnTo>
                  <a:lnTo>
                    <a:pt x="5780840" y="482556"/>
                  </a:lnTo>
                  <a:lnTo>
                    <a:pt x="5796853" y="484419"/>
                  </a:lnTo>
                  <a:lnTo>
                    <a:pt x="5812866" y="486408"/>
                  </a:lnTo>
                  <a:lnTo>
                    <a:pt x="5828880" y="488503"/>
                  </a:lnTo>
                  <a:lnTo>
                    <a:pt x="5844893" y="490658"/>
                  </a:lnTo>
                  <a:lnTo>
                    <a:pt x="5860907" y="492809"/>
                  </a:lnTo>
                  <a:lnTo>
                    <a:pt x="5876920" y="494887"/>
                  </a:lnTo>
                  <a:lnTo>
                    <a:pt x="5892934" y="496831"/>
                  </a:lnTo>
                  <a:lnTo>
                    <a:pt x="5908947" y="498599"/>
                  </a:lnTo>
                  <a:lnTo>
                    <a:pt x="5924960" y="500172"/>
                  </a:lnTo>
                  <a:lnTo>
                    <a:pt x="5940974" y="501553"/>
                  </a:lnTo>
                  <a:lnTo>
                    <a:pt x="5956987" y="502763"/>
                  </a:lnTo>
                  <a:lnTo>
                    <a:pt x="5973001" y="503830"/>
                  </a:lnTo>
                  <a:lnTo>
                    <a:pt x="5989014" y="504785"/>
                  </a:lnTo>
                  <a:lnTo>
                    <a:pt x="6005027" y="505654"/>
                  </a:lnTo>
                  <a:lnTo>
                    <a:pt x="6021041" y="506459"/>
                  </a:lnTo>
                  <a:lnTo>
                    <a:pt x="6037054" y="507226"/>
                  </a:lnTo>
                  <a:lnTo>
                    <a:pt x="6053068" y="507979"/>
                  </a:lnTo>
                  <a:lnTo>
                    <a:pt x="6069081" y="508749"/>
                  </a:lnTo>
                  <a:lnTo>
                    <a:pt x="6085094" y="509568"/>
                  </a:lnTo>
                  <a:lnTo>
                    <a:pt x="6101108" y="510458"/>
                  </a:lnTo>
                  <a:lnTo>
                    <a:pt x="6117121" y="511429"/>
                  </a:lnTo>
                  <a:lnTo>
                    <a:pt x="6133135" y="512465"/>
                  </a:lnTo>
                  <a:lnTo>
                    <a:pt x="6149148" y="513521"/>
                  </a:lnTo>
                  <a:lnTo>
                    <a:pt x="6165161" y="514527"/>
                  </a:lnTo>
                  <a:lnTo>
                    <a:pt x="6181175" y="515402"/>
                  </a:lnTo>
                  <a:lnTo>
                    <a:pt x="6197188" y="516061"/>
                  </a:lnTo>
                  <a:lnTo>
                    <a:pt x="6213202" y="516432"/>
                  </a:lnTo>
                  <a:lnTo>
                    <a:pt x="6229215" y="516462"/>
                  </a:lnTo>
                  <a:lnTo>
                    <a:pt x="6245228" y="516127"/>
                  </a:lnTo>
                  <a:lnTo>
                    <a:pt x="6261242" y="515434"/>
                  </a:lnTo>
                  <a:lnTo>
                    <a:pt x="6277255" y="514420"/>
                  </a:lnTo>
                  <a:lnTo>
                    <a:pt x="6293269" y="513149"/>
                  </a:lnTo>
                  <a:lnTo>
                    <a:pt x="6309282" y="511706"/>
                  </a:lnTo>
                  <a:lnTo>
                    <a:pt x="6325296" y="510187"/>
                  </a:lnTo>
                  <a:lnTo>
                    <a:pt x="6341309" y="508694"/>
                  </a:lnTo>
                  <a:lnTo>
                    <a:pt x="6357322" y="507327"/>
                  </a:lnTo>
                  <a:lnTo>
                    <a:pt x="6373336" y="506172"/>
                  </a:lnTo>
                  <a:lnTo>
                    <a:pt x="6389349" y="505301"/>
                  </a:lnTo>
                  <a:lnTo>
                    <a:pt x="6405363" y="504761"/>
                  </a:lnTo>
                  <a:lnTo>
                    <a:pt x="6421376" y="504570"/>
                  </a:lnTo>
                  <a:lnTo>
                    <a:pt x="6437389" y="504715"/>
                  </a:lnTo>
                  <a:lnTo>
                    <a:pt x="6453403" y="505149"/>
                  </a:lnTo>
                  <a:lnTo>
                    <a:pt x="6469416" y="505798"/>
                  </a:lnTo>
                  <a:lnTo>
                    <a:pt x="6485430" y="506568"/>
                  </a:lnTo>
                  <a:lnTo>
                    <a:pt x="6501443" y="507360"/>
                  </a:lnTo>
                  <a:lnTo>
                    <a:pt x="6517456" y="508091"/>
                  </a:lnTo>
                  <a:lnTo>
                    <a:pt x="6533470" y="508701"/>
                  </a:lnTo>
                  <a:lnTo>
                    <a:pt x="6549483" y="509171"/>
                  </a:lnTo>
                  <a:lnTo>
                    <a:pt x="6565497" y="509514"/>
                  </a:lnTo>
                  <a:lnTo>
                    <a:pt x="6581510" y="509777"/>
                  </a:lnTo>
                  <a:lnTo>
                    <a:pt x="6597523" y="510010"/>
                  </a:lnTo>
                  <a:lnTo>
                    <a:pt x="6613537" y="510253"/>
                  </a:lnTo>
                  <a:lnTo>
                    <a:pt x="6629550" y="510523"/>
                  </a:lnTo>
                  <a:lnTo>
                    <a:pt x="6645564" y="510823"/>
                  </a:lnTo>
                  <a:lnTo>
                    <a:pt x="6661577" y="511137"/>
                  </a:lnTo>
                  <a:lnTo>
                    <a:pt x="6677590" y="511446"/>
                  </a:lnTo>
                  <a:lnTo>
                    <a:pt x="6693604" y="511732"/>
                  </a:lnTo>
                  <a:lnTo>
                    <a:pt x="6709617" y="511986"/>
                  </a:lnTo>
                  <a:lnTo>
                    <a:pt x="6725631" y="512202"/>
                  </a:lnTo>
                  <a:lnTo>
                    <a:pt x="6741644" y="512380"/>
                  </a:lnTo>
                  <a:lnTo>
                    <a:pt x="6757658" y="512525"/>
                  </a:lnTo>
                  <a:lnTo>
                    <a:pt x="6773671" y="512642"/>
                  </a:lnTo>
                  <a:lnTo>
                    <a:pt x="6789684" y="512743"/>
                  </a:lnTo>
                  <a:lnTo>
                    <a:pt x="6805698" y="512843"/>
                  </a:lnTo>
                  <a:lnTo>
                    <a:pt x="6821711" y="512962"/>
                  </a:lnTo>
                  <a:lnTo>
                    <a:pt x="6837725" y="513120"/>
                  </a:lnTo>
                  <a:lnTo>
                    <a:pt x="6853738" y="513330"/>
                  </a:lnTo>
                  <a:lnTo>
                    <a:pt x="6869751" y="513601"/>
                  </a:lnTo>
                  <a:lnTo>
                    <a:pt x="6885765" y="513931"/>
                  </a:lnTo>
                  <a:lnTo>
                    <a:pt x="6901778" y="514314"/>
                  </a:lnTo>
                  <a:lnTo>
                    <a:pt x="6917792" y="514744"/>
                  </a:lnTo>
                  <a:lnTo>
                    <a:pt x="6933805" y="515221"/>
                  </a:lnTo>
                  <a:lnTo>
                    <a:pt x="6949818" y="515754"/>
                  </a:lnTo>
                  <a:lnTo>
                    <a:pt x="6965832" y="516352"/>
                  </a:lnTo>
                  <a:lnTo>
                    <a:pt x="6981845" y="517023"/>
                  </a:lnTo>
                  <a:lnTo>
                    <a:pt x="6997859" y="517759"/>
                  </a:lnTo>
                  <a:lnTo>
                    <a:pt x="7013872" y="518534"/>
                  </a:lnTo>
                  <a:lnTo>
                    <a:pt x="7029885" y="519315"/>
                  </a:lnTo>
                  <a:lnTo>
                    <a:pt x="7045899" y="520066"/>
                  </a:lnTo>
                  <a:lnTo>
                    <a:pt x="7061912" y="520761"/>
                  </a:lnTo>
                  <a:lnTo>
                    <a:pt x="7077926" y="521390"/>
                  </a:lnTo>
                  <a:lnTo>
                    <a:pt x="7093939" y="521963"/>
                  </a:lnTo>
                  <a:lnTo>
                    <a:pt x="7109952" y="522502"/>
                  </a:lnTo>
                  <a:lnTo>
                    <a:pt x="7125966" y="523034"/>
                  </a:lnTo>
                  <a:lnTo>
                    <a:pt x="7141979" y="523578"/>
                  </a:lnTo>
                  <a:lnTo>
                    <a:pt x="7157993" y="524140"/>
                  </a:lnTo>
                  <a:lnTo>
                    <a:pt x="7174006" y="524712"/>
                  </a:lnTo>
                  <a:lnTo>
                    <a:pt x="7190020" y="525276"/>
                  </a:lnTo>
                  <a:lnTo>
                    <a:pt x="7206033" y="525812"/>
                  </a:lnTo>
                  <a:lnTo>
                    <a:pt x="7222046" y="526310"/>
                  </a:lnTo>
                  <a:lnTo>
                    <a:pt x="7238060" y="526773"/>
                  </a:lnTo>
                  <a:lnTo>
                    <a:pt x="7254073" y="527215"/>
                  </a:lnTo>
                  <a:lnTo>
                    <a:pt x="7270087" y="527659"/>
                  </a:lnTo>
                  <a:lnTo>
                    <a:pt x="7286100" y="528127"/>
                  </a:lnTo>
                  <a:lnTo>
                    <a:pt x="7302113" y="528635"/>
                  </a:lnTo>
                  <a:lnTo>
                    <a:pt x="7318127" y="529180"/>
                  </a:lnTo>
                  <a:lnTo>
                    <a:pt x="7334140" y="529748"/>
                  </a:lnTo>
                  <a:lnTo>
                    <a:pt x="7350154" y="530308"/>
                  </a:lnTo>
                  <a:lnTo>
                    <a:pt x="7366167" y="530826"/>
                  </a:lnTo>
                  <a:lnTo>
                    <a:pt x="7382180" y="531265"/>
                  </a:lnTo>
                  <a:lnTo>
                    <a:pt x="7398194" y="531597"/>
                  </a:lnTo>
                  <a:lnTo>
                    <a:pt x="7414207" y="531809"/>
                  </a:lnTo>
                  <a:lnTo>
                    <a:pt x="7430221" y="531910"/>
                  </a:lnTo>
                  <a:lnTo>
                    <a:pt x="7446234" y="531922"/>
                  </a:lnTo>
                  <a:lnTo>
                    <a:pt x="7462247" y="531880"/>
                  </a:lnTo>
                  <a:lnTo>
                    <a:pt x="7478261" y="531827"/>
                  </a:lnTo>
                  <a:lnTo>
                    <a:pt x="7494274" y="531803"/>
                  </a:lnTo>
                  <a:lnTo>
                    <a:pt x="7510288" y="531839"/>
                  </a:lnTo>
                  <a:lnTo>
                    <a:pt x="7526301" y="531955"/>
                  </a:lnTo>
                  <a:lnTo>
                    <a:pt x="7542314" y="532156"/>
                  </a:lnTo>
                  <a:lnTo>
                    <a:pt x="7558328" y="532434"/>
                  </a:lnTo>
                  <a:lnTo>
                    <a:pt x="7574341" y="532775"/>
                  </a:lnTo>
                  <a:lnTo>
                    <a:pt x="7590355" y="533160"/>
                  </a:lnTo>
                  <a:lnTo>
                    <a:pt x="7606368" y="533572"/>
                  </a:lnTo>
                  <a:lnTo>
                    <a:pt x="7622382" y="533997"/>
                  </a:lnTo>
                  <a:lnTo>
                    <a:pt x="7638395" y="534424"/>
                  </a:lnTo>
                  <a:lnTo>
                    <a:pt x="7654408" y="534849"/>
                  </a:lnTo>
                  <a:lnTo>
                    <a:pt x="7670422" y="535268"/>
                  </a:lnTo>
                  <a:lnTo>
                    <a:pt x="7686435" y="535679"/>
                  </a:lnTo>
                  <a:lnTo>
                    <a:pt x="7702449" y="536077"/>
                  </a:lnTo>
                  <a:lnTo>
                    <a:pt x="7718462" y="536459"/>
                  </a:lnTo>
                  <a:lnTo>
                    <a:pt x="7734475" y="536815"/>
                  </a:lnTo>
                  <a:lnTo>
                    <a:pt x="7750489" y="537138"/>
                  </a:lnTo>
                  <a:lnTo>
                    <a:pt x="7766502" y="537421"/>
                  </a:lnTo>
                  <a:lnTo>
                    <a:pt x="7782516" y="537660"/>
                  </a:lnTo>
                  <a:lnTo>
                    <a:pt x="7798529" y="537856"/>
                  </a:lnTo>
                  <a:lnTo>
                    <a:pt x="7814542" y="538012"/>
                  </a:lnTo>
                  <a:lnTo>
                    <a:pt x="7830556" y="538136"/>
                  </a:lnTo>
                  <a:lnTo>
                    <a:pt x="7846569" y="538236"/>
                  </a:lnTo>
                  <a:lnTo>
                    <a:pt x="7862583" y="538317"/>
                  </a:lnTo>
                  <a:lnTo>
                    <a:pt x="7878596" y="538382"/>
                  </a:lnTo>
                  <a:lnTo>
                    <a:pt x="7894609" y="538430"/>
                  </a:lnTo>
                  <a:lnTo>
                    <a:pt x="7910623" y="538461"/>
                  </a:lnTo>
                  <a:lnTo>
                    <a:pt x="7926636" y="538474"/>
                  </a:lnTo>
                  <a:lnTo>
                    <a:pt x="7942650" y="538471"/>
                  </a:lnTo>
                  <a:lnTo>
                    <a:pt x="7958663" y="538460"/>
                  </a:lnTo>
                  <a:lnTo>
                    <a:pt x="7974677" y="538446"/>
                  </a:lnTo>
                  <a:lnTo>
                    <a:pt x="7990690" y="538440"/>
                  </a:lnTo>
                  <a:lnTo>
                    <a:pt x="8006703" y="538446"/>
                  </a:lnTo>
                  <a:lnTo>
                    <a:pt x="8006703" y="538952"/>
                  </a:lnTo>
                  <a:lnTo>
                    <a:pt x="7990690" y="538952"/>
                  </a:lnTo>
                  <a:lnTo>
                    <a:pt x="7974677" y="538952"/>
                  </a:lnTo>
                  <a:lnTo>
                    <a:pt x="7958663" y="538952"/>
                  </a:lnTo>
                  <a:lnTo>
                    <a:pt x="7942650" y="538952"/>
                  </a:lnTo>
                  <a:lnTo>
                    <a:pt x="7926636" y="538952"/>
                  </a:lnTo>
                  <a:lnTo>
                    <a:pt x="7910623" y="538952"/>
                  </a:lnTo>
                  <a:lnTo>
                    <a:pt x="7894609" y="538952"/>
                  </a:lnTo>
                  <a:lnTo>
                    <a:pt x="7878596" y="538952"/>
                  </a:lnTo>
                  <a:lnTo>
                    <a:pt x="7862583" y="538952"/>
                  </a:lnTo>
                  <a:lnTo>
                    <a:pt x="7846569" y="538952"/>
                  </a:lnTo>
                  <a:lnTo>
                    <a:pt x="7830556" y="538952"/>
                  </a:lnTo>
                  <a:lnTo>
                    <a:pt x="7814542" y="538952"/>
                  </a:lnTo>
                  <a:lnTo>
                    <a:pt x="7798529" y="538952"/>
                  </a:lnTo>
                  <a:lnTo>
                    <a:pt x="7782516" y="538952"/>
                  </a:lnTo>
                  <a:lnTo>
                    <a:pt x="7766502" y="538952"/>
                  </a:lnTo>
                  <a:lnTo>
                    <a:pt x="7750489" y="538952"/>
                  </a:lnTo>
                  <a:lnTo>
                    <a:pt x="7734475" y="538952"/>
                  </a:lnTo>
                  <a:lnTo>
                    <a:pt x="7718462" y="538952"/>
                  </a:lnTo>
                  <a:lnTo>
                    <a:pt x="7702449" y="538952"/>
                  </a:lnTo>
                  <a:lnTo>
                    <a:pt x="7686435" y="538952"/>
                  </a:lnTo>
                  <a:lnTo>
                    <a:pt x="7670422" y="538952"/>
                  </a:lnTo>
                  <a:lnTo>
                    <a:pt x="7654408" y="538952"/>
                  </a:lnTo>
                  <a:lnTo>
                    <a:pt x="7638395" y="538952"/>
                  </a:lnTo>
                  <a:lnTo>
                    <a:pt x="7622382" y="538952"/>
                  </a:lnTo>
                  <a:lnTo>
                    <a:pt x="7606368" y="538952"/>
                  </a:lnTo>
                  <a:lnTo>
                    <a:pt x="7590355" y="538952"/>
                  </a:lnTo>
                  <a:lnTo>
                    <a:pt x="7574341" y="538952"/>
                  </a:lnTo>
                  <a:lnTo>
                    <a:pt x="7558328" y="538952"/>
                  </a:lnTo>
                  <a:lnTo>
                    <a:pt x="7542314" y="538952"/>
                  </a:lnTo>
                  <a:lnTo>
                    <a:pt x="7526301" y="538952"/>
                  </a:lnTo>
                  <a:lnTo>
                    <a:pt x="7510288" y="538952"/>
                  </a:lnTo>
                  <a:lnTo>
                    <a:pt x="7494274" y="538952"/>
                  </a:lnTo>
                  <a:lnTo>
                    <a:pt x="7478261" y="538952"/>
                  </a:lnTo>
                  <a:lnTo>
                    <a:pt x="7462247" y="538952"/>
                  </a:lnTo>
                  <a:lnTo>
                    <a:pt x="7446234" y="538952"/>
                  </a:lnTo>
                  <a:lnTo>
                    <a:pt x="7430221" y="538952"/>
                  </a:lnTo>
                  <a:lnTo>
                    <a:pt x="7414207" y="538952"/>
                  </a:lnTo>
                  <a:lnTo>
                    <a:pt x="7398194" y="538952"/>
                  </a:lnTo>
                  <a:lnTo>
                    <a:pt x="7382180" y="538952"/>
                  </a:lnTo>
                  <a:lnTo>
                    <a:pt x="7366167" y="538952"/>
                  </a:lnTo>
                  <a:lnTo>
                    <a:pt x="7350154" y="538952"/>
                  </a:lnTo>
                  <a:lnTo>
                    <a:pt x="7334140" y="538952"/>
                  </a:lnTo>
                  <a:lnTo>
                    <a:pt x="7318127" y="538952"/>
                  </a:lnTo>
                  <a:lnTo>
                    <a:pt x="7302113" y="538952"/>
                  </a:lnTo>
                  <a:lnTo>
                    <a:pt x="7286100" y="538952"/>
                  </a:lnTo>
                  <a:lnTo>
                    <a:pt x="7270087" y="538952"/>
                  </a:lnTo>
                  <a:lnTo>
                    <a:pt x="7254073" y="538952"/>
                  </a:lnTo>
                  <a:lnTo>
                    <a:pt x="7238060" y="538952"/>
                  </a:lnTo>
                  <a:lnTo>
                    <a:pt x="7222046" y="538952"/>
                  </a:lnTo>
                  <a:lnTo>
                    <a:pt x="7206033" y="538952"/>
                  </a:lnTo>
                  <a:lnTo>
                    <a:pt x="7190020" y="538952"/>
                  </a:lnTo>
                  <a:lnTo>
                    <a:pt x="7174006" y="538952"/>
                  </a:lnTo>
                  <a:lnTo>
                    <a:pt x="7157993" y="538952"/>
                  </a:lnTo>
                  <a:lnTo>
                    <a:pt x="7141979" y="538952"/>
                  </a:lnTo>
                  <a:lnTo>
                    <a:pt x="7125966" y="538952"/>
                  </a:lnTo>
                  <a:lnTo>
                    <a:pt x="7109952" y="538952"/>
                  </a:lnTo>
                  <a:lnTo>
                    <a:pt x="7093939" y="538952"/>
                  </a:lnTo>
                  <a:lnTo>
                    <a:pt x="7077926" y="538952"/>
                  </a:lnTo>
                  <a:lnTo>
                    <a:pt x="7061912" y="538952"/>
                  </a:lnTo>
                  <a:lnTo>
                    <a:pt x="7045899" y="538952"/>
                  </a:lnTo>
                  <a:lnTo>
                    <a:pt x="7029885" y="538952"/>
                  </a:lnTo>
                  <a:lnTo>
                    <a:pt x="7013872" y="538952"/>
                  </a:lnTo>
                  <a:lnTo>
                    <a:pt x="6997859" y="538952"/>
                  </a:lnTo>
                  <a:lnTo>
                    <a:pt x="6981845" y="538952"/>
                  </a:lnTo>
                  <a:lnTo>
                    <a:pt x="6965832" y="538952"/>
                  </a:lnTo>
                  <a:lnTo>
                    <a:pt x="6949818" y="538952"/>
                  </a:lnTo>
                  <a:lnTo>
                    <a:pt x="6933805" y="538952"/>
                  </a:lnTo>
                  <a:lnTo>
                    <a:pt x="6917792" y="538952"/>
                  </a:lnTo>
                  <a:lnTo>
                    <a:pt x="6901778" y="538952"/>
                  </a:lnTo>
                  <a:lnTo>
                    <a:pt x="6885765" y="538952"/>
                  </a:lnTo>
                  <a:lnTo>
                    <a:pt x="6869751" y="538952"/>
                  </a:lnTo>
                  <a:lnTo>
                    <a:pt x="6853738" y="538952"/>
                  </a:lnTo>
                  <a:lnTo>
                    <a:pt x="6837725" y="538952"/>
                  </a:lnTo>
                  <a:lnTo>
                    <a:pt x="6821711" y="538952"/>
                  </a:lnTo>
                  <a:lnTo>
                    <a:pt x="6805698" y="538952"/>
                  </a:lnTo>
                  <a:lnTo>
                    <a:pt x="6789684" y="538952"/>
                  </a:lnTo>
                  <a:lnTo>
                    <a:pt x="6773671" y="538952"/>
                  </a:lnTo>
                  <a:lnTo>
                    <a:pt x="6757658" y="538952"/>
                  </a:lnTo>
                  <a:lnTo>
                    <a:pt x="6741644" y="538952"/>
                  </a:lnTo>
                  <a:lnTo>
                    <a:pt x="6725631" y="538952"/>
                  </a:lnTo>
                  <a:lnTo>
                    <a:pt x="6709617" y="538952"/>
                  </a:lnTo>
                  <a:lnTo>
                    <a:pt x="6693604" y="538952"/>
                  </a:lnTo>
                  <a:lnTo>
                    <a:pt x="6677590" y="538952"/>
                  </a:lnTo>
                  <a:lnTo>
                    <a:pt x="6661577" y="538952"/>
                  </a:lnTo>
                  <a:lnTo>
                    <a:pt x="6645564" y="538952"/>
                  </a:lnTo>
                  <a:lnTo>
                    <a:pt x="6629550" y="538952"/>
                  </a:lnTo>
                  <a:lnTo>
                    <a:pt x="6613537" y="538952"/>
                  </a:lnTo>
                  <a:lnTo>
                    <a:pt x="6597523" y="538952"/>
                  </a:lnTo>
                  <a:lnTo>
                    <a:pt x="6581510" y="538952"/>
                  </a:lnTo>
                  <a:lnTo>
                    <a:pt x="6565497" y="538952"/>
                  </a:lnTo>
                  <a:lnTo>
                    <a:pt x="6549483" y="538952"/>
                  </a:lnTo>
                  <a:lnTo>
                    <a:pt x="6533470" y="538952"/>
                  </a:lnTo>
                  <a:lnTo>
                    <a:pt x="6517456" y="538952"/>
                  </a:lnTo>
                  <a:lnTo>
                    <a:pt x="6501443" y="538952"/>
                  </a:lnTo>
                  <a:lnTo>
                    <a:pt x="6485430" y="538952"/>
                  </a:lnTo>
                  <a:lnTo>
                    <a:pt x="6469416" y="538952"/>
                  </a:lnTo>
                  <a:lnTo>
                    <a:pt x="6453403" y="538952"/>
                  </a:lnTo>
                  <a:lnTo>
                    <a:pt x="6437389" y="538952"/>
                  </a:lnTo>
                  <a:lnTo>
                    <a:pt x="6421376" y="538952"/>
                  </a:lnTo>
                  <a:lnTo>
                    <a:pt x="6405363" y="538952"/>
                  </a:lnTo>
                  <a:lnTo>
                    <a:pt x="6389349" y="538952"/>
                  </a:lnTo>
                  <a:lnTo>
                    <a:pt x="6373336" y="538952"/>
                  </a:lnTo>
                  <a:lnTo>
                    <a:pt x="6357322" y="538952"/>
                  </a:lnTo>
                  <a:lnTo>
                    <a:pt x="6341309" y="538952"/>
                  </a:lnTo>
                  <a:lnTo>
                    <a:pt x="6325296" y="538952"/>
                  </a:lnTo>
                  <a:lnTo>
                    <a:pt x="6309282" y="538952"/>
                  </a:lnTo>
                  <a:lnTo>
                    <a:pt x="6293269" y="538952"/>
                  </a:lnTo>
                  <a:lnTo>
                    <a:pt x="6277255" y="538952"/>
                  </a:lnTo>
                  <a:lnTo>
                    <a:pt x="6261242" y="538952"/>
                  </a:lnTo>
                  <a:lnTo>
                    <a:pt x="6245228" y="538952"/>
                  </a:lnTo>
                  <a:lnTo>
                    <a:pt x="6229215" y="538952"/>
                  </a:lnTo>
                  <a:lnTo>
                    <a:pt x="6213202" y="538952"/>
                  </a:lnTo>
                  <a:lnTo>
                    <a:pt x="6197188" y="538952"/>
                  </a:lnTo>
                  <a:lnTo>
                    <a:pt x="6181175" y="538952"/>
                  </a:lnTo>
                  <a:lnTo>
                    <a:pt x="6165161" y="538952"/>
                  </a:lnTo>
                  <a:lnTo>
                    <a:pt x="6149148" y="538952"/>
                  </a:lnTo>
                  <a:lnTo>
                    <a:pt x="6133135" y="538952"/>
                  </a:lnTo>
                  <a:lnTo>
                    <a:pt x="6117121" y="538952"/>
                  </a:lnTo>
                  <a:lnTo>
                    <a:pt x="6101108" y="538952"/>
                  </a:lnTo>
                  <a:lnTo>
                    <a:pt x="6085094" y="538952"/>
                  </a:lnTo>
                  <a:lnTo>
                    <a:pt x="6069081" y="538952"/>
                  </a:lnTo>
                  <a:lnTo>
                    <a:pt x="6053068" y="538952"/>
                  </a:lnTo>
                  <a:lnTo>
                    <a:pt x="6037054" y="538952"/>
                  </a:lnTo>
                  <a:lnTo>
                    <a:pt x="6021041" y="538952"/>
                  </a:lnTo>
                  <a:lnTo>
                    <a:pt x="6005027" y="538952"/>
                  </a:lnTo>
                  <a:lnTo>
                    <a:pt x="5989014" y="538952"/>
                  </a:lnTo>
                  <a:lnTo>
                    <a:pt x="5973001" y="538952"/>
                  </a:lnTo>
                  <a:lnTo>
                    <a:pt x="5956987" y="538952"/>
                  </a:lnTo>
                  <a:lnTo>
                    <a:pt x="5940974" y="538952"/>
                  </a:lnTo>
                  <a:lnTo>
                    <a:pt x="5924960" y="538952"/>
                  </a:lnTo>
                  <a:lnTo>
                    <a:pt x="5908947" y="538952"/>
                  </a:lnTo>
                  <a:lnTo>
                    <a:pt x="5892934" y="538952"/>
                  </a:lnTo>
                  <a:lnTo>
                    <a:pt x="5876920" y="538952"/>
                  </a:lnTo>
                  <a:lnTo>
                    <a:pt x="5860907" y="538952"/>
                  </a:lnTo>
                  <a:lnTo>
                    <a:pt x="5844893" y="538952"/>
                  </a:lnTo>
                  <a:lnTo>
                    <a:pt x="5828880" y="538952"/>
                  </a:lnTo>
                  <a:lnTo>
                    <a:pt x="5812866" y="538952"/>
                  </a:lnTo>
                  <a:lnTo>
                    <a:pt x="5796853" y="538952"/>
                  </a:lnTo>
                  <a:lnTo>
                    <a:pt x="5780840" y="538952"/>
                  </a:lnTo>
                  <a:lnTo>
                    <a:pt x="5764826" y="538952"/>
                  </a:lnTo>
                  <a:lnTo>
                    <a:pt x="5748813" y="538952"/>
                  </a:lnTo>
                  <a:lnTo>
                    <a:pt x="5732799" y="538952"/>
                  </a:lnTo>
                  <a:lnTo>
                    <a:pt x="5716786" y="538952"/>
                  </a:lnTo>
                  <a:lnTo>
                    <a:pt x="5700773" y="538952"/>
                  </a:lnTo>
                  <a:lnTo>
                    <a:pt x="5684759" y="538952"/>
                  </a:lnTo>
                  <a:lnTo>
                    <a:pt x="5668746" y="538952"/>
                  </a:lnTo>
                  <a:lnTo>
                    <a:pt x="5652732" y="538952"/>
                  </a:lnTo>
                  <a:lnTo>
                    <a:pt x="5636719" y="538952"/>
                  </a:lnTo>
                  <a:lnTo>
                    <a:pt x="5620706" y="538952"/>
                  </a:lnTo>
                  <a:lnTo>
                    <a:pt x="5604692" y="538952"/>
                  </a:lnTo>
                  <a:lnTo>
                    <a:pt x="5588679" y="538952"/>
                  </a:lnTo>
                  <a:lnTo>
                    <a:pt x="5572665" y="538952"/>
                  </a:lnTo>
                  <a:lnTo>
                    <a:pt x="5556652" y="538952"/>
                  </a:lnTo>
                  <a:lnTo>
                    <a:pt x="5540639" y="538952"/>
                  </a:lnTo>
                  <a:lnTo>
                    <a:pt x="5524625" y="538952"/>
                  </a:lnTo>
                  <a:lnTo>
                    <a:pt x="5508612" y="538952"/>
                  </a:lnTo>
                  <a:lnTo>
                    <a:pt x="5492598" y="538952"/>
                  </a:lnTo>
                  <a:lnTo>
                    <a:pt x="5476585" y="538952"/>
                  </a:lnTo>
                  <a:lnTo>
                    <a:pt x="5460572" y="538952"/>
                  </a:lnTo>
                  <a:lnTo>
                    <a:pt x="5444558" y="538952"/>
                  </a:lnTo>
                  <a:lnTo>
                    <a:pt x="5428545" y="538952"/>
                  </a:lnTo>
                  <a:lnTo>
                    <a:pt x="5412531" y="538952"/>
                  </a:lnTo>
                  <a:lnTo>
                    <a:pt x="5396518" y="538952"/>
                  </a:lnTo>
                  <a:lnTo>
                    <a:pt x="5380504" y="538952"/>
                  </a:lnTo>
                  <a:lnTo>
                    <a:pt x="5364491" y="538952"/>
                  </a:lnTo>
                  <a:lnTo>
                    <a:pt x="5348478" y="538952"/>
                  </a:lnTo>
                  <a:lnTo>
                    <a:pt x="5332464" y="538952"/>
                  </a:lnTo>
                  <a:lnTo>
                    <a:pt x="5316451" y="538952"/>
                  </a:lnTo>
                  <a:lnTo>
                    <a:pt x="5300437" y="538952"/>
                  </a:lnTo>
                  <a:lnTo>
                    <a:pt x="5284424" y="538952"/>
                  </a:lnTo>
                  <a:lnTo>
                    <a:pt x="5268411" y="538952"/>
                  </a:lnTo>
                  <a:lnTo>
                    <a:pt x="5252397" y="538952"/>
                  </a:lnTo>
                  <a:lnTo>
                    <a:pt x="5236384" y="538952"/>
                  </a:lnTo>
                  <a:lnTo>
                    <a:pt x="5220370" y="538952"/>
                  </a:lnTo>
                  <a:lnTo>
                    <a:pt x="5204357" y="538952"/>
                  </a:lnTo>
                  <a:lnTo>
                    <a:pt x="5188344" y="538952"/>
                  </a:lnTo>
                  <a:lnTo>
                    <a:pt x="5172330" y="538952"/>
                  </a:lnTo>
                  <a:lnTo>
                    <a:pt x="5156317" y="538952"/>
                  </a:lnTo>
                  <a:lnTo>
                    <a:pt x="5140303" y="538952"/>
                  </a:lnTo>
                  <a:lnTo>
                    <a:pt x="5124290" y="538952"/>
                  </a:lnTo>
                  <a:lnTo>
                    <a:pt x="5108277" y="538952"/>
                  </a:lnTo>
                  <a:lnTo>
                    <a:pt x="5092263" y="538952"/>
                  </a:lnTo>
                  <a:lnTo>
                    <a:pt x="5076250" y="538952"/>
                  </a:lnTo>
                  <a:lnTo>
                    <a:pt x="5060236" y="538952"/>
                  </a:lnTo>
                  <a:lnTo>
                    <a:pt x="5044223" y="538952"/>
                  </a:lnTo>
                  <a:lnTo>
                    <a:pt x="5028209" y="538952"/>
                  </a:lnTo>
                  <a:lnTo>
                    <a:pt x="5012196" y="538952"/>
                  </a:lnTo>
                  <a:lnTo>
                    <a:pt x="4996183" y="538952"/>
                  </a:lnTo>
                  <a:lnTo>
                    <a:pt x="4980169" y="538952"/>
                  </a:lnTo>
                  <a:lnTo>
                    <a:pt x="4964156" y="538952"/>
                  </a:lnTo>
                  <a:lnTo>
                    <a:pt x="4948142" y="538952"/>
                  </a:lnTo>
                  <a:lnTo>
                    <a:pt x="4932129" y="538952"/>
                  </a:lnTo>
                  <a:lnTo>
                    <a:pt x="4916116" y="538952"/>
                  </a:lnTo>
                  <a:lnTo>
                    <a:pt x="4900102" y="538952"/>
                  </a:lnTo>
                  <a:lnTo>
                    <a:pt x="4884089" y="538952"/>
                  </a:lnTo>
                  <a:lnTo>
                    <a:pt x="4868075" y="538952"/>
                  </a:lnTo>
                  <a:lnTo>
                    <a:pt x="4852062" y="538952"/>
                  </a:lnTo>
                  <a:lnTo>
                    <a:pt x="4836049" y="538952"/>
                  </a:lnTo>
                  <a:lnTo>
                    <a:pt x="4820035" y="538952"/>
                  </a:lnTo>
                  <a:lnTo>
                    <a:pt x="4804022" y="538952"/>
                  </a:lnTo>
                  <a:lnTo>
                    <a:pt x="4788008" y="538952"/>
                  </a:lnTo>
                  <a:lnTo>
                    <a:pt x="4771995" y="538952"/>
                  </a:lnTo>
                  <a:lnTo>
                    <a:pt x="4755982" y="538952"/>
                  </a:lnTo>
                  <a:lnTo>
                    <a:pt x="4739968" y="538952"/>
                  </a:lnTo>
                  <a:lnTo>
                    <a:pt x="4723955" y="538952"/>
                  </a:lnTo>
                  <a:lnTo>
                    <a:pt x="4707941" y="538952"/>
                  </a:lnTo>
                  <a:lnTo>
                    <a:pt x="4691928" y="538952"/>
                  </a:lnTo>
                  <a:lnTo>
                    <a:pt x="4675915" y="538952"/>
                  </a:lnTo>
                  <a:lnTo>
                    <a:pt x="4659901" y="538952"/>
                  </a:lnTo>
                  <a:lnTo>
                    <a:pt x="4643888" y="538952"/>
                  </a:lnTo>
                  <a:lnTo>
                    <a:pt x="4627874" y="538952"/>
                  </a:lnTo>
                  <a:lnTo>
                    <a:pt x="4611861" y="538952"/>
                  </a:lnTo>
                  <a:lnTo>
                    <a:pt x="4595847" y="538952"/>
                  </a:lnTo>
                  <a:lnTo>
                    <a:pt x="4579834" y="538952"/>
                  </a:lnTo>
                  <a:lnTo>
                    <a:pt x="4563821" y="538952"/>
                  </a:lnTo>
                  <a:lnTo>
                    <a:pt x="4547807" y="538952"/>
                  </a:lnTo>
                  <a:lnTo>
                    <a:pt x="4531794" y="538952"/>
                  </a:lnTo>
                  <a:lnTo>
                    <a:pt x="4515780" y="538952"/>
                  </a:lnTo>
                  <a:lnTo>
                    <a:pt x="4499767" y="538952"/>
                  </a:lnTo>
                  <a:lnTo>
                    <a:pt x="4483754" y="538952"/>
                  </a:lnTo>
                  <a:lnTo>
                    <a:pt x="4467740" y="538952"/>
                  </a:lnTo>
                  <a:lnTo>
                    <a:pt x="4451727" y="538952"/>
                  </a:lnTo>
                  <a:lnTo>
                    <a:pt x="4435713" y="538952"/>
                  </a:lnTo>
                  <a:lnTo>
                    <a:pt x="4419700" y="538952"/>
                  </a:lnTo>
                  <a:lnTo>
                    <a:pt x="4403687" y="538952"/>
                  </a:lnTo>
                  <a:lnTo>
                    <a:pt x="4387673" y="538952"/>
                  </a:lnTo>
                  <a:lnTo>
                    <a:pt x="4371660" y="538952"/>
                  </a:lnTo>
                  <a:lnTo>
                    <a:pt x="4355646" y="538952"/>
                  </a:lnTo>
                  <a:lnTo>
                    <a:pt x="4339633" y="538952"/>
                  </a:lnTo>
                  <a:lnTo>
                    <a:pt x="4323620" y="538952"/>
                  </a:lnTo>
                  <a:lnTo>
                    <a:pt x="4307606" y="538952"/>
                  </a:lnTo>
                  <a:lnTo>
                    <a:pt x="4291593" y="538952"/>
                  </a:lnTo>
                  <a:lnTo>
                    <a:pt x="4275579" y="538952"/>
                  </a:lnTo>
                  <a:lnTo>
                    <a:pt x="4259566" y="538952"/>
                  </a:lnTo>
                  <a:lnTo>
                    <a:pt x="4243553" y="538952"/>
                  </a:lnTo>
                  <a:lnTo>
                    <a:pt x="4227539" y="538952"/>
                  </a:lnTo>
                  <a:lnTo>
                    <a:pt x="4211526" y="538952"/>
                  </a:lnTo>
                  <a:lnTo>
                    <a:pt x="4195512" y="538952"/>
                  </a:lnTo>
                  <a:lnTo>
                    <a:pt x="4179499" y="538952"/>
                  </a:lnTo>
                  <a:lnTo>
                    <a:pt x="4163485" y="538952"/>
                  </a:lnTo>
                  <a:lnTo>
                    <a:pt x="4147472" y="538952"/>
                  </a:lnTo>
                  <a:lnTo>
                    <a:pt x="4131459" y="538952"/>
                  </a:lnTo>
                  <a:lnTo>
                    <a:pt x="4115445" y="538952"/>
                  </a:lnTo>
                  <a:lnTo>
                    <a:pt x="4099432" y="538952"/>
                  </a:lnTo>
                  <a:lnTo>
                    <a:pt x="4083418" y="538952"/>
                  </a:lnTo>
                  <a:lnTo>
                    <a:pt x="4067405" y="538952"/>
                  </a:lnTo>
                  <a:lnTo>
                    <a:pt x="4051392" y="538952"/>
                  </a:lnTo>
                  <a:lnTo>
                    <a:pt x="4035378" y="538952"/>
                  </a:lnTo>
                  <a:lnTo>
                    <a:pt x="4019365" y="538952"/>
                  </a:lnTo>
                  <a:lnTo>
                    <a:pt x="4003351" y="538952"/>
                  </a:lnTo>
                  <a:lnTo>
                    <a:pt x="3987338" y="538952"/>
                  </a:lnTo>
                  <a:lnTo>
                    <a:pt x="3971325" y="538952"/>
                  </a:lnTo>
                  <a:lnTo>
                    <a:pt x="3955311" y="538952"/>
                  </a:lnTo>
                  <a:lnTo>
                    <a:pt x="3939298" y="538952"/>
                  </a:lnTo>
                  <a:lnTo>
                    <a:pt x="3923284" y="538952"/>
                  </a:lnTo>
                  <a:lnTo>
                    <a:pt x="3907271" y="538952"/>
                  </a:lnTo>
                  <a:lnTo>
                    <a:pt x="3891258" y="538952"/>
                  </a:lnTo>
                  <a:lnTo>
                    <a:pt x="3875244" y="538952"/>
                  </a:lnTo>
                  <a:lnTo>
                    <a:pt x="3859231" y="538952"/>
                  </a:lnTo>
                  <a:lnTo>
                    <a:pt x="3843217" y="538952"/>
                  </a:lnTo>
                  <a:lnTo>
                    <a:pt x="3827204" y="538952"/>
                  </a:lnTo>
                  <a:lnTo>
                    <a:pt x="3811191" y="538952"/>
                  </a:lnTo>
                  <a:lnTo>
                    <a:pt x="3795177" y="538952"/>
                  </a:lnTo>
                  <a:lnTo>
                    <a:pt x="3779164" y="538952"/>
                  </a:lnTo>
                  <a:lnTo>
                    <a:pt x="3763150" y="538952"/>
                  </a:lnTo>
                  <a:lnTo>
                    <a:pt x="3747137" y="538952"/>
                  </a:lnTo>
                  <a:lnTo>
                    <a:pt x="3731123" y="538952"/>
                  </a:lnTo>
                  <a:lnTo>
                    <a:pt x="3715110" y="538952"/>
                  </a:lnTo>
                  <a:lnTo>
                    <a:pt x="3699097" y="538952"/>
                  </a:lnTo>
                  <a:lnTo>
                    <a:pt x="3683083" y="538952"/>
                  </a:lnTo>
                  <a:lnTo>
                    <a:pt x="3667070" y="538952"/>
                  </a:lnTo>
                  <a:lnTo>
                    <a:pt x="3651056" y="538952"/>
                  </a:lnTo>
                  <a:lnTo>
                    <a:pt x="3635043" y="538952"/>
                  </a:lnTo>
                  <a:lnTo>
                    <a:pt x="3619030" y="538952"/>
                  </a:lnTo>
                  <a:lnTo>
                    <a:pt x="3603016" y="538952"/>
                  </a:lnTo>
                  <a:lnTo>
                    <a:pt x="3587003" y="538952"/>
                  </a:lnTo>
                  <a:lnTo>
                    <a:pt x="3570989" y="538952"/>
                  </a:lnTo>
                  <a:lnTo>
                    <a:pt x="3554976" y="538952"/>
                  </a:lnTo>
                  <a:lnTo>
                    <a:pt x="3538963" y="538952"/>
                  </a:lnTo>
                  <a:lnTo>
                    <a:pt x="3522949" y="538952"/>
                  </a:lnTo>
                  <a:lnTo>
                    <a:pt x="3506936" y="538952"/>
                  </a:lnTo>
                  <a:lnTo>
                    <a:pt x="3490922" y="538952"/>
                  </a:lnTo>
                  <a:lnTo>
                    <a:pt x="3474909" y="538952"/>
                  </a:lnTo>
                  <a:lnTo>
                    <a:pt x="3458896" y="538952"/>
                  </a:lnTo>
                  <a:lnTo>
                    <a:pt x="3442882" y="538952"/>
                  </a:lnTo>
                  <a:lnTo>
                    <a:pt x="3426869" y="538952"/>
                  </a:lnTo>
                  <a:lnTo>
                    <a:pt x="3410855" y="538952"/>
                  </a:lnTo>
                  <a:lnTo>
                    <a:pt x="3394842" y="538952"/>
                  </a:lnTo>
                  <a:lnTo>
                    <a:pt x="3378829" y="538952"/>
                  </a:lnTo>
                  <a:lnTo>
                    <a:pt x="3362815" y="538952"/>
                  </a:lnTo>
                  <a:lnTo>
                    <a:pt x="3346802" y="538952"/>
                  </a:lnTo>
                  <a:lnTo>
                    <a:pt x="3330788" y="538952"/>
                  </a:lnTo>
                  <a:lnTo>
                    <a:pt x="3314775" y="538952"/>
                  </a:lnTo>
                  <a:lnTo>
                    <a:pt x="3298761" y="538952"/>
                  </a:lnTo>
                  <a:lnTo>
                    <a:pt x="3282748" y="538952"/>
                  </a:lnTo>
                  <a:lnTo>
                    <a:pt x="3266735" y="538952"/>
                  </a:lnTo>
                  <a:lnTo>
                    <a:pt x="3250721" y="538952"/>
                  </a:lnTo>
                  <a:lnTo>
                    <a:pt x="3234708" y="538952"/>
                  </a:lnTo>
                  <a:lnTo>
                    <a:pt x="3218694" y="538952"/>
                  </a:lnTo>
                  <a:lnTo>
                    <a:pt x="3202681" y="538952"/>
                  </a:lnTo>
                  <a:lnTo>
                    <a:pt x="3186668" y="538952"/>
                  </a:lnTo>
                  <a:lnTo>
                    <a:pt x="3170654" y="538952"/>
                  </a:lnTo>
                  <a:lnTo>
                    <a:pt x="3154641" y="538952"/>
                  </a:lnTo>
                  <a:lnTo>
                    <a:pt x="3138627" y="538952"/>
                  </a:lnTo>
                  <a:lnTo>
                    <a:pt x="3122614" y="538952"/>
                  </a:lnTo>
                  <a:lnTo>
                    <a:pt x="3106601" y="538952"/>
                  </a:lnTo>
                  <a:lnTo>
                    <a:pt x="3090587" y="538952"/>
                  </a:lnTo>
                  <a:lnTo>
                    <a:pt x="3074574" y="538952"/>
                  </a:lnTo>
                  <a:lnTo>
                    <a:pt x="3058560" y="538952"/>
                  </a:lnTo>
                  <a:lnTo>
                    <a:pt x="3042547" y="538952"/>
                  </a:lnTo>
                  <a:lnTo>
                    <a:pt x="3026534" y="538952"/>
                  </a:lnTo>
                  <a:lnTo>
                    <a:pt x="3010520" y="538952"/>
                  </a:lnTo>
                  <a:lnTo>
                    <a:pt x="2994507" y="538952"/>
                  </a:lnTo>
                  <a:lnTo>
                    <a:pt x="2978493" y="538952"/>
                  </a:lnTo>
                  <a:lnTo>
                    <a:pt x="2962480" y="538952"/>
                  </a:lnTo>
                  <a:lnTo>
                    <a:pt x="2946467" y="538952"/>
                  </a:lnTo>
                  <a:lnTo>
                    <a:pt x="2930453" y="538952"/>
                  </a:lnTo>
                  <a:lnTo>
                    <a:pt x="2914440" y="538952"/>
                  </a:lnTo>
                  <a:lnTo>
                    <a:pt x="2898426" y="538952"/>
                  </a:lnTo>
                  <a:lnTo>
                    <a:pt x="2882413" y="538952"/>
                  </a:lnTo>
                  <a:lnTo>
                    <a:pt x="2866399" y="538952"/>
                  </a:lnTo>
                  <a:lnTo>
                    <a:pt x="2850386" y="538952"/>
                  </a:lnTo>
                  <a:lnTo>
                    <a:pt x="2834373" y="538952"/>
                  </a:lnTo>
                  <a:lnTo>
                    <a:pt x="2818359" y="538952"/>
                  </a:lnTo>
                  <a:lnTo>
                    <a:pt x="2802346" y="538952"/>
                  </a:lnTo>
                  <a:lnTo>
                    <a:pt x="2786332" y="538952"/>
                  </a:lnTo>
                  <a:lnTo>
                    <a:pt x="2770319" y="538952"/>
                  </a:lnTo>
                  <a:lnTo>
                    <a:pt x="2754306" y="538952"/>
                  </a:lnTo>
                  <a:lnTo>
                    <a:pt x="2738292" y="538952"/>
                  </a:lnTo>
                  <a:lnTo>
                    <a:pt x="2722279" y="538952"/>
                  </a:lnTo>
                  <a:lnTo>
                    <a:pt x="2706265" y="538952"/>
                  </a:lnTo>
                  <a:lnTo>
                    <a:pt x="2690252" y="538952"/>
                  </a:lnTo>
                  <a:lnTo>
                    <a:pt x="2674239" y="538952"/>
                  </a:lnTo>
                  <a:lnTo>
                    <a:pt x="2658225" y="538952"/>
                  </a:lnTo>
                  <a:lnTo>
                    <a:pt x="2642212" y="538952"/>
                  </a:lnTo>
                  <a:lnTo>
                    <a:pt x="2626198" y="538952"/>
                  </a:lnTo>
                  <a:lnTo>
                    <a:pt x="2610185" y="538952"/>
                  </a:lnTo>
                  <a:lnTo>
                    <a:pt x="2594172" y="538952"/>
                  </a:lnTo>
                  <a:lnTo>
                    <a:pt x="2578158" y="538952"/>
                  </a:lnTo>
                  <a:lnTo>
                    <a:pt x="2562145" y="538952"/>
                  </a:lnTo>
                  <a:lnTo>
                    <a:pt x="2546131" y="538952"/>
                  </a:lnTo>
                  <a:lnTo>
                    <a:pt x="2530118" y="538952"/>
                  </a:lnTo>
                  <a:lnTo>
                    <a:pt x="2514104" y="538952"/>
                  </a:lnTo>
                  <a:lnTo>
                    <a:pt x="2498091" y="538952"/>
                  </a:lnTo>
                  <a:lnTo>
                    <a:pt x="2482078" y="538952"/>
                  </a:lnTo>
                  <a:lnTo>
                    <a:pt x="2466064" y="538952"/>
                  </a:lnTo>
                  <a:lnTo>
                    <a:pt x="2450051" y="538952"/>
                  </a:lnTo>
                  <a:lnTo>
                    <a:pt x="2434037" y="538952"/>
                  </a:lnTo>
                  <a:lnTo>
                    <a:pt x="2418024" y="538952"/>
                  </a:lnTo>
                  <a:lnTo>
                    <a:pt x="2402011" y="538952"/>
                  </a:lnTo>
                  <a:lnTo>
                    <a:pt x="2385997" y="538952"/>
                  </a:lnTo>
                  <a:lnTo>
                    <a:pt x="2369984" y="538952"/>
                  </a:lnTo>
                  <a:lnTo>
                    <a:pt x="2353970" y="538952"/>
                  </a:lnTo>
                  <a:lnTo>
                    <a:pt x="2337957" y="538952"/>
                  </a:lnTo>
                  <a:lnTo>
                    <a:pt x="2321944" y="538952"/>
                  </a:lnTo>
                  <a:lnTo>
                    <a:pt x="2305930" y="538952"/>
                  </a:lnTo>
                  <a:lnTo>
                    <a:pt x="2289917" y="538952"/>
                  </a:lnTo>
                  <a:lnTo>
                    <a:pt x="2273903" y="538952"/>
                  </a:lnTo>
                  <a:lnTo>
                    <a:pt x="2257890" y="538952"/>
                  </a:lnTo>
                  <a:lnTo>
                    <a:pt x="2241877" y="538952"/>
                  </a:lnTo>
                  <a:lnTo>
                    <a:pt x="2225863" y="538952"/>
                  </a:lnTo>
                  <a:lnTo>
                    <a:pt x="2209850" y="538952"/>
                  </a:lnTo>
                  <a:lnTo>
                    <a:pt x="2193836" y="538952"/>
                  </a:lnTo>
                  <a:lnTo>
                    <a:pt x="2177823" y="538952"/>
                  </a:lnTo>
                  <a:lnTo>
                    <a:pt x="2161810" y="538952"/>
                  </a:lnTo>
                  <a:lnTo>
                    <a:pt x="2145796" y="538952"/>
                  </a:lnTo>
                  <a:lnTo>
                    <a:pt x="2129783" y="538952"/>
                  </a:lnTo>
                  <a:lnTo>
                    <a:pt x="2113769" y="538952"/>
                  </a:lnTo>
                  <a:lnTo>
                    <a:pt x="2097756" y="538952"/>
                  </a:lnTo>
                  <a:lnTo>
                    <a:pt x="2081742" y="538952"/>
                  </a:lnTo>
                  <a:lnTo>
                    <a:pt x="2065729" y="538952"/>
                  </a:lnTo>
                  <a:lnTo>
                    <a:pt x="2049716" y="538952"/>
                  </a:lnTo>
                  <a:lnTo>
                    <a:pt x="2033702" y="538952"/>
                  </a:lnTo>
                  <a:lnTo>
                    <a:pt x="2017689" y="538952"/>
                  </a:lnTo>
                  <a:lnTo>
                    <a:pt x="2001675" y="538952"/>
                  </a:lnTo>
                  <a:lnTo>
                    <a:pt x="1985662" y="538952"/>
                  </a:lnTo>
                  <a:lnTo>
                    <a:pt x="1969649" y="538952"/>
                  </a:lnTo>
                  <a:lnTo>
                    <a:pt x="1953635" y="538952"/>
                  </a:lnTo>
                  <a:lnTo>
                    <a:pt x="1937622" y="538952"/>
                  </a:lnTo>
                  <a:lnTo>
                    <a:pt x="1921608" y="538952"/>
                  </a:lnTo>
                  <a:lnTo>
                    <a:pt x="1905595" y="538952"/>
                  </a:lnTo>
                  <a:lnTo>
                    <a:pt x="1889582" y="538952"/>
                  </a:lnTo>
                  <a:lnTo>
                    <a:pt x="1873568" y="538952"/>
                  </a:lnTo>
                  <a:lnTo>
                    <a:pt x="1857555" y="538952"/>
                  </a:lnTo>
                  <a:lnTo>
                    <a:pt x="1841541" y="538952"/>
                  </a:lnTo>
                  <a:lnTo>
                    <a:pt x="1825528" y="538952"/>
                  </a:lnTo>
                  <a:lnTo>
                    <a:pt x="1809515" y="538952"/>
                  </a:lnTo>
                  <a:lnTo>
                    <a:pt x="1793501" y="538952"/>
                  </a:lnTo>
                  <a:lnTo>
                    <a:pt x="1777488" y="538952"/>
                  </a:lnTo>
                  <a:lnTo>
                    <a:pt x="1761474" y="538952"/>
                  </a:lnTo>
                  <a:lnTo>
                    <a:pt x="1745461" y="538952"/>
                  </a:lnTo>
                  <a:lnTo>
                    <a:pt x="1729448" y="538952"/>
                  </a:lnTo>
                  <a:lnTo>
                    <a:pt x="1713434" y="538952"/>
                  </a:lnTo>
                  <a:lnTo>
                    <a:pt x="1697421" y="538952"/>
                  </a:lnTo>
                  <a:lnTo>
                    <a:pt x="1681407" y="538952"/>
                  </a:lnTo>
                  <a:lnTo>
                    <a:pt x="1665394" y="538952"/>
                  </a:lnTo>
                  <a:lnTo>
                    <a:pt x="1649380" y="538952"/>
                  </a:lnTo>
                  <a:lnTo>
                    <a:pt x="1633367" y="538952"/>
                  </a:lnTo>
                  <a:lnTo>
                    <a:pt x="1617354" y="538952"/>
                  </a:lnTo>
                  <a:lnTo>
                    <a:pt x="1601340" y="538952"/>
                  </a:lnTo>
                  <a:lnTo>
                    <a:pt x="1585327" y="538952"/>
                  </a:lnTo>
                  <a:lnTo>
                    <a:pt x="1569313" y="538952"/>
                  </a:lnTo>
                  <a:lnTo>
                    <a:pt x="1553300" y="538952"/>
                  </a:lnTo>
                  <a:lnTo>
                    <a:pt x="1537287" y="538952"/>
                  </a:lnTo>
                  <a:lnTo>
                    <a:pt x="1521273" y="538952"/>
                  </a:lnTo>
                  <a:lnTo>
                    <a:pt x="1505260" y="538952"/>
                  </a:lnTo>
                  <a:lnTo>
                    <a:pt x="1489246" y="538952"/>
                  </a:lnTo>
                  <a:lnTo>
                    <a:pt x="1473233" y="538952"/>
                  </a:lnTo>
                  <a:lnTo>
                    <a:pt x="1457220" y="538952"/>
                  </a:lnTo>
                  <a:lnTo>
                    <a:pt x="1441206" y="538952"/>
                  </a:lnTo>
                  <a:lnTo>
                    <a:pt x="1425193" y="538952"/>
                  </a:lnTo>
                  <a:lnTo>
                    <a:pt x="1409179" y="538952"/>
                  </a:lnTo>
                  <a:lnTo>
                    <a:pt x="1393166" y="538952"/>
                  </a:lnTo>
                  <a:lnTo>
                    <a:pt x="1377153" y="538952"/>
                  </a:lnTo>
                  <a:lnTo>
                    <a:pt x="1361139" y="538952"/>
                  </a:lnTo>
                  <a:lnTo>
                    <a:pt x="1345126" y="538952"/>
                  </a:lnTo>
                  <a:lnTo>
                    <a:pt x="1329112" y="538952"/>
                  </a:lnTo>
                  <a:lnTo>
                    <a:pt x="1313099" y="538952"/>
                  </a:lnTo>
                  <a:lnTo>
                    <a:pt x="1297086" y="538952"/>
                  </a:lnTo>
                  <a:lnTo>
                    <a:pt x="1281072" y="538952"/>
                  </a:lnTo>
                  <a:lnTo>
                    <a:pt x="1265059" y="538952"/>
                  </a:lnTo>
                  <a:lnTo>
                    <a:pt x="1249045" y="538952"/>
                  </a:lnTo>
                  <a:lnTo>
                    <a:pt x="1233032" y="538952"/>
                  </a:lnTo>
                  <a:lnTo>
                    <a:pt x="1217018" y="538952"/>
                  </a:lnTo>
                  <a:lnTo>
                    <a:pt x="1201005" y="538952"/>
                  </a:lnTo>
                  <a:lnTo>
                    <a:pt x="1184992" y="538952"/>
                  </a:lnTo>
                  <a:lnTo>
                    <a:pt x="1168978" y="538952"/>
                  </a:lnTo>
                  <a:lnTo>
                    <a:pt x="1152965" y="538952"/>
                  </a:lnTo>
                  <a:lnTo>
                    <a:pt x="1136951" y="538952"/>
                  </a:lnTo>
                  <a:lnTo>
                    <a:pt x="1120938" y="538952"/>
                  </a:lnTo>
                  <a:lnTo>
                    <a:pt x="1104925" y="538952"/>
                  </a:lnTo>
                  <a:lnTo>
                    <a:pt x="1088911" y="538952"/>
                  </a:lnTo>
                  <a:lnTo>
                    <a:pt x="1072898" y="538952"/>
                  </a:lnTo>
                  <a:lnTo>
                    <a:pt x="1056884" y="538952"/>
                  </a:lnTo>
                  <a:lnTo>
                    <a:pt x="1040871" y="538952"/>
                  </a:lnTo>
                  <a:lnTo>
                    <a:pt x="1024858" y="538952"/>
                  </a:lnTo>
                  <a:lnTo>
                    <a:pt x="1008844" y="538952"/>
                  </a:lnTo>
                  <a:lnTo>
                    <a:pt x="992831" y="538952"/>
                  </a:lnTo>
                  <a:lnTo>
                    <a:pt x="976817" y="538952"/>
                  </a:lnTo>
                  <a:lnTo>
                    <a:pt x="960804" y="538952"/>
                  </a:lnTo>
                  <a:lnTo>
                    <a:pt x="944791" y="538952"/>
                  </a:lnTo>
                  <a:lnTo>
                    <a:pt x="928777" y="538952"/>
                  </a:lnTo>
                  <a:lnTo>
                    <a:pt x="912764" y="538952"/>
                  </a:lnTo>
                  <a:lnTo>
                    <a:pt x="896750" y="538952"/>
                  </a:lnTo>
                  <a:lnTo>
                    <a:pt x="880737" y="538952"/>
                  </a:lnTo>
                  <a:lnTo>
                    <a:pt x="864724" y="538952"/>
                  </a:lnTo>
                  <a:lnTo>
                    <a:pt x="848710" y="538952"/>
                  </a:lnTo>
                  <a:lnTo>
                    <a:pt x="832697" y="538952"/>
                  </a:lnTo>
                  <a:lnTo>
                    <a:pt x="816683" y="538952"/>
                  </a:lnTo>
                  <a:lnTo>
                    <a:pt x="800670" y="538952"/>
                  </a:lnTo>
                  <a:lnTo>
                    <a:pt x="784656" y="538952"/>
                  </a:lnTo>
                  <a:lnTo>
                    <a:pt x="768643" y="538952"/>
                  </a:lnTo>
                  <a:lnTo>
                    <a:pt x="752630" y="538952"/>
                  </a:lnTo>
                  <a:lnTo>
                    <a:pt x="736616" y="538952"/>
                  </a:lnTo>
                  <a:lnTo>
                    <a:pt x="720603" y="538952"/>
                  </a:lnTo>
                  <a:lnTo>
                    <a:pt x="704589" y="538952"/>
                  </a:lnTo>
                  <a:lnTo>
                    <a:pt x="688576" y="538952"/>
                  </a:lnTo>
                  <a:lnTo>
                    <a:pt x="672563" y="538952"/>
                  </a:lnTo>
                  <a:lnTo>
                    <a:pt x="656549" y="538952"/>
                  </a:lnTo>
                  <a:lnTo>
                    <a:pt x="640536" y="538952"/>
                  </a:lnTo>
                  <a:lnTo>
                    <a:pt x="624522" y="538952"/>
                  </a:lnTo>
                  <a:lnTo>
                    <a:pt x="608509" y="538952"/>
                  </a:lnTo>
                  <a:lnTo>
                    <a:pt x="592496" y="538952"/>
                  </a:lnTo>
                  <a:lnTo>
                    <a:pt x="576482" y="538952"/>
                  </a:lnTo>
                  <a:lnTo>
                    <a:pt x="560469" y="538952"/>
                  </a:lnTo>
                  <a:lnTo>
                    <a:pt x="544455" y="538952"/>
                  </a:lnTo>
                  <a:lnTo>
                    <a:pt x="528442" y="538952"/>
                  </a:lnTo>
                  <a:lnTo>
                    <a:pt x="512429" y="538952"/>
                  </a:lnTo>
                  <a:lnTo>
                    <a:pt x="496415" y="538952"/>
                  </a:lnTo>
                  <a:lnTo>
                    <a:pt x="480402" y="538952"/>
                  </a:lnTo>
                  <a:lnTo>
                    <a:pt x="464388" y="538952"/>
                  </a:lnTo>
                  <a:lnTo>
                    <a:pt x="448375" y="538952"/>
                  </a:lnTo>
                  <a:lnTo>
                    <a:pt x="432362" y="538952"/>
                  </a:lnTo>
                  <a:lnTo>
                    <a:pt x="416348" y="538952"/>
                  </a:lnTo>
                  <a:lnTo>
                    <a:pt x="400335" y="538952"/>
                  </a:lnTo>
                  <a:lnTo>
                    <a:pt x="384321" y="538952"/>
                  </a:lnTo>
                  <a:lnTo>
                    <a:pt x="368308" y="538952"/>
                  </a:lnTo>
                  <a:lnTo>
                    <a:pt x="352294" y="538952"/>
                  </a:lnTo>
                  <a:lnTo>
                    <a:pt x="336281" y="538952"/>
                  </a:lnTo>
                  <a:lnTo>
                    <a:pt x="320268" y="538952"/>
                  </a:lnTo>
                  <a:lnTo>
                    <a:pt x="304254" y="538952"/>
                  </a:lnTo>
                  <a:lnTo>
                    <a:pt x="288241" y="538952"/>
                  </a:lnTo>
                  <a:lnTo>
                    <a:pt x="272227" y="538952"/>
                  </a:lnTo>
                  <a:lnTo>
                    <a:pt x="256214" y="538952"/>
                  </a:lnTo>
                  <a:lnTo>
                    <a:pt x="240201" y="538952"/>
                  </a:lnTo>
                  <a:lnTo>
                    <a:pt x="224187" y="538952"/>
                  </a:lnTo>
                  <a:lnTo>
                    <a:pt x="208174" y="538952"/>
                  </a:lnTo>
                  <a:lnTo>
                    <a:pt x="192160" y="538952"/>
                  </a:lnTo>
                  <a:lnTo>
                    <a:pt x="176147" y="538952"/>
                  </a:lnTo>
                  <a:lnTo>
                    <a:pt x="160134" y="538952"/>
                  </a:lnTo>
                  <a:lnTo>
                    <a:pt x="144120" y="538952"/>
                  </a:lnTo>
                  <a:lnTo>
                    <a:pt x="128107" y="538952"/>
                  </a:lnTo>
                  <a:lnTo>
                    <a:pt x="112093" y="538952"/>
                  </a:lnTo>
                  <a:lnTo>
                    <a:pt x="96080" y="538952"/>
                  </a:lnTo>
                  <a:lnTo>
                    <a:pt x="80067" y="538952"/>
                  </a:lnTo>
                  <a:lnTo>
                    <a:pt x="64053" y="538952"/>
                  </a:lnTo>
                  <a:lnTo>
                    <a:pt x="48040" y="538952"/>
                  </a:lnTo>
                  <a:lnTo>
                    <a:pt x="32026" y="538952"/>
                  </a:lnTo>
                  <a:lnTo>
                    <a:pt x="16013" y="538952"/>
                  </a:lnTo>
                  <a:lnTo>
                    <a:pt x="0" y="538952"/>
                  </a:lnTo>
                  <a:close/>
                </a:path>
              </a:pathLst>
            </a:custGeom>
            <a:solidFill>
              <a:srgbClr val="0E5A7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520918" y="6691877"/>
              <a:ext cx="3712053" cy="0"/>
            </a:xfrm>
            <a:custGeom>
              <a:avLst/>
              <a:pathLst>
                <a:path w="3712053" h="0">
                  <a:moveTo>
                    <a:pt x="0" y="0"/>
                  </a:moveTo>
                  <a:lnTo>
                    <a:pt x="3712053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249963" y="5494205"/>
              <a:ext cx="3365623" cy="0"/>
            </a:xfrm>
            <a:custGeom>
              <a:avLst/>
              <a:pathLst>
                <a:path w="3365623" h="0">
                  <a:moveTo>
                    <a:pt x="0" y="0"/>
                  </a:moveTo>
                  <a:lnTo>
                    <a:pt x="3365623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174365" y="6093041"/>
              <a:ext cx="3278762" cy="0"/>
            </a:xfrm>
            <a:custGeom>
              <a:avLst/>
              <a:pathLst>
                <a:path w="3278762" h="0">
                  <a:moveTo>
                    <a:pt x="0" y="0"/>
                  </a:moveTo>
                  <a:lnTo>
                    <a:pt x="3278762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361211" y="6093041"/>
              <a:ext cx="1185701" cy="0"/>
            </a:xfrm>
            <a:custGeom>
              <a:avLst/>
              <a:pathLst>
                <a:path w="1185701" h="0">
                  <a:moveTo>
                    <a:pt x="0" y="0"/>
                  </a:moveTo>
                  <a:lnTo>
                    <a:pt x="118570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361150" y="5494205"/>
              <a:ext cx="1142924" cy="0"/>
            </a:xfrm>
            <a:custGeom>
              <a:avLst/>
              <a:pathLst>
                <a:path w="1142924" h="0">
                  <a:moveTo>
                    <a:pt x="0" y="0"/>
                  </a:moveTo>
                  <a:lnTo>
                    <a:pt x="114292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443065" y="6691877"/>
              <a:ext cx="743878" cy="0"/>
            </a:xfrm>
            <a:custGeom>
              <a:avLst/>
              <a:pathLst>
                <a:path w="743878" h="0">
                  <a:moveTo>
                    <a:pt x="0" y="0"/>
                  </a:moveTo>
                  <a:lnTo>
                    <a:pt x="74387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731539" y="6670492"/>
              <a:ext cx="42769" cy="4276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921621" y="5472820"/>
              <a:ext cx="42769" cy="4276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894580" y="6071656"/>
              <a:ext cx="42769" cy="4276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875068" y="6052143"/>
              <a:ext cx="81795" cy="8179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902108" y="5453307"/>
              <a:ext cx="81795" cy="8179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712026" y="6650979"/>
              <a:ext cx="81795" cy="8179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35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1110483" y="6648580"/>
              <a:ext cx="476310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Resident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1244809" y="6049744"/>
              <a:ext cx="341985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Partial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1083966" y="5450908"/>
              <a:ext cx="502828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Migratory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2591317" y="7113809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-0.10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249493" y="7113809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5927741" y="7113809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585917" y="7113809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9244093" y="7113809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454530" y="7261897"/>
              <a:ext cx="1734433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 psi slope per period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7371" y="4707644"/>
              <a:ext cx="3165469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Occupancy trends by migration strategy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27371" y="375540"/>
              <a:ext cx="3901470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 occupancy trends across trait groups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74320" y="274320"/>
            <a:ext cx="10972800" cy="7315200"/>
            <a:chOff x="274320" y="27432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74320" y="27432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74320" y="27432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98503" y="3474345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98503" y="286942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8503" y="2264500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98503" y="1659577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0132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48072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96012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43952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8503" y="286942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29241" y="2116851"/>
              <a:ext cx="4614773" cy="666212"/>
            </a:xfrm>
            <a:custGeom>
              <a:avLst/>
              <a:pathLst>
                <a:path w="4614773" h="666212">
                  <a:moveTo>
                    <a:pt x="0" y="518208"/>
                  </a:moveTo>
                  <a:lnTo>
                    <a:pt x="58414" y="514182"/>
                  </a:lnTo>
                  <a:lnTo>
                    <a:pt x="116829" y="510136"/>
                  </a:lnTo>
                  <a:lnTo>
                    <a:pt x="175244" y="506067"/>
                  </a:lnTo>
                  <a:lnTo>
                    <a:pt x="233659" y="501974"/>
                  </a:lnTo>
                  <a:lnTo>
                    <a:pt x="292074" y="497855"/>
                  </a:lnTo>
                  <a:lnTo>
                    <a:pt x="350489" y="493708"/>
                  </a:lnTo>
                  <a:lnTo>
                    <a:pt x="408904" y="489529"/>
                  </a:lnTo>
                  <a:lnTo>
                    <a:pt x="467318" y="485316"/>
                  </a:lnTo>
                  <a:lnTo>
                    <a:pt x="525733" y="481066"/>
                  </a:lnTo>
                  <a:lnTo>
                    <a:pt x="584148" y="476776"/>
                  </a:lnTo>
                  <a:lnTo>
                    <a:pt x="642563" y="472442"/>
                  </a:lnTo>
                  <a:lnTo>
                    <a:pt x="700978" y="468060"/>
                  </a:lnTo>
                  <a:lnTo>
                    <a:pt x="759393" y="463626"/>
                  </a:lnTo>
                  <a:lnTo>
                    <a:pt x="817808" y="459134"/>
                  </a:lnTo>
                  <a:lnTo>
                    <a:pt x="876222" y="454580"/>
                  </a:lnTo>
                  <a:lnTo>
                    <a:pt x="934637" y="449958"/>
                  </a:lnTo>
                  <a:lnTo>
                    <a:pt x="993052" y="445262"/>
                  </a:lnTo>
                  <a:lnTo>
                    <a:pt x="1051467" y="440486"/>
                  </a:lnTo>
                  <a:lnTo>
                    <a:pt x="1109882" y="435623"/>
                  </a:lnTo>
                  <a:lnTo>
                    <a:pt x="1168297" y="430668"/>
                  </a:lnTo>
                  <a:lnTo>
                    <a:pt x="1226712" y="425612"/>
                  </a:lnTo>
                  <a:lnTo>
                    <a:pt x="1285126" y="420450"/>
                  </a:lnTo>
                  <a:lnTo>
                    <a:pt x="1343541" y="415176"/>
                  </a:lnTo>
                  <a:lnTo>
                    <a:pt x="1401956" y="409784"/>
                  </a:lnTo>
                  <a:lnTo>
                    <a:pt x="1460371" y="404268"/>
                  </a:lnTo>
                  <a:lnTo>
                    <a:pt x="1518786" y="398624"/>
                  </a:lnTo>
                  <a:lnTo>
                    <a:pt x="1577201" y="392851"/>
                  </a:lnTo>
                  <a:lnTo>
                    <a:pt x="1635616" y="386945"/>
                  </a:lnTo>
                  <a:lnTo>
                    <a:pt x="1694030" y="380906"/>
                  </a:lnTo>
                  <a:lnTo>
                    <a:pt x="1752445" y="374736"/>
                  </a:lnTo>
                  <a:lnTo>
                    <a:pt x="1810860" y="368437"/>
                  </a:lnTo>
                  <a:lnTo>
                    <a:pt x="1869275" y="362011"/>
                  </a:lnTo>
                  <a:lnTo>
                    <a:pt x="1927690" y="355464"/>
                  </a:lnTo>
                  <a:lnTo>
                    <a:pt x="1986105" y="348801"/>
                  </a:lnTo>
                  <a:lnTo>
                    <a:pt x="2044520" y="342027"/>
                  </a:lnTo>
                  <a:lnTo>
                    <a:pt x="2102934" y="335149"/>
                  </a:lnTo>
                  <a:lnTo>
                    <a:pt x="2161349" y="328174"/>
                  </a:lnTo>
                  <a:lnTo>
                    <a:pt x="2219764" y="321109"/>
                  </a:lnTo>
                  <a:lnTo>
                    <a:pt x="2278179" y="313959"/>
                  </a:lnTo>
                  <a:lnTo>
                    <a:pt x="2336594" y="306731"/>
                  </a:lnTo>
                  <a:lnTo>
                    <a:pt x="2395009" y="299432"/>
                  </a:lnTo>
                  <a:lnTo>
                    <a:pt x="2453424" y="292067"/>
                  </a:lnTo>
                  <a:lnTo>
                    <a:pt x="2511838" y="284641"/>
                  </a:lnTo>
                  <a:lnTo>
                    <a:pt x="2570253" y="277160"/>
                  </a:lnTo>
                  <a:lnTo>
                    <a:pt x="2628668" y="269628"/>
                  </a:lnTo>
                  <a:lnTo>
                    <a:pt x="2687083" y="262050"/>
                  </a:lnTo>
                  <a:lnTo>
                    <a:pt x="2745498" y="254429"/>
                  </a:lnTo>
                  <a:lnTo>
                    <a:pt x="2803913" y="246769"/>
                  </a:lnTo>
                  <a:lnTo>
                    <a:pt x="2862328" y="239073"/>
                  </a:lnTo>
                  <a:lnTo>
                    <a:pt x="2920742" y="231344"/>
                  </a:lnTo>
                  <a:lnTo>
                    <a:pt x="2979157" y="223586"/>
                  </a:lnTo>
                  <a:lnTo>
                    <a:pt x="3037572" y="215799"/>
                  </a:lnTo>
                  <a:lnTo>
                    <a:pt x="3095987" y="207987"/>
                  </a:lnTo>
                  <a:lnTo>
                    <a:pt x="3154402" y="200151"/>
                  </a:lnTo>
                  <a:lnTo>
                    <a:pt x="3212817" y="192294"/>
                  </a:lnTo>
                  <a:lnTo>
                    <a:pt x="3271232" y="184417"/>
                  </a:lnTo>
                  <a:lnTo>
                    <a:pt x="3329646" y="176521"/>
                  </a:lnTo>
                  <a:lnTo>
                    <a:pt x="3388061" y="168608"/>
                  </a:lnTo>
                  <a:lnTo>
                    <a:pt x="3446476" y="160680"/>
                  </a:lnTo>
                  <a:lnTo>
                    <a:pt x="3504891" y="152736"/>
                  </a:lnTo>
                  <a:lnTo>
                    <a:pt x="3563306" y="144779"/>
                  </a:lnTo>
                  <a:lnTo>
                    <a:pt x="3621721" y="136809"/>
                  </a:lnTo>
                  <a:lnTo>
                    <a:pt x="3680136" y="128827"/>
                  </a:lnTo>
                  <a:lnTo>
                    <a:pt x="3738550" y="120835"/>
                  </a:lnTo>
                  <a:lnTo>
                    <a:pt x="3796965" y="112832"/>
                  </a:lnTo>
                  <a:lnTo>
                    <a:pt x="3855380" y="104819"/>
                  </a:lnTo>
                  <a:lnTo>
                    <a:pt x="3913795" y="96797"/>
                  </a:lnTo>
                  <a:lnTo>
                    <a:pt x="3972210" y="88767"/>
                  </a:lnTo>
                  <a:lnTo>
                    <a:pt x="4030625" y="80728"/>
                  </a:lnTo>
                  <a:lnTo>
                    <a:pt x="4089040" y="72683"/>
                  </a:lnTo>
                  <a:lnTo>
                    <a:pt x="4147454" y="64630"/>
                  </a:lnTo>
                  <a:lnTo>
                    <a:pt x="4205869" y="56571"/>
                  </a:lnTo>
                  <a:lnTo>
                    <a:pt x="4264284" y="48505"/>
                  </a:lnTo>
                  <a:lnTo>
                    <a:pt x="4322699" y="40434"/>
                  </a:lnTo>
                  <a:lnTo>
                    <a:pt x="4381114" y="32357"/>
                  </a:lnTo>
                  <a:lnTo>
                    <a:pt x="4439529" y="24275"/>
                  </a:lnTo>
                  <a:lnTo>
                    <a:pt x="4497944" y="16188"/>
                  </a:lnTo>
                  <a:lnTo>
                    <a:pt x="4556358" y="8096"/>
                  </a:lnTo>
                  <a:lnTo>
                    <a:pt x="4614773" y="0"/>
                  </a:lnTo>
                  <a:lnTo>
                    <a:pt x="4614773" y="244650"/>
                  </a:lnTo>
                  <a:lnTo>
                    <a:pt x="4556358" y="248449"/>
                  </a:lnTo>
                  <a:lnTo>
                    <a:pt x="4497944" y="252253"/>
                  </a:lnTo>
                  <a:lnTo>
                    <a:pt x="4439529" y="256062"/>
                  </a:lnTo>
                  <a:lnTo>
                    <a:pt x="4381114" y="259876"/>
                  </a:lnTo>
                  <a:lnTo>
                    <a:pt x="4322699" y="263695"/>
                  </a:lnTo>
                  <a:lnTo>
                    <a:pt x="4264284" y="267519"/>
                  </a:lnTo>
                  <a:lnTo>
                    <a:pt x="4205869" y="271349"/>
                  </a:lnTo>
                  <a:lnTo>
                    <a:pt x="4147454" y="275186"/>
                  </a:lnTo>
                  <a:lnTo>
                    <a:pt x="4089040" y="279029"/>
                  </a:lnTo>
                  <a:lnTo>
                    <a:pt x="4030625" y="282879"/>
                  </a:lnTo>
                  <a:lnTo>
                    <a:pt x="3972210" y="286737"/>
                  </a:lnTo>
                  <a:lnTo>
                    <a:pt x="3913795" y="290602"/>
                  </a:lnTo>
                  <a:lnTo>
                    <a:pt x="3855380" y="294476"/>
                  </a:lnTo>
                  <a:lnTo>
                    <a:pt x="3796965" y="298359"/>
                  </a:lnTo>
                  <a:lnTo>
                    <a:pt x="3738550" y="302252"/>
                  </a:lnTo>
                  <a:lnTo>
                    <a:pt x="3680136" y="306155"/>
                  </a:lnTo>
                  <a:lnTo>
                    <a:pt x="3621721" y="310069"/>
                  </a:lnTo>
                  <a:lnTo>
                    <a:pt x="3563306" y="313995"/>
                  </a:lnTo>
                  <a:lnTo>
                    <a:pt x="3504891" y="317934"/>
                  </a:lnTo>
                  <a:lnTo>
                    <a:pt x="3446476" y="321886"/>
                  </a:lnTo>
                  <a:lnTo>
                    <a:pt x="3388061" y="325854"/>
                  </a:lnTo>
                  <a:lnTo>
                    <a:pt x="3329646" y="329837"/>
                  </a:lnTo>
                  <a:lnTo>
                    <a:pt x="3271232" y="333837"/>
                  </a:lnTo>
                  <a:lnTo>
                    <a:pt x="3212817" y="337855"/>
                  </a:lnTo>
                  <a:lnTo>
                    <a:pt x="3154402" y="341894"/>
                  </a:lnTo>
                  <a:lnTo>
                    <a:pt x="3095987" y="345954"/>
                  </a:lnTo>
                  <a:lnTo>
                    <a:pt x="3037572" y="350038"/>
                  </a:lnTo>
                  <a:lnTo>
                    <a:pt x="2979157" y="354147"/>
                  </a:lnTo>
                  <a:lnTo>
                    <a:pt x="2920742" y="358284"/>
                  </a:lnTo>
                  <a:lnTo>
                    <a:pt x="2862328" y="362451"/>
                  </a:lnTo>
                  <a:lnTo>
                    <a:pt x="2803913" y="366651"/>
                  </a:lnTo>
                  <a:lnTo>
                    <a:pt x="2745498" y="370887"/>
                  </a:lnTo>
                  <a:lnTo>
                    <a:pt x="2687083" y="375162"/>
                  </a:lnTo>
                  <a:lnTo>
                    <a:pt x="2628668" y="379479"/>
                  </a:lnTo>
                  <a:lnTo>
                    <a:pt x="2570253" y="383843"/>
                  </a:lnTo>
                  <a:lnTo>
                    <a:pt x="2511838" y="388258"/>
                  </a:lnTo>
                  <a:lnTo>
                    <a:pt x="2453424" y="392728"/>
                  </a:lnTo>
                  <a:lnTo>
                    <a:pt x="2395009" y="397259"/>
                  </a:lnTo>
                  <a:lnTo>
                    <a:pt x="2336594" y="401856"/>
                  </a:lnTo>
                  <a:lnTo>
                    <a:pt x="2278179" y="406524"/>
                  </a:lnTo>
                  <a:lnTo>
                    <a:pt x="2219764" y="411270"/>
                  </a:lnTo>
                  <a:lnTo>
                    <a:pt x="2161349" y="416100"/>
                  </a:lnTo>
                  <a:lnTo>
                    <a:pt x="2102934" y="421021"/>
                  </a:lnTo>
                  <a:lnTo>
                    <a:pt x="2044520" y="426039"/>
                  </a:lnTo>
                  <a:lnTo>
                    <a:pt x="1986105" y="431161"/>
                  </a:lnTo>
                  <a:lnTo>
                    <a:pt x="1927690" y="436394"/>
                  </a:lnTo>
                  <a:lnTo>
                    <a:pt x="1869275" y="441742"/>
                  </a:lnTo>
                  <a:lnTo>
                    <a:pt x="1810860" y="447213"/>
                  </a:lnTo>
                  <a:lnTo>
                    <a:pt x="1752445" y="452809"/>
                  </a:lnTo>
                  <a:lnTo>
                    <a:pt x="1694030" y="458535"/>
                  </a:lnTo>
                  <a:lnTo>
                    <a:pt x="1635616" y="464392"/>
                  </a:lnTo>
                  <a:lnTo>
                    <a:pt x="1577201" y="470382"/>
                  </a:lnTo>
                  <a:lnTo>
                    <a:pt x="1518786" y="476504"/>
                  </a:lnTo>
                  <a:lnTo>
                    <a:pt x="1460371" y="482757"/>
                  </a:lnTo>
                  <a:lnTo>
                    <a:pt x="1401956" y="489137"/>
                  </a:lnTo>
                  <a:lnTo>
                    <a:pt x="1343541" y="495640"/>
                  </a:lnTo>
                  <a:lnTo>
                    <a:pt x="1285126" y="502262"/>
                  </a:lnTo>
                  <a:lnTo>
                    <a:pt x="1226712" y="508996"/>
                  </a:lnTo>
                  <a:lnTo>
                    <a:pt x="1168297" y="515836"/>
                  </a:lnTo>
                  <a:lnTo>
                    <a:pt x="1109882" y="522776"/>
                  </a:lnTo>
                  <a:lnTo>
                    <a:pt x="1051467" y="529810"/>
                  </a:lnTo>
                  <a:lnTo>
                    <a:pt x="993052" y="536929"/>
                  </a:lnTo>
                  <a:lnTo>
                    <a:pt x="934637" y="544129"/>
                  </a:lnTo>
                  <a:lnTo>
                    <a:pt x="876222" y="551403"/>
                  </a:lnTo>
                  <a:lnTo>
                    <a:pt x="817808" y="558745"/>
                  </a:lnTo>
                  <a:lnTo>
                    <a:pt x="759393" y="566149"/>
                  </a:lnTo>
                  <a:lnTo>
                    <a:pt x="700978" y="573610"/>
                  </a:lnTo>
                  <a:lnTo>
                    <a:pt x="642563" y="581124"/>
                  </a:lnTo>
                  <a:lnTo>
                    <a:pt x="584148" y="588686"/>
                  </a:lnTo>
                  <a:lnTo>
                    <a:pt x="525733" y="596291"/>
                  </a:lnTo>
                  <a:lnTo>
                    <a:pt x="467318" y="603938"/>
                  </a:lnTo>
                  <a:lnTo>
                    <a:pt x="408904" y="611621"/>
                  </a:lnTo>
                  <a:lnTo>
                    <a:pt x="350489" y="619338"/>
                  </a:lnTo>
                  <a:lnTo>
                    <a:pt x="292074" y="627086"/>
                  </a:lnTo>
                  <a:lnTo>
                    <a:pt x="233659" y="634863"/>
                  </a:lnTo>
                  <a:lnTo>
                    <a:pt x="175244" y="642666"/>
                  </a:lnTo>
                  <a:lnTo>
                    <a:pt x="116829" y="650493"/>
                  </a:lnTo>
                  <a:lnTo>
                    <a:pt x="58414" y="658342"/>
                  </a:lnTo>
                  <a:lnTo>
                    <a:pt x="0" y="666212"/>
                  </a:lnTo>
                  <a:close/>
                </a:path>
              </a:pathLst>
            </a:custGeom>
            <a:solidFill>
              <a:srgbClr val="D9D9D9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29241" y="2116851"/>
              <a:ext cx="4614773" cy="518208"/>
            </a:xfrm>
            <a:custGeom>
              <a:avLst/>
              <a:pathLst>
                <a:path w="4614773" h="518208">
                  <a:moveTo>
                    <a:pt x="0" y="518208"/>
                  </a:moveTo>
                  <a:lnTo>
                    <a:pt x="58414" y="514182"/>
                  </a:lnTo>
                  <a:lnTo>
                    <a:pt x="116829" y="510136"/>
                  </a:lnTo>
                  <a:lnTo>
                    <a:pt x="175244" y="506067"/>
                  </a:lnTo>
                  <a:lnTo>
                    <a:pt x="233659" y="501974"/>
                  </a:lnTo>
                  <a:lnTo>
                    <a:pt x="292074" y="497855"/>
                  </a:lnTo>
                  <a:lnTo>
                    <a:pt x="350489" y="493708"/>
                  </a:lnTo>
                  <a:lnTo>
                    <a:pt x="408904" y="489529"/>
                  </a:lnTo>
                  <a:lnTo>
                    <a:pt x="467318" y="485316"/>
                  </a:lnTo>
                  <a:lnTo>
                    <a:pt x="525733" y="481066"/>
                  </a:lnTo>
                  <a:lnTo>
                    <a:pt x="584148" y="476776"/>
                  </a:lnTo>
                  <a:lnTo>
                    <a:pt x="642563" y="472442"/>
                  </a:lnTo>
                  <a:lnTo>
                    <a:pt x="700978" y="468060"/>
                  </a:lnTo>
                  <a:lnTo>
                    <a:pt x="759393" y="463626"/>
                  </a:lnTo>
                  <a:lnTo>
                    <a:pt x="817808" y="459134"/>
                  </a:lnTo>
                  <a:lnTo>
                    <a:pt x="876222" y="454580"/>
                  </a:lnTo>
                  <a:lnTo>
                    <a:pt x="934637" y="449958"/>
                  </a:lnTo>
                  <a:lnTo>
                    <a:pt x="993052" y="445262"/>
                  </a:lnTo>
                  <a:lnTo>
                    <a:pt x="1051467" y="440486"/>
                  </a:lnTo>
                  <a:lnTo>
                    <a:pt x="1109882" y="435623"/>
                  </a:lnTo>
                  <a:lnTo>
                    <a:pt x="1168297" y="430668"/>
                  </a:lnTo>
                  <a:lnTo>
                    <a:pt x="1226712" y="425612"/>
                  </a:lnTo>
                  <a:lnTo>
                    <a:pt x="1285126" y="420450"/>
                  </a:lnTo>
                  <a:lnTo>
                    <a:pt x="1343541" y="415176"/>
                  </a:lnTo>
                  <a:lnTo>
                    <a:pt x="1401956" y="409784"/>
                  </a:lnTo>
                  <a:lnTo>
                    <a:pt x="1460371" y="404268"/>
                  </a:lnTo>
                  <a:lnTo>
                    <a:pt x="1518786" y="398624"/>
                  </a:lnTo>
                  <a:lnTo>
                    <a:pt x="1577201" y="392851"/>
                  </a:lnTo>
                  <a:lnTo>
                    <a:pt x="1635616" y="386945"/>
                  </a:lnTo>
                  <a:lnTo>
                    <a:pt x="1694030" y="380906"/>
                  </a:lnTo>
                  <a:lnTo>
                    <a:pt x="1752445" y="374736"/>
                  </a:lnTo>
                  <a:lnTo>
                    <a:pt x="1810860" y="368437"/>
                  </a:lnTo>
                  <a:lnTo>
                    <a:pt x="1869275" y="362011"/>
                  </a:lnTo>
                  <a:lnTo>
                    <a:pt x="1927690" y="355464"/>
                  </a:lnTo>
                  <a:lnTo>
                    <a:pt x="1986105" y="348801"/>
                  </a:lnTo>
                  <a:lnTo>
                    <a:pt x="2044520" y="342027"/>
                  </a:lnTo>
                  <a:lnTo>
                    <a:pt x="2102934" y="335149"/>
                  </a:lnTo>
                  <a:lnTo>
                    <a:pt x="2161349" y="328174"/>
                  </a:lnTo>
                  <a:lnTo>
                    <a:pt x="2219764" y="321109"/>
                  </a:lnTo>
                  <a:lnTo>
                    <a:pt x="2278179" y="313959"/>
                  </a:lnTo>
                  <a:lnTo>
                    <a:pt x="2336594" y="306731"/>
                  </a:lnTo>
                  <a:lnTo>
                    <a:pt x="2395009" y="299432"/>
                  </a:lnTo>
                  <a:lnTo>
                    <a:pt x="2453424" y="292067"/>
                  </a:lnTo>
                  <a:lnTo>
                    <a:pt x="2511838" y="284641"/>
                  </a:lnTo>
                  <a:lnTo>
                    <a:pt x="2570253" y="277160"/>
                  </a:lnTo>
                  <a:lnTo>
                    <a:pt x="2628668" y="269628"/>
                  </a:lnTo>
                  <a:lnTo>
                    <a:pt x="2687083" y="262050"/>
                  </a:lnTo>
                  <a:lnTo>
                    <a:pt x="2745498" y="254429"/>
                  </a:lnTo>
                  <a:lnTo>
                    <a:pt x="2803913" y="246769"/>
                  </a:lnTo>
                  <a:lnTo>
                    <a:pt x="2862328" y="239073"/>
                  </a:lnTo>
                  <a:lnTo>
                    <a:pt x="2920742" y="231344"/>
                  </a:lnTo>
                  <a:lnTo>
                    <a:pt x="2979157" y="223586"/>
                  </a:lnTo>
                  <a:lnTo>
                    <a:pt x="3037572" y="215799"/>
                  </a:lnTo>
                  <a:lnTo>
                    <a:pt x="3095987" y="207987"/>
                  </a:lnTo>
                  <a:lnTo>
                    <a:pt x="3154402" y="200151"/>
                  </a:lnTo>
                  <a:lnTo>
                    <a:pt x="3212817" y="192294"/>
                  </a:lnTo>
                  <a:lnTo>
                    <a:pt x="3271232" y="184417"/>
                  </a:lnTo>
                  <a:lnTo>
                    <a:pt x="3329646" y="176521"/>
                  </a:lnTo>
                  <a:lnTo>
                    <a:pt x="3388061" y="168608"/>
                  </a:lnTo>
                  <a:lnTo>
                    <a:pt x="3446476" y="160680"/>
                  </a:lnTo>
                  <a:lnTo>
                    <a:pt x="3504891" y="152736"/>
                  </a:lnTo>
                  <a:lnTo>
                    <a:pt x="3563306" y="144779"/>
                  </a:lnTo>
                  <a:lnTo>
                    <a:pt x="3621721" y="136809"/>
                  </a:lnTo>
                  <a:lnTo>
                    <a:pt x="3680136" y="128827"/>
                  </a:lnTo>
                  <a:lnTo>
                    <a:pt x="3738550" y="120835"/>
                  </a:lnTo>
                  <a:lnTo>
                    <a:pt x="3796965" y="112832"/>
                  </a:lnTo>
                  <a:lnTo>
                    <a:pt x="3855380" y="104819"/>
                  </a:lnTo>
                  <a:lnTo>
                    <a:pt x="3913795" y="96797"/>
                  </a:lnTo>
                  <a:lnTo>
                    <a:pt x="3972210" y="88767"/>
                  </a:lnTo>
                  <a:lnTo>
                    <a:pt x="4030625" y="80728"/>
                  </a:lnTo>
                  <a:lnTo>
                    <a:pt x="4089040" y="72683"/>
                  </a:lnTo>
                  <a:lnTo>
                    <a:pt x="4147454" y="64630"/>
                  </a:lnTo>
                  <a:lnTo>
                    <a:pt x="4205869" y="56571"/>
                  </a:lnTo>
                  <a:lnTo>
                    <a:pt x="4264284" y="48505"/>
                  </a:lnTo>
                  <a:lnTo>
                    <a:pt x="4322699" y="40434"/>
                  </a:lnTo>
                  <a:lnTo>
                    <a:pt x="4381114" y="32357"/>
                  </a:lnTo>
                  <a:lnTo>
                    <a:pt x="4439529" y="24275"/>
                  </a:lnTo>
                  <a:lnTo>
                    <a:pt x="4497944" y="16188"/>
                  </a:lnTo>
                  <a:lnTo>
                    <a:pt x="4556358" y="8096"/>
                  </a:lnTo>
                  <a:lnTo>
                    <a:pt x="461477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129241" y="2361501"/>
              <a:ext cx="4614773" cy="421562"/>
            </a:xfrm>
            <a:custGeom>
              <a:avLst/>
              <a:pathLst>
                <a:path w="4614773" h="421562">
                  <a:moveTo>
                    <a:pt x="4614773" y="0"/>
                  </a:moveTo>
                  <a:lnTo>
                    <a:pt x="4556358" y="3799"/>
                  </a:lnTo>
                  <a:lnTo>
                    <a:pt x="4497944" y="7603"/>
                  </a:lnTo>
                  <a:lnTo>
                    <a:pt x="4439529" y="11412"/>
                  </a:lnTo>
                  <a:lnTo>
                    <a:pt x="4381114" y="15225"/>
                  </a:lnTo>
                  <a:lnTo>
                    <a:pt x="4322699" y="19044"/>
                  </a:lnTo>
                  <a:lnTo>
                    <a:pt x="4264284" y="22869"/>
                  </a:lnTo>
                  <a:lnTo>
                    <a:pt x="4205869" y="26699"/>
                  </a:lnTo>
                  <a:lnTo>
                    <a:pt x="4147454" y="30536"/>
                  </a:lnTo>
                  <a:lnTo>
                    <a:pt x="4089040" y="34379"/>
                  </a:lnTo>
                  <a:lnTo>
                    <a:pt x="4030625" y="38229"/>
                  </a:lnTo>
                  <a:lnTo>
                    <a:pt x="3972210" y="42087"/>
                  </a:lnTo>
                  <a:lnTo>
                    <a:pt x="3913795" y="45952"/>
                  </a:lnTo>
                  <a:lnTo>
                    <a:pt x="3855380" y="49826"/>
                  </a:lnTo>
                  <a:lnTo>
                    <a:pt x="3796965" y="53709"/>
                  </a:lnTo>
                  <a:lnTo>
                    <a:pt x="3738550" y="57602"/>
                  </a:lnTo>
                  <a:lnTo>
                    <a:pt x="3680136" y="61505"/>
                  </a:lnTo>
                  <a:lnTo>
                    <a:pt x="3621721" y="65419"/>
                  </a:lnTo>
                  <a:lnTo>
                    <a:pt x="3563306" y="69345"/>
                  </a:lnTo>
                  <a:lnTo>
                    <a:pt x="3504891" y="73284"/>
                  </a:lnTo>
                  <a:lnTo>
                    <a:pt x="3446476" y="77236"/>
                  </a:lnTo>
                  <a:lnTo>
                    <a:pt x="3388061" y="81203"/>
                  </a:lnTo>
                  <a:lnTo>
                    <a:pt x="3329646" y="85186"/>
                  </a:lnTo>
                  <a:lnTo>
                    <a:pt x="3271232" y="89186"/>
                  </a:lnTo>
                  <a:lnTo>
                    <a:pt x="3212817" y="93205"/>
                  </a:lnTo>
                  <a:lnTo>
                    <a:pt x="3154402" y="97244"/>
                  </a:lnTo>
                  <a:lnTo>
                    <a:pt x="3095987" y="101304"/>
                  </a:lnTo>
                  <a:lnTo>
                    <a:pt x="3037572" y="105388"/>
                  </a:lnTo>
                  <a:lnTo>
                    <a:pt x="2979157" y="109497"/>
                  </a:lnTo>
                  <a:lnTo>
                    <a:pt x="2920742" y="113634"/>
                  </a:lnTo>
                  <a:lnTo>
                    <a:pt x="2862328" y="117801"/>
                  </a:lnTo>
                  <a:lnTo>
                    <a:pt x="2803913" y="122001"/>
                  </a:lnTo>
                  <a:lnTo>
                    <a:pt x="2745498" y="126237"/>
                  </a:lnTo>
                  <a:lnTo>
                    <a:pt x="2687083" y="130512"/>
                  </a:lnTo>
                  <a:lnTo>
                    <a:pt x="2628668" y="134829"/>
                  </a:lnTo>
                  <a:lnTo>
                    <a:pt x="2570253" y="139193"/>
                  </a:lnTo>
                  <a:lnTo>
                    <a:pt x="2511838" y="143608"/>
                  </a:lnTo>
                  <a:lnTo>
                    <a:pt x="2453424" y="148078"/>
                  </a:lnTo>
                  <a:lnTo>
                    <a:pt x="2395009" y="152609"/>
                  </a:lnTo>
                  <a:lnTo>
                    <a:pt x="2336594" y="157206"/>
                  </a:lnTo>
                  <a:lnTo>
                    <a:pt x="2278179" y="161874"/>
                  </a:lnTo>
                  <a:lnTo>
                    <a:pt x="2219764" y="166620"/>
                  </a:lnTo>
                  <a:lnTo>
                    <a:pt x="2161349" y="171450"/>
                  </a:lnTo>
                  <a:lnTo>
                    <a:pt x="2102934" y="176371"/>
                  </a:lnTo>
                  <a:lnTo>
                    <a:pt x="2044520" y="181389"/>
                  </a:lnTo>
                  <a:lnTo>
                    <a:pt x="1986105" y="186511"/>
                  </a:lnTo>
                  <a:lnTo>
                    <a:pt x="1927690" y="191744"/>
                  </a:lnTo>
                  <a:lnTo>
                    <a:pt x="1869275" y="197092"/>
                  </a:lnTo>
                  <a:lnTo>
                    <a:pt x="1810860" y="202563"/>
                  </a:lnTo>
                  <a:lnTo>
                    <a:pt x="1752445" y="208159"/>
                  </a:lnTo>
                  <a:lnTo>
                    <a:pt x="1694030" y="213885"/>
                  </a:lnTo>
                  <a:lnTo>
                    <a:pt x="1635616" y="219742"/>
                  </a:lnTo>
                  <a:lnTo>
                    <a:pt x="1577201" y="225732"/>
                  </a:lnTo>
                  <a:lnTo>
                    <a:pt x="1518786" y="231854"/>
                  </a:lnTo>
                  <a:lnTo>
                    <a:pt x="1460371" y="238107"/>
                  </a:lnTo>
                  <a:lnTo>
                    <a:pt x="1401956" y="244487"/>
                  </a:lnTo>
                  <a:lnTo>
                    <a:pt x="1343541" y="250990"/>
                  </a:lnTo>
                  <a:lnTo>
                    <a:pt x="1285126" y="257611"/>
                  </a:lnTo>
                  <a:lnTo>
                    <a:pt x="1226712" y="264345"/>
                  </a:lnTo>
                  <a:lnTo>
                    <a:pt x="1168297" y="271186"/>
                  </a:lnTo>
                  <a:lnTo>
                    <a:pt x="1109882" y="278126"/>
                  </a:lnTo>
                  <a:lnTo>
                    <a:pt x="1051467" y="285159"/>
                  </a:lnTo>
                  <a:lnTo>
                    <a:pt x="993052" y="292279"/>
                  </a:lnTo>
                  <a:lnTo>
                    <a:pt x="934637" y="299479"/>
                  </a:lnTo>
                  <a:lnTo>
                    <a:pt x="876222" y="306753"/>
                  </a:lnTo>
                  <a:lnTo>
                    <a:pt x="817808" y="314094"/>
                  </a:lnTo>
                  <a:lnTo>
                    <a:pt x="759393" y="321499"/>
                  </a:lnTo>
                  <a:lnTo>
                    <a:pt x="700978" y="328960"/>
                  </a:lnTo>
                  <a:lnTo>
                    <a:pt x="642563" y="336474"/>
                  </a:lnTo>
                  <a:lnTo>
                    <a:pt x="584148" y="344035"/>
                  </a:lnTo>
                  <a:lnTo>
                    <a:pt x="525733" y="351641"/>
                  </a:lnTo>
                  <a:lnTo>
                    <a:pt x="467318" y="359287"/>
                  </a:lnTo>
                  <a:lnTo>
                    <a:pt x="408904" y="366971"/>
                  </a:lnTo>
                  <a:lnTo>
                    <a:pt x="350489" y="374688"/>
                  </a:lnTo>
                  <a:lnTo>
                    <a:pt x="292074" y="382436"/>
                  </a:lnTo>
                  <a:lnTo>
                    <a:pt x="233659" y="390212"/>
                  </a:lnTo>
                  <a:lnTo>
                    <a:pt x="175244" y="398015"/>
                  </a:lnTo>
                  <a:lnTo>
                    <a:pt x="116829" y="405843"/>
                  </a:lnTo>
                  <a:lnTo>
                    <a:pt x="58414" y="413692"/>
                  </a:lnTo>
                  <a:lnTo>
                    <a:pt x="0" y="4215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29241" y="2239176"/>
              <a:ext cx="4614773" cy="469885"/>
            </a:xfrm>
            <a:custGeom>
              <a:avLst/>
              <a:pathLst>
                <a:path w="4614773" h="469885">
                  <a:moveTo>
                    <a:pt x="0" y="469885"/>
                  </a:moveTo>
                  <a:lnTo>
                    <a:pt x="58414" y="463937"/>
                  </a:lnTo>
                  <a:lnTo>
                    <a:pt x="116829" y="457989"/>
                  </a:lnTo>
                  <a:lnTo>
                    <a:pt x="175244" y="452041"/>
                  </a:lnTo>
                  <a:lnTo>
                    <a:pt x="233659" y="446093"/>
                  </a:lnTo>
                  <a:lnTo>
                    <a:pt x="292074" y="440146"/>
                  </a:lnTo>
                  <a:lnTo>
                    <a:pt x="350489" y="434198"/>
                  </a:lnTo>
                  <a:lnTo>
                    <a:pt x="408904" y="428250"/>
                  </a:lnTo>
                  <a:lnTo>
                    <a:pt x="467318" y="422302"/>
                  </a:lnTo>
                  <a:lnTo>
                    <a:pt x="525733" y="416354"/>
                  </a:lnTo>
                  <a:lnTo>
                    <a:pt x="584148" y="410406"/>
                  </a:lnTo>
                  <a:lnTo>
                    <a:pt x="642563" y="404458"/>
                  </a:lnTo>
                  <a:lnTo>
                    <a:pt x="700978" y="398510"/>
                  </a:lnTo>
                  <a:lnTo>
                    <a:pt x="759393" y="392562"/>
                  </a:lnTo>
                  <a:lnTo>
                    <a:pt x="817808" y="386614"/>
                  </a:lnTo>
                  <a:lnTo>
                    <a:pt x="876222" y="380666"/>
                  </a:lnTo>
                  <a:lnTo>
                    <a:pt x="934637" y="374718"/>
                  </a:lnTo>
                  <a:lnTo>
                    <a:pt x="993052" y="368770"/>
                  </a:lnTo>
                  <a:lnTo>
                    <a:pt x="1051467" y="362823"/>
                  </a:lnTo>
                  <a:lnTo>
                    <a:pt x="1109882" y="356875"/>
                  </a:lnTo>
                  <a:lnTo>
                    <a:pt x="1168297" y="350927"/>
                  </a:lnTo>
                  <a:lnTo>
                    <a:pt x="1226712" y="344979"/>
                  </a:lnTo>
                  <a:lnTo>
                    <a:pt x="1285126" y="339031"/>
                  </a:lnTo>
                  <a:lnTo>
                    <a:pt x="1343541" y="333083"/>
                  </a:lnTo>
                  <a:lnTo>
                    <a:pt x="1401956" y="327135"/>
                  </a:lnTo>
                  <a:lnTo>
                    <a:pt x="1460371" y="321187"/>
                  </a:lnTo>
                  <a:lnTo>
                    <a:pt x="1518786" y="315239"/>
                  </a:lnTo>
                  <a:lnTo>
                    <a:pt x="1577201" y="309291"/>
                  </a:lnTo>
                  <a:lnTo>
                    <a:pt x="1635616" y="303343"/>
                  </a:lnTo>
                  <a:lnTo>
                    <a:pt x="1694030" y="297395"/>
                  </a:lnTo>
                  <a:lnTo>
                    <a:pt x="1752445" y="291448"/>
                  </a:lnTo>
                  <a:lnTo>
                    <a:pt x="1810860" y="285500"/>
                  </a:lnTo>
                  <a:lnTo>
                    <a:pt x="1869275" y="279552"/>
                  </a:lnTo>
                  <a:lnTo>
                    <a:pt x="1927690" y="273604"/>
                  </a:lnTo>
                  <a:lnTo>
                    <a:pt x="1986105" y="267656"/>
                  </a:lnTo>
                  <a:lnTo>
                    <a:pt x="2044520" y="261708"/>
                  </a:lnTo>
                  <a:lnTo>
                    <a:pt x="2102934" y="255760"/>
                  </a:lnTo>
                  <a:lnTo>
                    <a:pt x="2161349" y="249812"/>
                  </a:lnTo>
                  <a:lnTo>
                    <a:pt x="2219764" y="243864"/>
                  </a:lnTo>
                  <a:lnTo>
                    <a:pt x="2278179" y="237916"/>
                  </a:lnTo>
                  <a:lnTo>
                    <a:pt x="2336594" y="231968"/>
                  </a:lnTo>
                  <a:lnTo>
                    <a:pt x="2395009" y="226020"/>
                  </a:lnTo>
                  <a:lnTo>
                    <a:pt x="2453424" y="220073"/>
                  </a:lnTo>
                  <a:lnTo>
                    <a:pt x="2511838" y="214125"/>
                  </a:lnTo>
                  <a:lnTo>
                    <a:pt x="2570253" y="208177"/>
                  </a:lnTo>
                  <a:lnTo>
                    <a:pt x="2628668" y="202229"/>
                  </a:lnTo>
                  <a:lnTo>
                    <a:pt x="2687083" y="196281"/>
                  </a:lnTo>
                  <a:lnTo>
                    <a:pt x="2745498" y="190333"/>
                  </a:lnTo>
                  <a:lnTo>
                    <a:pt x="2803913" y="184385"/>
                  </a:lnTo>
                  <a:lnTo>
                    <a:pt x="2862328" y="178437"/>
                  </a:lnTo>
                  <a:lnTo>
                    <a:pt x="2920742" y="172489"/>
                  </a:lnTo>
                  <a:lnTo>
                    <a:pt x="2979157" y="166541"/>
                  </a:lnTo>
                  <a:lnTo>
                    <a:pt x="3037572" y="160593"/>
                  </a:lnTo>
                  <a:lnTo>
                    <a:pt x="3095987" y="154645"/>
                  </a:lnTo>
                  <a:lnTo>
                    <a:pt x="3154402" y="148697"/>
                  </a:lnTo>
                  <a:lnTo>
                    <a:pt x="3212817" y="142750"/>
                  </a:lnTo>
                  <a:lnTo>
                    <a:pt x="3271232" y="136802"/>
                  </a:lnTo>
                  <a:lnTo>
                    <a:pt x="3329646" y="130854"/>
                  </a:lnTo>
                  <a:lnTo>
                    <a:pt x="3388061" y="124906"/>
                  </a:lnTo>
                  <a:lnTo>
                    <a:pt x="3446476" y="118958"/>
                  </a:lnTo>
                  <a:lnTo>
                    <a:pt x="3504891" y="113010"/>
                  </a:lnTo>
                  <a:lnTo>
                    <a:pt x="3563306" y="107062"/>
                  </a:lnTo>
                  <a:lnTo>
                    <a:pt x="3621721" y="101114"/>
                  </a:lnTo>
                  <a:lnTo>
                    <a:pt x="3680136" y="95166"/>
                  </a:lnTo>
                  <a:lnTo>
                    <a:pt x="3738550" y="89218"/>
                  </a:lnTo>
                  <a:lnTo>
                    <a:pt x="3796965" y="83270"/>
                  </a:lnTo>
                  <a:lnTo>
                    <a:pt x="3855380" y="77322"/>
                  </a:lnTo>
                  <a:lnTo>
                    <a:pt x="3913795" y="71375"/>
                  </a:lnTo>
                  <a:lnTo>
                    <a:pt x="3972210" y="65427"/>
                  </a:lnTo>
                  <a:lnTo>
                    <a:pt x="4030625" y="59479"/>
                  </a:lnTo>
                  <a:lnTo>
                    <a:pt x="4089040" y="53531"/>
                  </a:lnTo>
                  <a:lnTo>
                    <a:pt x="4147454" y="47583"/>
                  </a:lnTo>
                  <a:lnTo>
                    <a:pt x="4205869" y="41635"/>
                  </a:lnTo>
                  <a:lnTo>
                    <a:pt x="4264284" y="35687"/>
                  </a:lnTo>
                  <a:lnTo>
                    <a:pt x="4322699" y="29739"/>
                  </a:lnTo>
                  <a:lnTo>
                    <a:pt x="4381114" y="23791"/>
                  </a:lnTo>
                  <a:lnTo>
                    <a:pt x="4439529" y="17843"/>
                  </a:lnTo>
                  <a:lnTo>
                    <a:pt x="4497944" y="11895"/>
                  </a:lnTo>
                  <a:lnTo>
                    <a:pt x="4556358" y="5947"/>
                  </a:lnTo>
                  <a:lnTo>
                    <a:pt x="4614773" y="0"/>
                  </a:lnTo>
                </a:path>
              </a:pathLst>
            </a:custGeom>
            <a:ln w="1626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840505" y="25094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911235" y="27488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777569" y="247681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28458" y="26384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852578" y="20146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98084" y="23967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77569" y="27045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117444" y="22211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280914" y="23473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170648" y="255160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762089" y="23612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313396" y="211426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579374" y="24334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474415" y="20759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043475" y="25405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479349" y="252316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358264" y="223852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06942" y="22438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777569" y="262364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793903" y="268224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950144" y="28423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04293" y="26837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924474" y="295968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251325" y="23884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448804" y="192374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448688" y="22205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74663" y="24357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96221" y="247197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742642" y="2331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09778" y="261311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89302" y="261837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350015" y="23110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25925" y="152713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20261" y="257209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850310" y="253378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149623" y="207934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261225" y="27302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398470" y="267768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503616" y="27118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488600" y="24114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085413" y="279046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941758" y="21430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428563" y="29050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23382" y="207613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843523" y="255297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271753" y="25354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171728" y="266125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639314" y="258604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41459" y="231295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97887" y="207807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615317" y="264280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193047" y="26897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100145" y="23248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704721" y="22983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62313" y="287479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607602" y="25892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298445" y="246779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449964" y="3911736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081039" y="24166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98959" y="22824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161729" y="23644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205331" y="19202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373951" y="25480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868327" y="25427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035717" y="265221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433885" y="26802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49867" y="262742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636781" y="23218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101524" y="265566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893156" y="233299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81518" y="26372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998539" y="26211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95408" y="256581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937440" y="19168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777569" y="258957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170192" y="26531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06968" y="276407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15997" y="23559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514270" y="255462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514270" y="290362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212129" y="23485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152680" y="24998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401545" y="265644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793903" y="25893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195490" y="22156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048993" y="235261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538934" y="26510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372414" y="240771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809824" y="24387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445951" y="274222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177378" y="17612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562666" y="3253953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911235" y="274774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977124" y="23928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883890" y="24020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077932" y="252278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180086" y="24012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433538" y="19201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327624" y="228824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531348" y="270241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162922" y="257106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261225" y="24679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001221" y="243295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28920" y="25997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305632" y="287508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043475" y="2549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286946" y="25864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762585" y="19525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719694" y="26117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358030" y="27636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310512" y="26367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268847" y="23456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170648" y="279553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024427" y="21883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895034" y="22131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373951" y="22962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149662" y="24571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957160" y="25544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665650" y="266420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347108" y="282903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950144" y="24935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809824" y="27343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776032" y="21331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007111" y="258944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646310" y="250422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068476" y="22848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481865" y="21348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115127" y="27516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869758" y="284968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461837" y="282470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911235" y="231504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809824" y="29956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124728" y="3230435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999907" y="2137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717834" y="28018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172057" y="23562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657536" y="24594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538934" y="275500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161729" y="21216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727048" y="287408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064794" y="22824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360347" y="26452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479375" y="25628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348379" y="24729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585535" y="26532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09582" y="20980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21663" y="280315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634074" y="23168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404605" y="285001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245697" y="257985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011201" y="22602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422659" y="273677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1743570" y="2247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143500" y="26424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085564" y="22685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847642" y="23065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012931" y="228418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628920" y="21689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699061" y="277465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344455" y="231465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301110" y="28100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373951" y="26510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538934" y="28134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752133" y="275911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718465" y="22258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796221" y="264264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45408" y="26497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541251" y="298978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526337" y="25573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433885" y="299102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373951" y="281820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131052" y="261532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319763" y="26442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93047" y="273222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95034" y="254548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707627" y="25469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133827" y="275813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883890" y="27622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924474" y="23650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992925" y="15957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02737" y="23069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171996" y="25341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840478" y="25190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665650" y="26963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103060" y="3303051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25351" y="25924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473904" y="20696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628920" y="262107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707627" y="266491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941759" y="272381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228810" y="258807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233631" y="24697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793903" y="266728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233631" y="26525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037951" y="276071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924474" y="263040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898503" y="6569597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98503" y="5964674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898503" y="535975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898503" y="4754829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1077326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384924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692522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000119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898503" y="5964674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1129241" y="5459493"/>
              <a:ext cx="4614773" cy="648214"/>
            </a:xfrm>
            <a:custGeom>
              <a:avLst/>
              <a:pathLst>
                <a:path w="4614773" h="648214">
                  <a:moveTo>
                    <a:pt x="0" y="141524"/>
                  </a:moveTo>
                  <a:lnTo>
                    <a:pt x="58414" y="142206"/>
                  </a:lnTo>
                  <a:lnTo>
                    <a:pt x="116829" y="142887"/>
                  </a:lnTo>
                  <a:lnTo>
                    <a:pt x="175244" y="143565"/>
                  </a:lnTo>
                  <a:lnTo>
                    <a:pt x="233659" y="144241"/>
                  </a:lnTo>
                  <a:lnTo>
                    <a:pt x="292074" y="144914"/>
                  </a:lnTo>
                  <a:lnTo>
                    <a:pt x="350489" y="145585"/>
                  </a:lnTo>
                  <a:lnTo>
                    <a:pt x="408904" y="146252"/>
                  </a:lnTo>
                  <a:lnTo>
                    <a:pt x="467318" y="146917"/>
                  </a:lnTo>
                  <a:lnTo>
                    <a:pt x="525733" y="147579"/>
                  </a:lnTo>
                  <a:lnTo>
                    <a:pt x="584148" y="148237"/>
                  </a:lnTo>
                  <a:lnTo>
                    <a:pt x="642563" y="148892"/>
                  </a:lnTo>
                  <a:lnTo>
                    <a:pt x="700978" y="149544"/>
                  </a:lnTo>
                  <a:lnTo>
                    <a:pt x="759393" y="150191"/>
                  </a:lnTo>
                  <a:lnTo>
                    <a:pt x="817808" y="150834"/>
                  </a:lnTo>
                  <a:lnTo>
                    <a:pt x="876222" y="151472"/>
                  </a:lnTo>
                  <a:lnTo>
                    <a:pt x="934637" y="152105"/>
                  </a:lnTo>
                  <a:lnTo>
                    <a:pt x="993052" y="152734"/>
                  </a:lnTo>
                  <a:lnTo>
                    <a:pt x="1051467" y="153356"/>
                  </a:lnTo>
                  <a:lnTo>
                    <a:pt x="1109882" y="153973"/>
                  </a:lnTo>
                  <a:lnTo>
                    <a:pt x="1168297" y="154583"/>
                  </a:lnTo>
                  <a:lnTo>
                    <a:pt x="1226712" y="155186"/>
                  </a:lnTo>
                  <a:lnTo>
                    <a:pt x="1285126" y="155781"/>
                  </a:lnTo>
                  <a:lnTo>
                    <a:pt x="1343541" y="156369"/>
                  </a:lnTo>
                  <a:lnTo>
                    <a:pt x="1401956" y="156947"/>
                  </a:lnTo>
                  <a:lnTo>
                    <a:pt x="1460371" y="157516"/>
                  </a:lnTo>
                  <a:lnTo>
                    <a:pt x="1518786" y="158074"/>
                  </a:lnTo>
                  <a:lnTo>
                    <a:pt x="1577201" y="158620"/>
                  </a:lnTo>
                  <a:lnTo>
                    <a:pt x="1635616" y="159155"/>
                  </a:lnTo>
                  <a:lnTo>
                    <a:pt x="1694030" y="159675"/>
                  </a:lnTo>
                  <a:lnTo>
                    <a:pt x="1752445" y="160180"/>
                  </a:lnTo>
                  <a:lnTo>
                    <a:pt x="1810860" y="160668"/>
                  </a:lnTo>
                  <a:lnTo>
                    <a:pt x="1869275" y="161138"/>
                  </a:lnTo>
                  <a:lnTo>
                    <a:pt x="1927690" y="161587"/>
                  </a:lnTo>
                  <a:lnTo>
                    <a:pt x="1986105" y="162013"/>
                  </a:lnTo>
                  <a:lnTo>
                    <a:pt x="2044520" y="162414"/>
                  </a:lnTo>
                  <a:lnTo>
                    <a:pt x="2102934" y="162785"/>
                  </a:lnTo>
                  <a:lnTo>
                    <a:pt x="2161349" y="163125"/>
                  </a:lnTo>
                  <a:lnTo>
                    <a:pt x="2219764" y="163427"/>
                  </a:lnTo>
                  <a:lnTo>
                    <a:pt x="2278179" y="163689"/>
                  </a:lnTo>
                  <a:lnTo>
                    <a:pt x="2336594" y="163903"/>
                  </a:lnTo>
                  <a:lnTo>
                    <a:pt x="2395009" y="164063"/>
                  </a:lnTo>
                  <a:lnTo>
                    <a:pt x="2453424" y="164161"/>
                  </a:lnTo>
                  <a:lnTo>
                    <a:pt x="2511838" y="164188"/>
                  </a:lnTo>
                  <a:lnTo>
                    <a:pt x="2570253" y="164131"/>
                  </a:lnTo>
                  <a:lnTo>
                    <a:pt x="2628668" y="163978"/>
                  </a:lnTo>
                  <a:lnTo>
                    <a:pt x="2687083" y="163713"/>
                  </a:lnTo>
                  <a:lnTo>
                    <a:pt x="2745498" y="163316"/>
                  </a:lnTo>
                  <a:lnTo>
                    <a:pt x="2803913" y="162764"/>
                  </a:lnTo>
                  <a:lnTo>
                    <a:pt x="2862328" y="162031"/>
                  </a:lnTo>
                  <a:lnTo>
                    <a:pt x="2920742" y="161085"/>
                  </a:lnTo>
                  <a:lnTo>
                    <a:pt x="2979157" y="159891"/>
                  </a:lnTo>
                  <a:lnTo>
                    <a:pt x="3037572" y="158408"/>
                  </a:lnTo>
                  <a:lnTo>
                    <a:pt x="3095987" y="156595"/>
                  </a:lnTo>
                  <a:lnTo>
                    <a:pt x="3154402" y="154409"/>
                  </a:lnTo>
                  <a:lnTo>
                    <a:pt x="3212817" y="151809"/>
                  </a:lnTo>
                  <a:lnTo>
                    <a:pt x="3271232" y="148766"/>
                  </a:lnTo>
                  <a:lnTo>
                    <a:pt x="3329646" y="145258"/>
                  </a:lnTo>
                  <a:lnTo>
                    <a:pt x="3388061" y="141281"/>
                  </a:lnTo>
                  <a:lnTo>
                    <a:pt x="3446476" y="136845"/>
                  </a:lnTo>
                  <a:lnTo>
                    <a:pt x="3504891" y="131975"/>
                  </a:lnTo>
                  <a:lnTo>
                    <a:pt x="3563306" y="126706"/>
                  </a:lnTo>
                  <a:lnTo>
                    <a:pt x="3621721" y="121078"/>
                  </a:lnTo>
                  <a:lnTo>
                    <a:pt x="3680136" y="115136"/>
                  </a:lnTo>
                  <a:lnTo>
                    <a:pt x="3738550" y="108920"/>
                  </a:lnTo>
                  <a:lnTo>
                    <a:pt x="3796965" y="102470"/>
                  </a:lnTo>
                  <a:lnTo>
                    <a:pt x="3855380" y="95818"/>
                  </a:lnTo>
                  <a:lnTo>
                    <a:pt x="3913795" y="88995"/>
                  </a:lnTo>
                  <a:lnTo>
                    <a:pt x="3972210" y="82026"/>
                  </a:lnTo>
                  <a:lnTo>
                    <a:pt x="4030625" y="74933"/>
                  </a:lnTo>
                  <a:lnTo>
                    <a:pt x="4089040" y="67733"/>
                  </a:lnTo>
                  <a:lnTo>
                    <a:pt x="4147454" y="60442"/>
                  </a:lnTo>
                  <a:lnTo>
                    <a:pt x="4205869" y="53073"/>
                  </a:lnTo>
                  <a:lnTo>
                    <a:pt x="4264284" y="45635"/>
                  </a:lnTo>
                  <a:lnTo>
                    <a:pt x="4322699" y="38139"/>
                  </a:lnTo>
                  <a:lnTo>
                    <a:pt x="4381114" y="30591"/>
                  </a:lnTo>
                  <a:lnTo>
                    <a:pt x="4439529" y="22998"/>
                  </a:lnTo>
                  <a:lnTo>
                    <a:pt x="4497944" y="15365"/>
                  </a:lnTo>
                  <a:lnTo>
                    <a:pt x="4556358" y="7698"/>
                  </a:lnTo>
                  <a:lnTo>
                    <a:pt x="4614773" y="0"/>
                  </a:lnTo>
                  <a:lnTo>
                    <a:pt x="4614773" y="211780"/>
                  </a:lnTo>
                  <a:lnTo>
                    <a:pt x="4556358" y="211397"/>
                  </a:lnTo>
                  <a:lnTo>
                    <a:pt x="4497944" y="211046"/>
                  </a:lnTo>
                  <a:lnTo>
                    <a:pt x="4439529" y="210729"/>
                  </a:lnTo>
                  <a:lnTo>
                    <a:pt x="4381114" y="210452"/>
                  </a:lnTo>
                  <a:lnTo>
                    <a:pt x="4322699" y="210220"/>
                  </a:lnTo>
                  <a:lnTo>
                    <a:pt x="4264284" y="210040"/>
                  </a:lnTo>
                  <a:lnTo>
                    <a:pt x="4205869" y="209918"/>
                  </a:lnTo>
                  <a:lnTo>
                    <a:pt x="4147454" y="209865"/>
                  </a:lnTo>
                  <a:lnTo>
                    <a:pt x="4089040" y="209890"/>
                  </a:lnTo>
                  <a:lnTo>
                    <a:pt x="4030625" y="210006"/>
                  </a:lnTo>
                  <a:lnTo>
                    <a:pt x="3972210" y="210228"/>
                  </a:lnTo>
                  <a:lnTo>
                    <a:pt x="3913795" y="210576"/>
                  </a:lnTo>
                  <a:lnTo>
                    <a:pt x="3855380" y="211068"/>
                  </a:lnTo>
                  <a:lnTo>
                    <a:pt x="3796965" y="211733"/>
                  </a:lnTo>
                  <a:lnTo>
                    <a:pt x="3738550" y="212598"/>
                  </a:lnTo>
                  <a:lnTo>
                    <a:pt x="3680136" y="213698"/>
                  </a:lnTo>
                  <a:lnTo>
                    <a:pt x="3621721" y="215072"/>
                  </a:lnTo>
                  <a:lnTo>
                    <a:pt x="3563306" y="216760"/>
                  </a:lnTo>
                  <a:lnTo>
                    <a:pt x="3504891" y="218807"/>
                  </a:lnTo>
                  <a:lnTo>
                    <a:pt x="3446476" y="221253"/>
                  </a:lnTo>
                  <a:lnTo>
                    <a:pt x="3388061" y="224133"/>
                  </a:lnTo>
                  <a:lnTo>
                    <a:pt x="3329646" y="227472"/>
                  </a:lnTo>
                  <a:lnTo>
                    <a:pt x="3271232" y="231280"/>
                  </a:lnTo>
                  <a:lnTo>
                    <a:pt x="3212817" y="235552"/>
                  </a:lnTo>
                  <a:lnTo>
                    <a:pt x="3154402" y="240269"/>
                  </a:lnTo>
                  <a:lnTo>
                    <a:pt x="3095987" y="245398"/>
                  </a:lnTo>
                  <a:lnTo>
                    <a:pt x="3037572" y="250901"/>
                  </a:lnTo>
                  <a:lnTo>
                    <a:pt x="2979157" y="256734"/>
                  </a:lnTo>
                  <a:lnTo>
                    <a:pt x="2920742" y="262856"/>
                  </a:lnTo>
                  <a:lnTo>
                    <a:pt x="2862328" y="269226"/>
                  </a:lnTo>
                  <a:lnTo>
                    <a:pt x="2803913" y="275809"/>
                  </a:lnTo>
                  <a:lnTo>
                    <a:pt x="2745498" y="282573"/>
                  </a:lnTo>
                  <a:lnTo>
                    <a:pt x="2687083" y="289492"/>
                  </a:lnTo>
                  <a:lnTo>
                    <a:pt x="2628668" y="296542"/>
                  </a:lnTo>
                  <a:lnTo>
                    <a:pt x="2570253" y="303705"/>
                  </a:lnTo>
                  <a:lnTo>
                    <a:pt x="2511838" y="310965"/>
                  </a:lnTo>
                  <a:lnTo>
                    <a:pt x="2453424" y="318307"/>
                  </a:lnTo>
                  <a:lnTo>
                    <a:pt x="2395009" y="325721"/>
                  </a:lnTo>
                  <a:lnTo>
                    <a:pt x="2336594" y="333198"/>
                  </a:lnTo>
                  <a:lnTo>
                    <a:pt x="2278179" y="340728"/>
                  </a:lnTo>
                  <a:lnTo>
                    <a:pt x="2219764" y="348305"/>
                  </a:lnTo>
                  <a:lnTo>
                    <a:pt x="2161349" y="355924"/>
                  </a:lnTo>
                  <a:lnTo>
                    <a:pt x="2102934" y="363579"/>
                  </a:lnTo>
                  <a:lnTo>
                    <a:pt x="2044520" y="371267"/>
                  </a:lnTo>
                  <a:lnTo>
                    <a:pt x="1986105" y="378983"/>
                  </a:lnTo>
                  <a:lnTo>
                    <a:pt x="1927690" y="386725"/>
                  </a:lnTo>
                  <a:lnTo>
                    <a:pt x="1869275" y="394490"/>
                  </a:lnTo>
                  <a:lnTo>
                    <a:pt x="1810860" y="402276"/>
                  </a:lnTo>
                  <a:lnTo>
                    <a:pt x="1752445" y="410080"/>
                  </a:lnTo>
                  <a:lnTo>
                    <a:pt x="1694030" y="417901"/>
                  </a:lnTo>
                  <a:lnTo>
                    <a:pt x="1635616" y="425737"/>
                  </a:lnTo>
                  <a:lnTo>
                    <a:pt x="1577201" y="433587"/>
                  </a:lnTo>
                  <a:lnTo>
                    <a:pt x="1518786" y="441450"/>
                  </a:lnTo>
                  <a:lnTo>
                    <a:pt x="1460371" y="449324"/>
                  </a:lnTo>
                  <a:lnTo>
                    <a:pt x="1401956" y="457208"/>
                  </a:lnTo>
                  <a:lnTo>
                    <a:pt x="1343541" y="465103"/>
                  </a:lnTo>
                  <a:lnTo>
                    <a:pt x="1285126" y="473006"/>
                  </a:lnTo>
                  <a:lnTo>
                    <a:pt x="1226712" y="480917"/>
                  </a:lnTo>
                  <a:lnTo>
                    <a:pt x="1168297" y="488836"/>
                  </a:lnTo>
                  <a:lnTo>
                    <a:pt x="1109882" y="496762"/>
                  </a:lnTo>
                  <a:lnTo>
                    <a:pt x="1051467" y="504695"/>
                  </a:lnTo>
                  <a:lnTo>
                    <a:pt x="993052" y="512633"/>
                  </a:lnTo>
                  <a:lnTo>
                    <a:pt x="934637" y="520577"/>
                  </a:lnTo>
                  <a:lnTo>
                    <a:pt x="876222" y="528527"/>
                  </a:lnTo>
                  <a:lnTo>
                    <a:pt x="817808" y="536481"/>
                  </a:lnTo>
                  <a:lnTo>
                    <a:pt x="759393" y="544440"/>
                  </a:lnTo>
                  <a:lnTo>
                    <a:pt x="700978" y="552403"/>
                  </a:lnTo>
                  <a:lnTo>
                    <a:pt x="642563" y="560370"/>
                  </a:lnTo>
                  <a:lnTo>
                    <a:pt x="584148" y="568341"/>
                  </a:lnTo>
                  <a:lnTo>
                    <a:pt x="525733" y="576315"/>
                  </a:lnTo>
                  <a:lnTo>
                    <a:pt x="467318" y="584293"/>
                  </a:lnTo>
                  <a:lnTo>
                    <a:pt x="408904" y="592274"/>
                  </a:lnTo>
                  <a:lnTo>
                    <a:pt x="350489" y="600258"/>
                  </a:lnTo>
                  <a:lnTo>
                    <a:pt x="292074" y="608244"/>
                  </a:lnTo>
                  <a:lnTo>
                    <a:pt x="233659" y="616233"/>
                  </a:lnTo>
                  <a:lnTo>
                    <a:pt x="175244" y="624225"/>
                  </a:lnTo>
                  <a:lnTo>
                    <a:pt x="116829" y="632219"/>
                  </a:lnTo>
                  <a:lnTo>
                    <a:pt x="58414" y="640215"/>
                  </a:lnTo>
                  <a:lnTo>
                    <a:pt x="0" y="648214"/>
                  </a:lnTo>
                  <a:close/>
                </a:path>
              </a:pathLst>
            </a:custGeom>
            <a:solidFill>
              <a:srgbClr val="D9D9D9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1129241" y="5459493"/>
              <a:ext cx="4614773" cy="164188"/>
            </a:xfrm>
            <a:custGeom>
              <a:avLst/>
              <a:pathLst>
                <a:path w="4614773" h="164188">
                  <a:moveTo>
                    <a:pt x="0" y="141524"/>
                  </a:moveTo>
                  <a:lnTo>
                    <a:pt x="58414" y="142206"/>
                  </a:lnTo>
                  <a:lnTo>
                    <a:pt x="116829" y="142887"/>
                  </a:lnTo>
                  <a:lnTo>
                    <a:pt x="175244" y="143565"/>
                  </a:lnTo>
                  <a:lnTo>
                    <a:pt x="233659" y="144241"/>
                  </a:lnTo>
                  <a:lnTo>
                    <a:pt x="292074" y="144914"/>
                  </a:lnTo>
                  <a:lnTo>
                    <a:pt x="350489" y="145585"/>
                  </a:lnTo>
                  <a:lnTo>
                    <a:pt x="408904" y="146252"/>
                  </a:lnTo>
                  <a:lnTo>
                    <a:pt x="467318" y="146917"/>
                  </a:lnTo>
                  <a:lnTo>
                    <a:pt x="525733" y="147579"/>
                  </a:lnTo>
                  <a:lnTo>
                    <a:pt x="584148" y="148237"/>
                  </a:lnTo>
                  <a:lnTo>
                    <a:pt x="642563" y="148892"/>
                  </a:lnTo>
                  <a:lnTo>
                    <a:pt x="700978" y="149544"/>
                  </a:lnTo>
                  <a:lnTo>
                    <a:pt x="759393" y="150191"/>
                  </a:lnTo>
                  <a:lnTo>
                    <a:pt x="817808" y="150834"/>
                  </a:lnTo>
                  <a:lnTo>
                    <a:pt x="876222" y="151472"/>
                  </a:lnTo>
                  <a:lnTo>
                    <a:pt x="934637" y="152105"/>
                  </a:lnTo>
                  <a:lnTo>
                    <a:pt x="993052" y="152734"/>
                  </a:lnTo>
                  <a:lnTo>
                    <a:pt x="1051467" y="153356"/>
                  </a:lnTo>
                  <a:lnTo>
                    <a:pt x="1109882" y="153973"/>
                  </a:lnTo>
                  <a:lnTo>
                    <a:pt x="1168297" y="154583"/>
                  </a:lnTo>
                  <a:lnTo>
                    <a:pt x="1226712" y="155186"/>
                  </a:lnTo>
                  <a:lnTo>
                    <a:pt x="1285126" y="155781"/>
                  </a:lnTo>
                  <a:lnTo>
                    <a:pt x="1343541" y="156369"/>
                  </a:lnTo>
                  <a:lnTo>
                    <a:pt x="1401956" y="156947"/>
                  </a:lnTo>
                  <a:lnTo>
                    <a:pt x="1460371" y="157516"/>
                  </a:lnTo>
                  <a:lnTo>
                    <a:pt x="1518786" y="158074"/>
                  </a:lnTo>
                  <a:lnTo>
                    <a:pt x="1577201" y="158620"/>
                  </a:lnTo>
                  <a:lnTo>
                    <a:pt x="1635616" y="159155"/>
                  </a:lnTo>
                  <a:lnTo>
                    <a:pt x="1694030" y="159675"/>
                  </a:lnTo>
                  <a:lnTo>
                    <a:pt x="1752445" y="160180"/>
                  </a:lnTo>
                  <a:lnTo>
                    <a:pt x="1810860" y="160668"/>
                  </a:lnTo>
                  <a:lnTo>
                    <a:pt x="1869275" y="161138"/>
                  </a:lnTo>
                  <a:lnTo>
                    <a:pt x="1927690" y="161587"/>
                  </a:lnTo>
                  <a:lnTo>
                    <a:pt x="1986105" y="162013"/>
                  </a:lnTo>
                  <a:lnTo>
                    <a:pt x="2044520" y="162414"/>
                  </a:lnTo>
                  <a:lnTo>
                    <a:pt x="2102934" y="162785"/>
                  </a:lnTo>
                  <a:lnTo>
                    <a:pt x="2161349" y="163125"/>
                  </a:lnTo>
                  <a:lnTo>
                    <a:pt x="2219764" y="163427"/>
                  </a:lnTo>
                  <a:lnTo>
                    <a:pt x="2278179" y="163689"/>
                  </a:lnTo>
                  <a:lnTo>
                    <a:pt x="2336594" y="163903"/>
                  </a:lnTo>
                  <a:lnTo>
                    <a:pt x="2395009" y="164063"/>
                  </a:lnTo>
                  <a:lnTo>
                    <a:pt x="2453424" y="164161"/>
                  </a:lnTo>
                  <a:lnTo>
                    <a:pt x="2511838" y="164188"/>
                  </a:lnTo>
                  <a:lnTo>
                    <a:pt x="2570253" y="164131"/>
                  </a:lnTo>
                  <a:lnTo>
                    <a:pt x="2628668" y="163978"/>
                  </a:lnTo>
                  <a:lnTo>
                    <a:pt x="2687083" y="163713"/>
                  </a:lnTo>
                  <a:lnTo>
                    <a:pt x="2745498" y="163316"/>
                  </a:lnTo>
                  <a:lnTo>
                    <a:pt x="2803913" y="162764"/>
                  </a:lnTo>
                  <a:lnTo>
                    <a:pt x="2862328" y="162031"/>
                  </a:lnTo>
                  <a:lnTo>
                    <a:pt x="2920742" y="161085"/>
                  </a:lnTo>
                  <a:lnTo>
                    <a:pt x="2979157" y="159891"/>
                  </a:lnTo>
                  <a:lnTo>
                    <a:pt x="3037572" y="158408"/>
                  </a:lnTo>
                  <a:lnTo>
                    <a:pt x="3095987" y="156595"/>
                  </a:lnTo>
                  <a:lnTo>
                    <a:pt x="3154402" y="154409"/>
                  </a:lnTo>
                  <a:lnTo>
                    <a:pt x="3212817" y="151809"/>
                  </a:lnTo>
                  <a:lnTo>
                    <a:pt x="3271232" y="148766"/>
                  </a:lnTo>
                  <a:lnTo>
                    <a:pt x="3329646" y="145258"/>
                  </a:lnTo>
                  <a:lnTo>
                    <a:pt x="3388061" y="141281"/>
                  </a:lnTo>
                  <a:lnTo>
                    <a:pt x="3446476" y="136845"/>
                  </a:lnTo>
                  <a:lnTo>
                    <a:pt x="3504891" y="131975"/>
                  </a:lnTo>
                  <a:lnTo>
                    <a:pt x="3563306" y="126706"/>
                  </a:lnTo>
                  <a:lnTo>
                    <a:pt x="3621721" y="121078"/>
                  </a:lnTo>
                  <a:lnTo>
                    <a:pt x="3680136" y="115136"/>
                  </a:lnTo>
                  <a:lnTo>
                    <a:pt x="3738550" y="108920"/>
                  </a:lnTo>
                  <a:lnTo>
                    <a:pt x="3796965" y="102470"/>
                  </a:lnTo>
                  <a:lnTo>
                    <a:pt x="3855380" y="95818"/>
                  </a:lnTo>
                  <a:lnTo>
                    <a:pt x="3913795" y="88995"/>
                  </a:lnTo>
                  <a:lnTo>
                    <a:pt x="3972210" y="82026"/>
                  </a:lnTo>
                  <a:lnTo>
                    <a:pt x="4030625" y="74933"/>
                  </a:lnTo>
                  <a:lnTo>
                    <a:pt x="4089040" y="67733"/>
                  </a:lnTo>
                  <a:lnTo>
                    <a:pt x="4147454" y="60442"/>
                  </a:lnTo>
                  <a:lnTo>
                    <a:pt x="4205869" y="53073"/>
                  </a:lnTo>
                  <a:lnTo>
                    <a:pt x="4264284" y="45635"/>
                  </a:lnTo>
                  <a:lnTo>
                    <a:pt x="4322699" y="38139"/>
                  </a:lnTo>
                  <a:lnTo>
                    <a:pt x="4381114" y="30591"/>
                  </a:lnTo>
                  <a:lnTo>
                    <a:pt x="4439529" y="22998"/>
                  </a:lnTo>
                  <a:lnTo>
                    <a:pt x="4497944" y="15365"/>
                  </a:lnTo>
                  <a:lnTo>
                    <a:pt x="4556358" y="7698"/>
                  </a:lnTo>
                  <a:lnTo>
                    <a:pt x="461477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1129241" y="5669358"/>
              <a:ext cx="4614773" cy="438349"/>
            </a:xfrm>
            <a:custGeom>
              <a:avLst/>
              <a:pathLst>
                <a:path w="4614773" h="438349">
                  <a:moveTo>
                    <a:pt x="4614773" y="1915"/>
                  </a:moveTo>
                  <a:lnTo>
                    <a:pt x="4556358" y="1532"/>
                  </a:lnTo>
                  <a:lnTo>
                    <a:pt x="4497944" y="1181"/>
                  </a:lnTo>
                  <a:lnTo>
                    <a:pt x="4439529" y="864"/>
                  </a:lnTo>
                  <a:lnTo>
                    <a:pt x="4381114" y="587"/>
                  </a:lnTo>
                  <a:lnTo>
                    <a:pt x="4322699" y="355"/>
                  </a:lnTo>
                  <a:lnTo>
                    <a:pt x="4264284" y="175"/>
                  </a:lnTo>
                  <a:lnTo>
                    <a:pt x="4205869" y="53"/>
                  </a:lnTo>
                  <a:lnTo>
                    <a:pt x="4147454" y="0"/>
                  </a:lnTo>
                  <a:lnTo>
                    <a:pt x="4089040" y="25"/>
                  </a:lnTo>
                  <a:lnTo>
                    <a:pt x="4030625" y="141"/>
                  </a:lnTo>
                  <a:lnTo>
                    <a:pt x="3972210" y="363"/>
                  </a:lnTo>
                  <a:lnTo>
                    <a:pt x="3913795" y="710"/>
                  </a:lnTo>
                  <a:lnTo>
                    <a:pt x="3855380" y="1203"/>
                  </a:lnTo>
                  <a:lnTo>
                    <a:pt x="3796965" y="1868"/>
                  </a:lnTo>
                  <a:lnTo>
                    <a:pt x="3738550" y="2733"/>
                  </a:lnTo>
                  <a:lnTo>
                    <a:pt x="3680136" y="3833"/>
                  </a:lnTo>
                  <a:lnTo>
                    <a:pt x="3621721" y="5207"/>
                  </a:lnTo>
                  <a:lnTo>
                    <a:pt x="3563306" y="6895"/>
                  </a:lnTo>
                  <a:lnTo>
                    <a:pt x="3504891" y="8942"/>
                  </a:lnTo>
                  <a:lnTo>
                    <a:pt x="3446476" y="11388"/>
                  </a:lnTo>
                  <a:lnTo>
                    <a:pt x="3388061" y="14268"/>
                  </a:lnTo>
                  <a:lnTo>
                    <a:pt x="3329646" y="17606"/>
                  </a:lnTo>
                  <a:lnTo>
                    <a:pt x="3271232" y="21415"/>
                  </a:lnTo>
                  <a:lnTo>
                    <a:pt x="3212817" y="25687"/>
                  </a:lnTo>
                  <a:lnTo>
                    <a:pt x="3154402" y="30404"/>
                  </a:lnTo>
                  <a:lnTo>
                    <a:pt x="3095987" y="35533"/>
                  </a:lnTo>
                  <a:lnTo>
                    <a:pt x="3037572" y="41036"/>
                  </a:lnTo>
                  <a:lnTo>
                    <a:pt x="2979157" y="46869"/>
                  </a:lnTo>
                  <a:lnTo>
                    <a:pt x="2920742" y="52991"/>
                  </a:lnTo>
                  <a:lnTo>
                    <a:pt x="2862328" y="59361"/>
                  </a:lnTo>
                  <a:lnTo>
                    <a:pt x="2803913" y="65944"/>
                  </a:lnTo>
                  <a:lnTo>
                    <a:pt x="2745498" y="72708"/>
                  </a:lnTo>
                  <a:lnTo>
                    <a:pt x="2687083" y="79627"/>
                  </a:lnTo>
                  <a:lnTo>
                    <a:pt x="2628668" y="86677"/>
                  </a:lnTo>
                  <a:lnTo>
                    <a:pt x="2570253" y="93840"/>
                  </a:lnTo>
                  <a:lnTo>
                    <a:pt x="2511838" y="101100"/>
                  </a:lnTo>
                  <a:lnTo>
                    <a:pt x="2453424" y="108442"/>
                  </a:lnTo>
                  <a:lnTo>
                    <a:pt x="2395009" y="115856"/>
                  </a:lnTo>
                  <a:lnTo>
                    <a:pt x="2336594" y="123332"/>
                  </a:lnTo>
                  <a:lnTo>
                    <a:pt x="2278179" y="130863"/>
                  </a:lnTo>
                  <a:lnTo>
                    <a:pt x="2219764" y="138440"/>
                  </a:lnTo>
                  <a:lnTo>
                    <a:pt x="2161349" y="146059"/>
                  </a:lnTo>
                  <a:lnTo>
                    <a:pt x="2102934" y="153714"/>
                  </a:lnTo>
                  <a:lnTo>
                    <a:pt x="2044520" y="161402"/>
                  </a:lnTo>
                  <a:lnTo>
                    <a:pt x="1986105" y="169118"/>
                  </a:lnTo>
                  <a:lnTo>
                    <a:pt x="1927690" y="176860"/>
                  </a:lnTo>
                  <a:lnTo>
                    <a:pt x="1869275" y="184625"/>
                  </a:lnTo>
                  <a:lnTo>
                    <a:pt x="1810860" y="192411"/>
                  </a:lnTo>
                  <a:lnTo>
                    <a:pt x="1752445" y="200215"/>
                  </a:lnTo>
                  <a:lnTo>
                    <a:pt x="1694030" y="208036"/>
                  </a:lnTo>
                  <a:lnTo>
                    <a:pt x="1635616" y="215872"/>
                  </a:lnTo>
                  <a:lnTo>
                    <a:pt x="1577201" y="223722"/>
                  </a:lnTo>
                  <a:lnTo>
                    <a:pt x="1518786" y="231585"/>
                  </a:lnTo>
                  <a:lnTo>
                    <a:pt x="1460371" y="239459"/>
                  </a:lnTo>
                  <a:lnTo>
                    <a:pt x="1401956" y="247343"/>
                  </a:lnTo>
                  <a:lnTo>
                    <a:pt x="1343541" y="255238"/>
                  </a:lnTo>
                  <a:lnTo>
                    <a:pt x="1285126" y="263141"/>
                  </a:lnTo>
                  <a:lnTo>
                    <a:pt x="1226712" y="271052"/>
                  </a:lnTo>
                  <a:lnTo>
                    <a:pt x="1168297" y="278971"/>
                  </a:lnTo>
                  <a:lnTo>
                    <a:pt x="1109882" y="286897"/>
                  </a:lnTo>
                  <a:lnTo>
                    <a:pt x="1051467" y="294830"/>
                  </a:lnTo>
                  <a:lnTo>
                    <a:pt x="993052" y="302768"/>
                  </a:lnTo>
                  <a:lnTo>
                    <a:pt x="934637" y="310712"/>
                  </a:lnTo>
                  <a:lnTo>
                    <a:pt x="876222" y="318662"/>
                  </a:lnTo>
                  <a:lnTo>
                    <a:pt x="817808" y="326616"/>
                  </a:lnTo>
                  <a:lnTo>
                    <a:pt x="759393" y="334575"/>
                  </a:lnTo>
                  <a:lnTo>
                    <a:pt x="700978" y="342538"/>
                  </a:lnTo>
                  <a:lnTo>
                    <a:pt x="642563" y="350505"/>
                  </a:lnTo>
                  <a:lnTo>
                    <a:pt x="584148" y="358476"/>
                  </a:lnTo>
                  <a:lnTo>
                    <a:pt x="525733" y="366450"/>
                  </a:lnTo>
                  <a:lnTo>
                    <a:pt x="467318" y="374428"/>
                  </a:lnTo>
                  <a:lnTo>
                    <a:pt x="408904" y="382409"/>
                  </a:lnTo>
                  <a:lnTo>
                    <a:pt x="350489" y="390393"/>
                  </a:lnTo>
                  <a:lnTo>
                    <a:pt x="292074" y="398379"/>
                  </a:lnTo>
                  <a:lnTo>
                    <a:pt x="233659" y="406368"/>
                  </a:lnTo>
                  <a:lnTo>
                    <a:pt x="175244" y="414360"/>
                  </a:lnTo>
                  <a:lnTo>
                    <a:pt x="116829" y="422354"/>
                  </a:lnTo>
                  <a:lnTo>
                    <a:pt x="58414" y="430350"/>
                  </a:lnTo>
                  <a:lnTo>
                    <a:pt x="0" y="4383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1129241" y="5565383"/>
              <a:ext cx="4614773" cy="288979"/>
            </a:xfrm>
            <a:custGeom>
              <a:avLst/>
              <a:pathLst>
                <a:path w="4614773" h="288979">
                  <a:moveTo>
                    <a:pt x="0" y="288979"/>
                  </a:moveTo>
                  <a:lnTo>
                    <a:pt x="58414" y="285321"/>
                  </a:lnTo>
                  <a:lnTo>
                    <a:pt x="116829" y="281663"/>
                  </a:lnTo>
                  <a:lnTo>
                    <a:pt x="175244" y="278005"/>
                  </a:lnTo>
                  <a:lnTo>
                    <a:pt x="233659" y="274347"/>
                  </a:lnTo>
                  <a:lnTo>
                    <a:pt x="292074" y="270689"/>
                  </a:lnTo>
                  <a:lnTo>
                    <a:pt x="350489" y="267031"/>
                  </a:lnTo>
                  <a:lnTo>
                    <a:pt x="408904" y="263373"/>
                  </a:lnTo>
                  <a:lnTo>
                    <a:pt x="467318" y="259715"/>
                  </a:lnTo>
                  <a:lnTo>
                    <a:pt x="525733" y="256057"/>
                  </a:lnTo>
                  <a:lnTo>
                    <a:pt x="584148" y="252399"/>
                  </a:lnTo>
                  <a:lnTo>
                    <a:pt x="642563" y="248741"/>
                  </a:lnTo>
                  <a:lnTo>
                    <a:pt x="700978" y="245083"/>
                  </a:lnTo>
                  <a:lnTo>
                    <a:pt x="759393" y="241425"/>
                  </a:lnTo>
                  <a:lnTo>
                    <a:pt x="817808" y="237767"/>
                  </a:lnTo>
                  <a:lnTo>
                    <a:pt x="876222" y="234109"/>
                  </a:lnTo>
                  <a:lnTo>
                    <a:pt x="934637" y="230451"/>
                  </a:lnTo>
                  <a:lnTo>
                    <a:pt x="993052" y="226793"/>
                  </a:lnTo>
                  <a:lnTo>
                    <a:pt x="1051467" y="223135"/>
                  </a:lnTo>
                  <a:lnTo>
                    <a:pt x="1109882" y="219477"/>
                  </a:lnTo>
                  <a:lnTo>
                    <a:pt x="1168297" y="215820"/>
                  </a:lnTo>
                  <a:lnTo>
                    <a:pt x="1226712" y="212162"/>
                  </a:lnTo>
                  <a:lnTo>
                    <a:pt x="1285126" y="208504"/>
                  </a:lnTo>
                  <a:lnTo>
                    <a:pt x="1343541" y="204846"/>
                  </a:lnTo>
                  <a:lnTo>
                    <a:pt x="1401956" y="201188"/>
                  </a:lnTo>
                  <a:lnTo>
                    <a:pt x="1460371" y="197530"/>
                  </a:lnTo>
                  <a:lnTo>
                    <a:pt x="1518786" y="193872"/>
                  </a:lnTo>
                  <a:lnTo>
                    <a:pt x="1577201" y="190214"/>
                  </a:lnTo>
                  <a:lnTo>
                    <a:pt x="1635616" y="186556"/>
                  </a:lnTo>
                  <a:lnTo>
                    <a:pt x="1694030" y="182898"/>
                  </a:lnTo>
                  <a:lnTo>
                    <a:pt x="1752445" y="179240"/>
                  </a:lnTo>
                  <a:lnTo>
                    <a:pt x="1810860" y="175582"/>
                  </a:lnTo>
                  <a:lnTo>
                    <a:pt x="1869275" y="171924"/>
                  </a:lnTo>
                  <a:lnTo>
                    <a:pt x="1927690" y="168266"/>
                  </a:lnTo>
                  <a:lnTo>
                    <a:pt x="1986105" y="164608"/>
                  </a:lnTo>
                  <a:lnTo>
                    <a:pt x="2044520" y="160950"/>
                  </a:lnTo>
                  <a:lnTo>
                    <a:pt x="2102934" y="157292"/>
                  </a:lnTo>
                  <a:lnTo>
                    <a:pt x="2161349" y="153634"/>
                  </a:lnTo>
                  <a:lnTo>
                    <a:pt x="2219764" y="149976"/>
                  </a:lnTo>
                  <a:lnTo>
                    <a:pt x="2278179" y="146318"/>
                  </a:lnTo>
                  <a:lnTo>
                    <a:pt x="2336594" y="142660"/>
                  </a:lnTo>
                  <a:lnTo>
                    <a:pt x="2395009" y="139002"/>
                  </a:lnTo>
                  <a:lnTo>
                    <a:pt x="2453424" y="135344"/>
                  </a:lnTo>
                  <a:lnTo>
                    <a:pt x="2511838" y="131686"/>
                  </a:lnTo>
                  <a:lnTo>
                    <a:pt x="2570253" y="128028"/>
                  </a:lnTo>
                  <a:lnTo>
                    <a:pt x="2628668" y="124370"/>
                  </a:lnTo>
                  <a:lnTo>
                    <a:pt x="2687083" y="120712"/>
                  </a:lnTo>
                  <a:lnTo>
                    <a:pt x="2745498" y="117054"/>
                  </a:lnTo>
                  <a:lnTo>
                    <a:pt x="2803913" y="113396"/>
                  </a:lnTo>
                  <a:lnTo>
                    <a:pt x="2862328" y="109738"/>
                  </a:lnTo>
                  <a:lnTo>
                    <a:pt x="2920742" y="106081"/>
                  </a:lnTo>
                  <a:lnTo>
                    <a:pt x="2979157" y="102423"/>
                  </a:lnTo>
                  <a:lnTo>
                    <a:pt x="3037572" y="98765"/>
                  </a:lnTo>
                  <a:lnTo>
                    <a:pt x="3095987" y="95107"/>
                  </a:lnTo>
                  <a:lnTo>
                    <a:pt x="3154402" y="91449"/>
                  </a:lnTo>
                  <a:lnTo>
                    <a:pt x="3212817" y="87791"/>
                  </a:lnTo>
                  <a:lnTo>
                    <a:pt x="3271232" y="84133"/>
                  </a:lnTo>
                  <a:lnTo>
                    <a:pt x="3329646" y="80475"/>
                  </a:lnTo>
                  <a:lnTo>
                    <a:pt x="3388061" y="76817"/>
                  </a:lnTo>
                  <a:lnTo>
                    <a:pt x="3446476" y="73159"/>
                  </a:lnTo>
                  <a:lnTo>
                    <a:pt x="3504891" y="69501"/>
                  </a:lnTo>
                  <a:lnTo>
                    <a:pt x="3563306" y="65843"/>
                  </a:lnTo>
                  <a:lnTo>
                    <a:pt x="3621721" y="62185"/>
                  </a:lnTo>
                  <a:lnTo>
                    <a:pt x="3680136" y="58527"/>
                  </a:lnTo>
                  <a:lnTo>
                    <a:pt x="3738550" y="54869"/>
                  </a:lnTo>
                  <a:lnTo>
                    <a:pt x="3796965" y="51211"/>
                  </a:lnTo>
                  <a:lnTo>
                    <a:pt x="3855380" y="47553"/>
                  </a:lnTo>
                  <a:lnTo>
                    <a:pt x="3913795" y="43895"/>
                  </a:lnTo>
                  <a:lnTo>
                    <a:pt x="3972210" y="40237"/>
                  </a:lnTo>
                  <a:lnTo>
                    <a:pt x="4030625" y="36579"/>
                  </a:lnTo>
                  <a:lnTo>
                    <a:pt x="4089040" y="32921"/>
                  </a:lnTo>
                  <a:lnTo>
                    <a:pt x="4147454" y="29263"/>
                  </a:lnTo>
                  <a:lnTo>
                    <a:pt x="4205869" y="25605"/>
                  </a:lnTo>
                  <a:lnTo>
                    <a:pt x="4264284" y="21947"/>
                  </a:lnTo>
                  <a:lnTo>
                    <a:pt x="4322699" y="18289"/>
                  </a:lnTo>
                  <a:lnTo>
                    <a:pt x="4381114" y="14631"/>
                  </a:lnTo>
                  <a:lnTo>
                    <a:pt x="4439529" y="10973"/>
                  </a:lnTo>
                  <a:lnTo>
                    <a:pt x="4497944" y="7315"/>
                  </a:lnTo>
                  <a:lnTo>
                    <a:pt x="4556358" y="3657"/>
                  </a:lnTo>
                  <a:lnTo>
                    <a:pt x="4614773" y="0"/>
                  </a:lnTo>
                </a:path>
              </a:pathLst>
            </a:custGeom>
            <a:ln w="1626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499262" y="56046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524179" y="58440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496937" y="557206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550653" y="57336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4581319" y="51098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590943" y="54920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593367" y="579980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507292" y="53164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518016" y="54426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350286" y="56468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32507" y="54564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895" y="52095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486319" y="55286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393172" y="51711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603293" y="56357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150678" y="561841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501051" y="533378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485948" y="53390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624026" y="571889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445214" y="57775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730983" y="593757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152992" y="577904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6883" y="605493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526633" y="548368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458706" y="501900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391190" y="53157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553329" y="55310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134779" y="556722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513832" y="5427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989791" y="57083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526137" y="571362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519407" y="54063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566700" y="46223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449396" y="566734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790507" y="56290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459146" y="51745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571811" y="58254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418355" y="577293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2823888" y="58070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517223" y="55066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569404" y="588572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249575" y="52382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147303" y="600027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573074" y="517139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726005" y="56482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455340" y="56307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543717" y="575650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425172" y="56812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513933" y="540820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254560" y="5173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724529" y="573805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836403" y="57850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482453" y="54200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673654" y="53935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202721" y="597004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245198" y="568451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711999" y="55630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533406" y="7006988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507902" y="55118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419531" y="537766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02771" y="54597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342893" y="50155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803847" y="564326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680421" y="56380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680432" y="574747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525733" y="577546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345243" y="57226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088520" y="54171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513022" y="575092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572355" y="54282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6921" y="57324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544403" y="571636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321200" y="566106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490506" y="501207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016653" y="56848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368674" y="57483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411530" y="585933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382153" y="54511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811215" y="564987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501988" y="59988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316703" y="544376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938586" y="55951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413282" y="575169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664003" y="56846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557699" y="531093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282513" y="54478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413437" y="57462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428114" y="550296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471142" y="553396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728123" y="583748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464129" y="48564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331930" y="6349205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69665" y="584299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151274" y="54880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79922" y="549732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506931" y="561803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440709" y="549653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757197" y="501538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541937" y="53834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333737" y="579766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540668" y="566632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405124" y="556323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451113" y="552820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349144" y="56950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667228" y="597033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221395" y="5645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617527" y="568175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289248" y="50478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686770" y="57069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414607" y="58589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312096" y="57319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238846" y="54409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673589" y="589078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606455" y="52835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361312" y="53083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628921" y="53914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51541" y="55524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738245" y="56496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294616" y="575945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329368" y="59242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4741651" y="55888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4495127" y="582963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395552" y="52283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452130" y="568469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838803" y="55994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4544705" y="53800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4109981" y="52301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4557858" y="584694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726598" y="594493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477359" y="59199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564170" y="54103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4239676" y="60908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552652" y="6325687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393053" y="5233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4605294" y="589711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547843" y="54514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613290" y="555471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5038617" y="585025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4622274" y="52168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945629" y="596933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516928" y="537771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241761" y="57404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083029" y="56581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862868" y="55681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717834" y="57485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512362" y="51932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412639" y="58984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333497" y="541211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872388" y="59452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5088180" y="56751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605020" y="53554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941973" y="583202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4224054" y="53425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38377" y="57376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683747" y="53638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616140" y="54017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572352" y="537944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5404431" y="590410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4544250" y="52642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4289322" y="58699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433276" y="540990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346042" y="590526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22281" y="57463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179496" y="569465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544230" y="590871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896579" y="58543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581453" y="532113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210478" y="57378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573960" y="6233890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111319" y="574503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829626" y="608503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227566" y="56525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069860" y="608628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726886" y="591346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421490" y="57105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103060" y="57395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242088" y="58274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523369" y="564074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5049482" y="56421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312784" y="615004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339554" y="585338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297794" y="58574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245619" y="54603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189948" y="46909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421658" y="540222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470730" y="56294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812869" y="56143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019266" y="57915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49481" y="6398303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352682" y="56877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792118" y="51648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653095" y="571633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574687" y="576017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479230" y="58190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016672" y="5683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77643" y="55649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86849" y="576253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800125" y="57477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525604" y="58559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528817" y="57256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6044343" y="3474345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6044343" y="286942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6044343" y="2264500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6044343" y="1659577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6990995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975064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8959134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9943203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10927272" y="1434084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6044343" y="286942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6275081" y="2384408"/>
              <a:ext cx="4614773" cy="317045"/>
            </a:xfrm>
            <a:custGeom>
              <a:avLst/>
              <a:pathLst>
                <a:path w="4614773" h="317045">
                  <a:moveTo>
                    <a:pt x="0" y="187610"/>
                  </a:moveTo>
                  <a:lnTo>
                    <a:pt x="58414" y="186368"/>
                  </a:lnTo>
                  <a:lnTo>
                    <a:pt x="116829" y="185115"/>
                  </a:lnTo>
                  <a:lnTo>
                    <a:pt x="175244" y="183849"/>
                  </a:lnTo>
                  <a:lnTo>
                    <a:pt x="233659" y="182569"/>
                  </a:lnTo>
                  <a:lnTo>
                    <a:pt x="292074" y="181277"/>
                  </a:lnTo>
                  <a:lnTo>
                    <a:pt x="350489" y="179969"/>
                  </a:lnTo>
                  <a:lnTo>
                    <a:pt x="408904" y="178647"/>
                  </a:lnTo>
                  <a:lnTo>
                    <a:pt x="467318" y="177309"/>
                  </a:lnTo>
                  <a:lnTo>
                    <a:pt x="525733" y="175954"/>
                  </a:lnTo>
                  <a:lnTo>
                    <a:pt x="584148" y="174581"/>
                  </a:lnTo>
                  <a:lnTo>
                    <a:pt x="642563" y="173190"/>
                  </a:lnTo>
                  <a:lnTo>
                    <a:pt x="700978" y="171779"/>
                  </a:lnTo>
                  <a:lnTo>
                    <a:pt x="759393" y="170348"/>
                  </a:lnTo>
                  <a:lnTo>
                    <a:pt x="817808" y="168895"/>
                  </a:lnTo>
                  <a:lnTo>
                    <a:pt x="876222" y="167420"/>
                  </a:lnTo>
                  <a:lnTo>
                    <a:pt x="934637" y="165920"/>
                  </a:lnTo>
                  <a:lnTo>
                    <a:pt x="993052" y="164396"/>
                  </a:lnTo>
                  <a:lnTo>
                    <a:pt x="1051467" y="162846"/>
                  </a:lnTo>
                  <a:lnTo>
                    <a:pt x="1109882" y="161267"/>
                  </a:lnTo>
                  <a:lnTo>
                    <a:pt x="1168297" y="159661"/>
                  </a:lnTo>
                  <a:lnTo>
                    <a:pt x="1226712" y="158024"/>
                  </a:lnTo>
                  <a:lnTo>
                    <a:pt x="1285126" y="156355"/>
                  </a:lnTo>
                  <a:lnTo>
                    <a:pt x="1343541" y="154654"/>
                  </a:lnTo>
                  <a:lnTo>
                    <a:pt x="1401956" y="152919"/>
                  </a:lnTo>
                  <a:lnTo>
                    <a:pt x="1460371" y="151148"/>
                  </a:lnTo>
                  <a:lnTo>
                    <a:pt x="1518786" y="149341"/>
                  </a:lnTo>
                  <a:lnTo>
                    <a:pt x="1577201" y="147495"/>
                  </a:lnTo>
                  <a:lnTo>
                    <a:pt x="1635616" y="145610"/>
                  </a:lnTo>
                  <a:lnTo>
                    <a:pt x="1694030" y="143684"/>
                  </a:lnTo>
                  <a:lnTo>
                    <a:pt x="1752445" y="141717"/>
                  </a:lnTo>
                  <a:lnTo>
                    <a:pt x="1810860" y="139707"/>
                  </a:lnTo>
                  <a:lnTo>
                    <a:pt x="1869275" y="137653"/>
                  </a:lnTo>
                  <a:lnTo>
                    <a:pt x="1927690" y="135555"/>
                  </a:lnTo>
                  <a:lnTo>
                    <a:pt x="1986105" y="133412"/>
                  </a:lnTo>
                  <a:lnTo>
                    <a:pt x="2044520" y="131223"/>
                  </a:lnTo>
                  <a:lnTo>
                    <a:pt x="2102934" y="128988"/>
                  </a:lnTo>
                  <a:lnTo>
                    <a:pt x="2161349" y="126707"/>
                  </a:lnTo>
                  <a:lnTo>
                    <a:pt x="2219764" y="124379"/>
                  </a:lnTo>
                  <a:lnTo>
                    <a:pt x="2278179" y="122005"/>
                  </a:lnTo>
                  <a:lnTo>
                    <a:pt x="2336594" y="119585"/>
                  </a:lnTo>
                  <a:lnTo>
                    <a:pt x="2395009" y="117119"/>
                  </a:lnTo>
                  <a:lnTo>
                    <a:pt x="2453424" y="114608"/>
                  </a:lnTo>
                  <a:lnTo>
                    <a:pt x="2511838" y="112052"/>
                  </a:lnTo>
                  <a:lnTo>
                    <a:pt x="2570253" y="109453"/>
                  </a:lnTo>
                  <a:lnTo>
                    <a:pt x="2628668" y="106810"/>
                  </a:lnTo>
                  <a:lnTo>
                    <a:pt x="2687083" y="104126"/>
                  </a:lnTo>
                  <a:lnTo>
                    <a:pt x="2745498" y="101402"/>
                  </a:lnTo>
                  <a:lnTo>
                    <a:pt x="2803913" y="98638"/>
                  </a:lnTo>
                  <a:lnTo>
                    <a:pt x="2862328" y="95835"/>
                  </a:lnTo>
                  <a:lnTo>
                    <a:pt x="2920742" y="92996"/>
                  </a:lnTo>
                  <a:lnTo>
                    <a:pt x="2979157" y="90121"/>
                  </a:lnTo>
                  <a:lnTo>
                    <a:pt x="3037572" y="87212"/>
                  </a:lnTo>
                  <a:lnTo>
                    <a:pt x="3095987" y="84270"/>
                  </a:lnTo>
                  <a:lnTo>
                    <a:pt x="3154402" y="81296"/>
                  </a:lnTo>
                  <a:lnTo>
                    <a:pt x="3212817" y="78292"/>
                  </a:lnTo>
                  <a:lnTo>
                    <a:pt x="3271232" y="75259"/>
                  </a:lnTo>
                  <a:lnTo>
                    <a:pt x="3329646" y="72199"/>
                  </a:lnTo>
                  <a:lnTo>
                    <a:pt x="3388061" y="69112"/>
                  </a:lnTo>
                  <a:lnTo>
                    <a:pt x="3446476" y="66000"/>
                  </a:lnTo>
                  <a:lnTo>
                    <a:pt x="3504891" y="62864"/>
                  </a:lnTo>
                  <a:lnTo>
                    <a:pt x="3563306" y="59705"/>
                  </a:lnTo>
                  <a:lnTo>
                    <a:pt x="3621721" y="56525"/>
                  </a:lnTo>
                  <a:lnTo>
                    <a:pt x="3680136" y="53324"/>
                  </a:lnTo>
                  <a:lnTo>
                    <a:pt x="3738550" y="50104"/>
                  </a:lnTo>
                  <a:lnTo>
                    <a:pt x="3796965" y="46864"/>
                  </a:lnTo>
                  <a:lnTo>
                    <a:pt x="3855380" y="43607"/>
                  </a:lnTo>
                  <a:lnTo>
                    <a:pt x="3913795" y="40334"/>
                  </a:lnTo>
                  <a:lnTo>
                    <a:pt x="3972210" y="37044"/>
                  </a:lnTo>
                  <a:lnTo>
                    <a:pt x="4030625" y="33739"/>
                  </a:lnTo>
                  <a:lnTo>
                    <a:pt x="4089040" y="30419"/>
                  </a:lnTo>
                  <a:lnTo>
                    <a:pt x="4147454" y="27086"/>
                  </a:lnTo>
                  <a:lnTo>
                    <a:pt x="4205869" y="23740"/>
                  </a:lnTo>
                  <a:lnTo>
                    <a:pt x="4264284" y="20381"/>
                  </a:lnTo>
                  <a:lnTo>
                    <a:pt x="4322699" y="17010"/>
                  </a:lnTo>
                  <a:lnTo>
                    <a:pt x="4381114" y="13629"/>
                  </a:lnTo>
                  <a:lnTo>
                    <a:pt x="4439529" y="10236"/>
                  </a:lnTo>
                  <a:lnTo>
                    <a:pt x="4497944" y="6833"/>
                  </a:lnTo>
                  <a:lnTo>
                    <a:pt x="4556358" y="3421"/>
                  </a:lnTo>
                  <a:lnTo>
                    <a:pt x="4614773" y="0"/>
                  </a:lnTo>
                  <a:lnTo>
                    <a:pt x="4614773" y="140173"/>
                  </a:lnTo>
                  <a:lnTo>
                    <a:pt x="4556358" y="141365"/>
                  </a:lnTo>
                  <a:lnTo>
                    <a:pt x="4497944" y="142567"/>
                  </a:lnTo>
                  <a:lnTo>
                    <a:pt x="4439529" y="143778"/>
                  </a:lnTo>
                  <a:lnTo>
                    <a:pt x="4381114" y="144999"/>
                  </a:lnTo>
                  <a:lnTo>
                    <a:pt x="4322699" y="146231"/>
                  </a:lnTo>
                  <a:lnTo>
                    <a:pt x="4264284" y="147474"/>
                  </a:lnTo>
                  <a:lnTo>
                    <a:pt x="4205869" y="148729"/>
                  </a:lnTo>
                  <a:lnTo>
                    <a:pt x="4147454" y="149996"/>
                  </a:lnTo>
                  <a:lnTo>
                    <a:pt x="4089040" y="151277"/>
                  </a:lnTo>
                  <a:lnTo>
                    <a:pt x="4030625" y="152571"/>
                  </a:lnTo>
                  <a:lnTo>
                    <a:pt x="3972210" y="153880"/>
                  </a:lnTo>
                  <a:lnTo>
                    <a:pt x="3913795" y="155204"/>
                  </a:lnTo>
                  <a:lnTo>
                    <a:pt x="3855380" y="156543"/>
                  </a:lnTo>
                  <a:lnTo>
                    <a:pt x="3796965" y="157900"/>
                  </a:lnTo>
                  <a:lnTo>
                    <a:pt x="3738550" y="159275"/>
                  </a:lnTo>
                  <a:lnTo>
                    <a:pt x="3680136" y="160668"/>
                  </a:lnTo>
                  <a:lnTo>
                    <a:pt x="3621721" y="162080"/>
                  </a:lnTo>
                  <a:lnTo>
                    <a:pt x="3563306" y="163514"/>
                  </a:lnTo>
                  <a:lnTo>
                    <a:pt x="3504891" y="164969"/>
                  </a:lnTo>
                  <a:lnTo>
                    <a:pt x="3446476" y="166447"/>
                  </a:lnTo>
                  <a:lnTo>
                    <a:pt x="3388061" y="167948"/>
                  </a:lnTo>
                  <a:lnTo>
                    <a:pt x="3329646" y="169475"/>
                  </a:lnTo>
                  <a:lnTo>
                    <a:pt x="3271232" y="171029"/>
                  </a:lnTo>
                  <a:lnTo>
                    <a:pt x="3212817" y="172609"/>
                  </a:lnTo>
                  <a:lnTo>
                    <a:pt x="3154402" y="174219"/>
                  </a:lnTo>
                  <a:lnTo>
                    <a:pt x="3095987" y="175859"/>
                  </a:lnTo>
                  <a:lnTo>
                    <a:pt x="3037572" y="177531"/>
                  </a:lnTo>
                  <a:lnTo>
                    <a:pt x="2979157" y="179235"/>
                  </a:lnTo>
                  <a:lnTo>
                    <a:pt x="2920742" y="180974"/>
                  </a:lnTo>
                  <a:lnTo>
                    <a:pt x="2862328" y="182748"/>
                  </a:lnTo>
                  <a:lnTo>
                    <a:pt x="2803913" y="184560"/>
                  </a:lnTo>
                  <a:lnTo>
                    <a:pt x="2745498" y="186409"/>
                  </a:lnTo>
                  <a:lnTo>
                    <a:pt x="2687083" y="188298"/>
                  </a:lnTo>
                  <a:lnTo>
                    <a:pt x="2628668" y="190228"/>
                  </a:lnTo>
                  <a:lnTo>
                    <a:pt x="2570253" y="192199"/>
                  </a:lnTo>
                  <a:lnTo>
                    <a:pt x="2511838" y="194214"/>
                  </a:lnTo>
                  <a:lnTo>
                    <a:pt x="2453424" y="196272"/>
                  </a:lnTo>
                  <a:lnTo>
                    <a:pt x="2395009" y="198374"/>
                  </a:lnTo>
                  <a:lnTo>
                    <a:pt x="2336594" y="200522"/>
                  </a:lnTo>
                  <a:lnTo>
                    <a:pt x="2278179" y="202716"/>
                  </a:lnTo>
                  <a:lnTo>
                    <a:pt x="2219764" y="204955"/>
                  </a:lnTo>
                  <a:lnTo>
                    <a:pt x="2161349" y="207241"/>
                  </a:lnTo>
                  <a:lnTo>
                    <a:pt x="2102934" y="209574"/>
                  </a:lnTo>
                  <a:lnTo>
                    <a:pt x="2044520" y="211952"/>
                  </a:lnTo>
                  <a:lnTo>
                    <a:pt x="1986105" y="214377"/>
                  </a:lnTo>
                  <a:lnTo>
                    <a:pt x="1927690" y="216848"/>
                  </a:lnTo>
                  <a:lnTo>
                    <a:pt x="1869275" y="219363"/>
                  </a:lnTo>
                  <a:lnTo>
                    <a:pt x="1810860" y="221923"/>
                  </a:lnTo>
                  <a:lnTo>
                    <a:pt x="1752445" y="224527"/>
                  </a:lnTo>
                  <a:lnTo>
                    <a:pt x="1694030" y="227173"/>
                  </a:lnTo>
                  <a:lnTo>
                    <a:pt x="1635616" y="229862"/>
                  </a:lnTo>
                  <a:lnTo>
                    <a:pt x="1577201" y="232590"/>
                  </a:lnTo>
                  <a:lnTo>
                    <a:pt x="1518786" y="235358"/>
                  </a:lnTo>
                  <a:lnTo>
                    <a:pt x="1460371" y="238164"/>
                  </a:lnTo>
                  <a:lnTo>
                    <a:pt x="1401956" y="241007"/>
                  </a:lnTo>
                  <a:lnTo>
                    <a:pt x="1343541" y="243886"/>
                  </a:lnTo>
                  <a:lnTo>
                    <a:pt x="1285126" y="246798"/>
                  </a:lnTo>
                  <a:lnTo>
                    <a:pt x="1226712" y="249744"/>
                  </a:lnTo>
                  <a:lnTo>
                    <a:pt x="1168297" y="252720"/>
                  </a:lnTo>
                  <a:lnTo>
                    <a:pt x="1109882" y="255727"/>
                  </a:lnTo>
                  <a:lnTo>
                    <a:pt x="1051467" y="258763"/>
                  </a:lnTo>
                  <a:lnTo>
                    <a:pt x="993052" y="261826"/>
                  </a:lnTo>
                  <a:lnTo>
                    <a:pt x="934637" y="264915"/>
                  </a:lnTo>
                  <a:lnTo>
                    <a:pt x="876222" y="268030"/>
                  </a:lnTo>
                  <a:lnTo>
                    <a:pt x="817808" y="271168"/>
                  </a:lnTo>
                  <a:lnTo>
                    <a:pt x="759393" y="274329"/>
                  </a:lnTo>
                  <a:lnTo>
                    <a:pt x="700978" y="277511"/>
                  </a:lnTo>
                  <a:lnTo>
                    <a:pt x="642563" y="280714"/>
                  </a:lnTo>
                  <a:lnTo>
                    <a:pt x="584148" y="283937"/>
                  </a:lnTo>
                  <a:lnTo>
                    <a:pt x="525733" y="287178"/>
                  </a:lnTo>
                  <a:lnTo>
                    <a:pt x="467318" y="290437"/>
                  </a:lnTo>
                  <a:lnTo>
                    <a:pt x="408904" y="293712"/>
                  </a:lnTo>
                  <a:lnTo>
                    <a:pt x="350489" y="297003"/>
                  </a:lnTo>
                  <a:lnTo>
                    <a:pt x="292074" y="300310"/>
                  </a:lnTo>
                  <a:lnTo>
                    <a:pt x="233659" y="303631"/>
                  </a:lnTo>
                  <a:lnTo>
                    <a:pt x="175244" y="306965"/>
                  </a:lnTo>
                  <a:lnTo>
                    <a:pt x="116829" y="310313"/>
                  </a:lnTo>
                  <a:lnTo>
                    <a:pt x="58414" y="313673"/>
                  </a:lnTo>
                  <a:lnTo>
                    <a:pt x="0" y="317045"/>
                  </a:lnTo>
                  <a:close/>
                </a:path>
              </a:pathLst>
            </a:custGeom>
            <a:solidFill>
              <a:srgbClr val="D9D9D9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6275081" y="2384408"/>
              <a:ext cx="4614773" cy="187610"/>
            </a:xfrm>
            <a:custGeom>
              <a:avLst/>
              <a:pathLst>
                <a:path w="4614773" h="187610">
                  <a:moveTo>
                    <a:pt x="0" y="187610"/>
                  </a:moveTo>
                  <a:lnTo>
                    <a:pt x="58414" y="186368"/>
                  </a:lnTo>
                  <a:lnTo>
                    <a:pt x="116829" y="185115"/>
                  </a:lnTo>
                  <a:lnTo>
                    <a:pt x="175244" y="183849"/>
                  </a:lnTo>
                  <a:lnTo>
                    <a:pt x="233659" y="182569"/>
                  </a:lnTo>
                  <a:lnTo>
                    <a:pt x="292074" y="181277"/>
                  </a:lnTo>
                  <a:lnTo>
                    <a:pt x="350489" y="179969"/>
                  </a:lnTo>
                  <a:lnTo>
                    <a:pt x="408904" y="178647"/>
                  </a:lnTo>
                  <a:lnTo>
                    <a:pt x="467318" y="177309"/>
                  </a:lnTo>
                  <a:lnTo>
                    <a:pt x="525733" y="175954"/>
                  </a:lnTo>
                  <a:lnTo>
                    <a:pt x="584148" y="174581"/>
                  </a:lnTo>
                  <a:lnTo>
                    <a:pt x="642563" y="173190"/>
                  </a:lnTo>
                  <a:lnTo>
                    <a:pt x="700978" y="171779"/>
                  </a:lnTo>
                  <a:lnTo>
                    <a:pt x="759393" y="170348"/>
                  </a:lnTo>
                  <a:lnTo>
                    <a:pt x="817808" y="168895"/>
                  </a:lnTo>
                  <a:lnTo>
                    <a:pt x="876222" y="167420"/>
                  </a:lnTo>
                  <a:lnTo>
                    <a:pt x="934637" y="165920"/>
                  </a:lnTo>
                  <a:lnTo>
                    <a:pt x="993052" y="164396"/>
                  </a:lnTo>
                  <a:lnTo>
                    <a:pt x="1051467" y="162846"/>
                  </a:lnTo>
                  <a:lnTo>
                    <a:pt x="1109882" y="161267"/>
                  </a:lnTo>
                  <a:lnTo>
                    <a:pt x="1168297" y="159661"/>
                  </a:lnTo>
                  <a:lnTo>
                    <a:pt x="1226712" y="158024"/>
                  </a:lnTo>
                  <a:lnTo>
                    <a:pt x="1285126" y="156355"/>
                  </a:lnTo>
                  <a:lnTo>
                    <a:pt x="1343541" y="154654"/>
                  </a:lnTo>
                  <a:lnTo>
                    <a:pt x="1401956" y="152919"/>
                  </a:lnTo>
                  <a:lnTo>
                    <a:pt x="1460371" y="151148"/>
                  </a:lnTo>
                  <a:lnTo>
                    <a:pt x="1518786" y="149341"/>
                  </a:lnTo>
                  <a:lnTo>
                    <a:pt x="1577201" y="147495"/>
                  </a:lnTo>
                  <a:lnTo>
                    <a:pt x="1635616" y="145610"/>
                  </a:lnTo>
                  <a:lnTo>
                    <a:pt x="1694030" y="143684"/>
                  </a:lnTo>
                  <a:lnTo>
                    <a:pt x="1752445" y="141717"/>
                  </a:lnTo>
                  <a:lnTo>
                    <a:pt x="1810860" y="139707"/>
                  </a:lnTo>
                  <a:lnTo>
                    <a:pt x="1869275" y="137653"/>
                  </a:lnTo>
                  <a:lnTo>
                    <a:pt x="1927690" y="135555"/>
                  </a:lnTo>
                  <a:lnTo>
                    <a:pt x="1986105" y="133412"/>
                  </a:lnTo>
                  <a:lnTo>
                    <a:pt x="2044520" y="131223"/>
                  </a:lnTo>
                  <a:lnTo>
                    <a:pt x="2102934" y="128988"/>
                  </a:lnTo>
                  <a:lnTo>
                    <a:pt x="2161349" y="126707"/>
                  </a:lnTo>
                  <a:lnTo>
                    <a:pt x="2219764" y="124379"/>
                  </a:lnTo>
                  <a:lnTo>
                    <a:pt x="2278179" y="122005"/>
                  </a:lnTo>
                  <a:lnTo>
                    <a:pt x="2336594" y="119585"/>
                  </a:lnTo>
                  <a:lnTo>
                    <a:pt x="2395009" y="117119"/>
                  </a:lnTo>
                  <a:lnTo>
                    <a:pt x="2453424" y="114608"/>
                  </a:lnTo>
                  <a:lnTo>
                    <a:pt x="2511838" y="112052"/>
                  </a:lnTo>
                  <a:lnTo>
                    <a:pt x="2570253" y="109453"/>
                  </a:lnTo>
                  <a:lnTo>
                    <a:pt x="2628668" y="106810"/>
                  </a:lnTo>
                  <a:lnTo>
                    <a:pt x="2687083" y="104126"/>
                  </a:lnTo>
                  <a:lnTo>
                    <a:pt x="2745498" y="101402"/>
                  </a:lnTo>
                  <a:lnTo>
                    <a:pt x="2803913" y="98638"/>
                  </a:lnTo>
                  <a:lnTo>
                    <a:pt x="2862328" y="95835"/>
                  </a:lnTo>
                  <a:lnTo>
                    <a:pt x="2920742" y="92996"/>
                  </a:lnTo>
                  <a:lnTo>
                    <a:pt x="2979157" y="90121"/>
                  </a:lnTo>
                  <a:lnTo>
                    <a:pt x="3037572" y="87212"/>
                  </a:lnTo>
                  <a:lnTo>
                    <a:pt x="3095987" y="84270"/>
                  </a:lnTo>
                  <a:lnTo>
                    <a:pt x="3154402" y="81296"/>
                  </a:lnTo>
                  <a:lnTo>
                    <a:pt x="3212817" y="78292"/>
                  </a:lnTo>
                  <a:lnTo>
                    <a:pt x="3271232" y="75259"/>
                  </a:lnTo>
                  <a:lnTo>
                    <a:pt x="3329646" y="72199"/>
                  </a:lnTo>
                  <a:lnTo>
                    <a:pt x="3388061" y="69112"/>
                  </a:lnTo>
                  <a:lnTo>
                    <a:pt x="3446476" y="66000"/>
                  </a:lnTo>
                  <a:lnTo>
                    <a:pt x="3504891" y="62864"/>
                  </a:lnTo>
                  <a:lnTo>
                    <a:pt x="3563306" y="59705"/>
                  </a:lnTo>
                  <a:lnTo>
                    <a:pt x="3621721" y="56525"/>
                  </a:lnTo>
                  <a:lnTo>
                    <a:pt x="3680136" y="53324"/>
                  </a:lnTo>
                  <a:lnTo>
                    <a:pt x="3738550" y="50104"/>
                  </a:lnTo>
                  <a:lnTo>
                    <a:pt x="3796965" y="46864"/>
                  </a:lnTo>
                  <a:lnTo>
                    <a:pt x="3855380" y="43607"/>
                  </a:lnTo>
                  <a:lnTo>
                    <a:pt x="3913795" y="40334"/>
                  </a:lnTo>
                  <a:lnTo>
                    <a:pt x="3972210" y="37044"/>
                  </a:lnTo>
                  <a:lnTo>
                    <a:pt x="4030625" y="33739"/>
                  </a:lnTo>
                  <a:lnTo>
                    <a:pt x="4089040" y="30419"/>
                  </a:lnTo>
                  <a:lnTo>
                    <a:pt x="4147454" y="27086"/>
                  </a:lnTo>
                  <a:lnTo>
                    <a:pt x="4205869" y="23740"/>
                  </a:lnTo>
                  <a:lnTo>
                    <a:pt x="4264284" y="20381"/>
                  </a:lnTo>
                  <a:lnTo>
                    <a:pt x="4322699" y="17010"/>
                  </a:lnTo>
                  <a:lnTo>
                    <a:pt x="4381114" y="13629"/>
                  </a:lnTo>
                  <a:lnTo>
                    <a:pt x="4439529" y="10236"/>
                  </a:lnTo>
                  <a:lnTo>
                    <a:pt x="4497944" y="6833"/>
                  </a:lnTo>
                  <a:lnTo>
                    <a:pt x="4556358" y="3421"/>
                  </a:lnTo>
                  <a:lnTo>
                    <a:pt x="461477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6275081" y="2524582"/>
              <a:ext cx="4614773" cy="176871"/>
            </a:xfrm>
            <a:custGeom>
              <a:avLst/>
              <a:pathLst>
                <a:path w="4614773" h="176871">
                  <a:moveTo>
                    <a:pt x="4614773" y="0"/>
                  </a:moveTo>
                  <a:lnTo>
                    <a:pt x="4556358" y="1192"/>
                  </a:lnTo>
                  <a:lnTo>
                    <a:pt x="4497944" y="2393"/>
                  </a:lnTo>
                  <a:lnTo>
                    <a:pt x="4439529" y="3604"/>
                  </a:lnTo>
                  <a:lnTo>
                    <a:pt x="4381114" y="4825"/>
                  </a:lnTo>
                  <a:lnTo>
                    <a:pt x="4322699" y="6057"/>
                  </a:lnTo>
                  <a:lnTo>
                    <a:pt x="4264284" y="7300"/>
                  </a:lnTo>
                  <a:lnTo>
                    <a:pt x="4205869" y="8555"/>
                  </a:lnTo>
                  <a:lnTo>
                    <a:pt x="4147454" y="9823"/>
                  </a:lnTo>
                  <a:lnTo>
                    <a:pt x="4089040" y="11103"/>
                  </a:lnTo>
                  <a:lnTo>
                    <a:pt x="4030625" y="12397"/>
                  </a:lnTo>
                  <a:lnTo>
                    <a:pt x="3972210" y="13706"/>
                  </a:lnTo>
                  <a:lnTo>
                    <a:pt x="3913795" y="15030"/>
                  </a:lnTo>
                  <a:lnTo>
                    <a:pt x="3855380" y="16370"/>
                  </a:lnTo>
                  <a:lnTo>
                    <a:pt x="3796965" y="17726"/>
                  </a:lnTo>
                  <a:lnTo>
                    <a:pt x="3738550" y="19101"/>
                  </a:lnTo>
                  <a:lnTo>
                    <a:pt x="3680136" y="20494"/>
                  </a:lnTo>
                  <a:lnTo>
                    <a:pt x="3621721" y="21907"/>
                  </a:lnTo>
                  <a:lnTo>
                    <a:pt x="3563306" y="23340"/>
                  </a:lnTo>
                  <a:lnTo>
                    <a:pt x="3504891" y="24795"/>
                  </a:lnTo>
                  <a:lnTo>
                    <a:pt x="3446476" y="26273"/>
                  </a:lnTo>
                  <a:lnTo>
                    <a:pt x="3388061" y="27775"/>
                  </a:lnTo>
                  <a:lnTo>
                    <a:pt x="3329646" y="29302"/>
                  </a:lnTo>
                  <a:lnTo>
                    <a:pt x="3271232" y="30855"/>
                  </a:lnTo>
                  <a:lnTo>
                    <a:pt x="3212817" y="32436"/>
                  </a:lnTo>
                  <a:lnTo>
                    <a:pt x="3154402" y="34045"/>
                  </a:lnTo>
                  <a:lnTo>
                    <a:pt x="3095987" y="35685"/>
                  </a:lnTo>
                  <a:lnTo>
                    <a:pt x="3037572" y="37357"/>
                  </a:lnTo>
                  <a:lnTo>
                    <a:pt x="2979157" y="39062"/>
                  </a:lnTo>
                  <a:lnTo>
                    <a:pt x="2920742" y="40800"/>
                  </a:lnTo>
                  <a:lnTo>
                    <a:pt x="2862328" y="42575"/>
                  </a:lnTo>
                  <a:lnTo>
                    <a:pt x="2803913" y="44386"/>
                  </a:lnTo>
                  <a:lnTo>
                    <a:pt x="2745498" y="46236"/>
                  </a:lnTo>
                  <a:lnTo>
                    <a:pt x="2687083" y="48125"/>
                  </a:lnTo>
                  <a:lnTo>
                    <a:pt x="2628668" y="50054"/>
                  </a:lnTo>
                  <a:lnTo>
                    <a:pt x="2570253" y="52026"/>
                  </a:lnTo>
                  <a:lnTo>
                    <a:pt x="2511838" y="54040"/>
                  </a:lnTo>
                  <a:lnTo>
                    <a:pt x="2453424" y="56098"/>
                  </a:lnTo>
                  <a:lnTo>
                    <a:pt x="2395009" y="58201"/>
                  </a:lnTo>
                  <a:lnTo>
                    <a:pt x="2336594" y="60348"/>
                  </a:lnTo>
                  <a:lnTo>
                    <a:pt x="2278179" y="62542"/>
                  </a:lnTo>
                  <a:lnTo>
                    <a:pt x="2219764" y="64781"/>
                  </a:lnTo>
                  <a:lnTo>
                    <a:pt x="2161349" y="67067"/>
                  </a:lnTo>
                  <a:lnTo>
                    <a:pt x="2102934" y="69400"/>
                  </a:lnTo>
                  <a:lnTo>
                    <a:pt x="2044520" y="71779"/>
                  </a:lnTo>
                  <a:lnTo>
                    <a:pt x="1986105" y="74203"/>
                  </a:lnTo>
                  <a:lnTo>
                    <a:pt x="1927690" y="76674"/>
                  </a:lnTo>
                  <a:lnTo>
                    <a:pt x="1869275" y="79189"/>
                  </a:lnTo>
                  <a:lnTo>
                    <a:pt x="1810860" y="81750"/>
                  </a:lnTo>
                  <a:lnTo>
                    <a:pt x="1752445" y="84353"/>
                  </a:lnTo>
                  <a:lnTo>
                    <a:pt x="1694030" y="87000"/>
                  </a:lnTo>
                  <a:lnTo>
                    <a:pt x="1635616" y="89688"/>
                  </a:lnTo>
                  <a:lnTo>
                    <a:pt x="1577201" y="92416"/>
                  </a:lnTo>
                  <a:lnTo>
                    <a:pt x="1518786" y="95184"/>
                  </a:lnTo>
                  <a:lnTo>
                    <a:pt x="1460371" y="97991"/>
                  </a:lnTo>
                  <a:lnTo>
                    <a:pt x="1401956" y="100834"/>
                  </a:lnTo>
                  <a:lnTo>
                    <a:pt x="1343541" y="103712"/>
                  </a:lnTo>
                  <a:lnTo>
                    <a:pt x="1285126" y="106625"/>
                  </a:lnTo>
                  <a:lnTo>
                    <a:pt x="1226712" y="109570"/>
                  </a:lnTo>
                  <a:lnTo>
                    <a:pt x="1168297" y="112547"/>
                  </a:lnTo>
                  <a:lnTo>
                    <a:pt x="1109882" y="115554"/>
                  </a:lnTo>
                  <a:lnTo>
                    <a:pt x="1051467" y="118589"/>
                  </a:lnTo>
                  <a:lnTo>
                    <a:pt x="993052" y="121652"/>
                  </a:lnTo>
                  <a:lnTo>
                    <a:pt x="934637" y="124742"/>
                  </a:lnTo>
                  <a:lnTo>
                    <a:pt x="876222" y="127856"/>
                  </a:lnTo>
                  <a:lnTo>
                    <a:pt x="817808" y="130994"/>
                  </a:lnTo>
                  <a:lnTo>
                    <a:pt x="759393" y="134155"/>
                  </a:lnTo>
                  <a:lnTo>
                    <a:pt x="700978" y="137338"/>
                  </a:lnTo>
                  <a:lnTo>
                    <a:pt x="642563" y="140541"/>
                  </a:lnTo>
                  <a:lnTo>
                    <a:pt x="584148" y="143763"/>
                  </a:lnTo>
                  <a:lnTo>
                    <a:pt x="525733" y="147004"/>
                  </a:lnTo>
                  <a:lnTo>
                    <a:pt x="467318" y="150263"/>
                  </a:lnTo>
                  <a:lnTo>
                    <a:pt x="408904" y="153538"/>
                  </a:lnTo>
                  <a:lnTo>
                    <a:pt x="350489" y="156830"/>
                  </a:lnTo>
                  <a:lnTo>
                    <a:pt x="292074" y="160136"/>
                  </a:lnTo>
                  <a:lnTo>
                    <a:pt x="233659" y="163457"/>
                  </a:lnTo>
                  <a:lnTo>
                    <a:pt x="175244" y="166792"/>
                  </a:lnTo>
                  <a:lnTo>
                    <a:pt x="116829" y="170139"/>
                  </a:lnTo>
                  <a:lnTo>
                    <a:pt x="58414" y="173499"/>
                  </a:lnTo>
                  <a:lnTo>
                    <a:pt x="0" y="1768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6275081" y="2454495"/>
              <a:ext cx="4614773" cy="182241"/>
            </a:xfrm>
            <a:custGeom>
              <a:avLst/>
              <a:pathLst>
                <a:path w="4614773" h="182241">
                  <a:moveTo>
                    <a:pt x="0" y="182241"/>
                  </a:moveTo>
                  <a:lnTo>
                    <a:pt x="58414" y="179934"/>
                  </a:lnTo>
                  <a:lnTo>
                    <a:pt x="116829" y="177627"/>
                  </a:lnTo>
                  <a:lnTo>
                    <a:pt x="175244" y="175320"/>
                  </a:lnTo>
                  <a:lnTo>
                    <a:pt x="233659" y="173013"/>
                  </a:lnTo>
                  <a:lnTo>
                    <a:pt x="292074" y="170706"/>
                  </a:lnTo>
                  <a:lnTo>
                    <a:pt x="350489" y="168400"/>
                  </a:lnTo>
                  <a:lnTo>
                    <a:pt x="408904" y="166093"/>
                  </a:lnTo>
                  <a:lnTo>
                    <a:pt x="467318" y="163786"/>
                  </a:lnTo>
                  <a:lnTo>
                    <a:pt x="525733" y="161479"/>
                  </a:lnTo>
                  <a:lnTo>
                    <a:pt x="584148" y="159172"/>
                  </a:lnTo>
                  <a:lnTo>
                    <a:pt x="642563" y="156865"/>
                  </a:lnTo>
                  <a:lnTo>
                    <a:pt x="700978" y="154558"/>
                  </a:lnTo>
                  <a:lnTo>
                    <a:pt x="759393" y="152252"/>
                  </a:lnTo>
                  <a:lnTo>
                    <a:pt x="817808" y="149945"/>
                  </a:lnTo>
                  <a:lnTo>
                    <a:pt x="876222" y="147638"/>
                  </a:lnTo>
                  <a:lnTo>
                    <a:pt x="934637" y="145331"/>
                  </a:lnTo>
                  <a:lnTo>
                    <a:pt x="993052" y="143024"/>
                  </a:lnTo>
                  <a:lnTo>
                    <a:pt x="1051467" y="140717"/>
                  </a:lnTo>
                  <a:lnTo>
                    <a:pt x="1109882" y="138410"/>
                  </a:lnTo>
                  <a:lnTo>
                    <a:pt x="1168297" y="136104"/>
                  </a:lnTo>
                  <a:lnTo>
                    <a:pt x="1226712" y="133797"/>
                  </a:lnTo>
                  <a:lnTo>
                    <a:pt x="1285126" y="131490"/>
                  </a:lnTo>
                  <a:lnTo>
                    <a:pt x="1343541" y="129183"/>
                  </a:lnTo>
                  <a:lnTo>
                    <a:pt x="1401956" y="126876"/>
                  </a:lnTo>
                  <a:lnTo>
                    <a:pt x="1460371" y="124569"/>
                  </a:lnTo>
                  <a:lnTo>
                    <a:pt x="1518786" y="122263"/>
                  </a:lnTo>
                  <a:lnTo>
                    <a:pt x="1577201" y="119956"/>
                  </a:lnTo>
                  <a:lnTo>
                    <a:pt x="1635616" y="117649"/>
                  </a:lnTo>
                  <a:lnTo>
                    <a:pt x="1694030" y="115342"/>
                  </a:lnTo>
                  <a:lnTo>
                    <a:pt x="1752445" y="113035"/>
                  </a:lnTo>
                  <a:lnTo>
                    <a:pt x="1810860" y="110728"/>
                  </a:lnTo>
                  <a:lnTo>
                    <a:pt x="1869275" y="108421"/>
                  </a:lnTo>
                  <a:lnTo>
                    <a:pt x="1927690" y="106115"/>
                  </a:lnTo>
                  <a:lnTo>
                    <a:pt x="1986105" y="103808"/>
                  </a:lnTo>
                  <a:lnTo>
                    <a:pt x="2044520" y="101501"/>
                  </a:lnTo>
                  <a:lnTo>
                    <a:pt x="2102934" y="99194"/>
                  </a:lnTo>
                  <a:lnTo>
                    <a:pt x="2161349" y="96887"/>
                  </a:lnTo>
                  <a:lnTo>
                    <a:pt x="2219764" y="94580"/>
                  </a:lnTo>
                  <a:lnTo>
                    <a:pt x="2278179" y="92273"/>
                  </a:lnTo>
                  <a:lnTo>
                    <a:pt x="2336594" y="89967"/>
                  </a:lnTo>
                  <a:lnTo>
                    <a:pt x="2395009" y="87660"/>
                  </a:lnTo>
                  <a:lnTo>
                    <a:pt x="2453424" y="85353"/>
                  </a:lnTo>
                  <a:lnTo>
                    <a:pt x="2511838" y="83046"/>
                  </a:lnTo>
                  <a:lnTo>
                    <a:pt x="2570253" y="80739"/>
                  </a:lnTo>
                  <a:lnTo>
                    <a:pt x="2628668" y="78432"/>
                  </a:lnTo>
                  <a:lnTo>
                    <a:pt x="2687083" y="76126"/>
                  </a:lnTo>
                  <a:lnTo>
                    <a:pt x="2745498" y="73819"/>
                  </a:lnTo>
                  <a:lnTo>
                    <a:pt x="2803913" y="71512"/>
                  </a:lnTo>
                  <a:lnTo>
                    <a:pt x="2862328" y="69205"/>
                  </a:lnTo>
                  <a:lnTo>
                    <a:pt x="2920742" y="66898"/>
                  </a:lnTo>
                  <a:lnTo>
                    <a:pt x="2979157" y="64591"/>
                  </a:lnTo>
                  <a:lnTo>
                    <a:pt x="3037572" y="62284"/>
                  </a:lnTo>
                  <a:lnTo>
                    <a:pt x="3095987" y="59978"/>
                  </a:lnTo>
                  <a:lnTo>
                    <a:pt x="3154402" y="57671"/>
                  </a:lnTo>
                  <a:lnTo>
                    <a:pt x="3212817" y="55364"/>
                  </a:lnTo>
                  <a:lnTo>
                    <a:pt x="3271232" y="53057"/>
                  </a:lnTo>
                  <a:lnTo>
                    <a:pt x="3329646" y="50750"/>
                  </a:lnTo>
                  <a:lnTo>
                    <a:pt x="3388061" y="48443"/>
                  </a:lnTo>
                  <a:lnTo>
                    <a:pt x="3446476" y="46136"/>
                  </a:lnTo>
                  <a:lnTo>
                    <a:pt x="3504891" y="43830"/>
                  </a:lnTo>
                  <a:lnTo>
                    <a:pt x="3563306" y="41523"/>
                  </a:lnTo>
                  <a:lnTo>
                    <a:pt x="3621721" y="39216"/>
                  </a:lnTo>
                  <a:lnTo>
                    <a:pt x="3680136" y="36909"/>
                  </a:lnTo>
                  <a:lnTo>
                    <a:pt x="3738550" y="34602"/>
                  </a:lnTo>
                  <a:lnTo>
                    <a:pt x="3796965" y="32295"/>
                  </a:lnTo>
                  <a:lnTo>
                    <a:pt x="3855380" y="29989"/>
                  </a:lnTo>
                  <a:lnTo>
                    <a:pt x="3913795" y="27682"/>
                  </a:lnTo>
                  <a:lnTo>
                    <a:pt x="3972210" y="25375"/>
                  </a:lnTo>
                  <a:lnTo>
                    <a:pt x="4030625" y="23068"/>
                  </a:lnTo>
                  <a:lnTo>
                    <a:pt x="4089040" y="20761"/>
                  </a:lnTo>
                  <a:lnTo>
                    <a:pt x="4147454" y="18454"/>
                  </a:lnTo>
                  <a:lnTo>
                    <a:pt x="4205869" y="16147"/>
                  </a:lnTo>
                  <a:lnTo>
                    <a:pt x="4264284" y="13841"/>
                  </a:lnTo>
                  <a:lnTo>
                    <a:pt x="4322699" y="11534"/>
                  </a:lnTo>
                  <a:lnTo>
                    <a:pt x="4381114" y="9227"/>
                  </a:lnTo>
                  <a:lnTo>
                    <a:pt x="4439529" y="6920"/>
                  </a:lnTo>
                  <a:lnTo>
                    <a:pt x="4497944" y="4613"/>
                  </a:lnTo>
                  <a:lnTo>
                    <a:pt x="4556358" y="2306"/>
                  </a:lnTo>
                  <a:lnTo>
                    <a:pt x="4614773" y="0"/>
                  </a:lnTo>
                </a:path>
              </a:pathLst>
            </a:custGeom>
            <a:ln w="1626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10127805" y="25094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6248900" y="27488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6248900" y="247681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9167433" y="26384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9167433" y="20146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9167433" y="23967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248900" y="27045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10127805" y="22211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10364780" y="23473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0689061" y="255160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9454297" y="23612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9454297" y="211426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248900" y="24334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9454297" y="20759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9454297" y="25405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248900" y="252316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10664116" y="223852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9167433" y="22438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6248900" y="262364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0127805" y="268224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6248900" y="28423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9454297" y="26837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248900" y="295968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9454297" y="23884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9167433" y="192374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9167433" y="22205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248900" y="24357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9167433" y="247197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9454297" y="2331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9167433" y="261311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9167433" y="261837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10664116" y="23110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10664116" y="152713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9167433" y="257209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9454297" y="253378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9454297" y="207934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248900" y="27302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9454297" y="267768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9167433" y="27118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9167433" y="24114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248900" y="279046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9454297" y="21430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6248900" y="29050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6248900" y="207613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9167433" y="255297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248900" y="25354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6248900" y="266125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0127805" y="258604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9167433" y="231295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9167433" y="207807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9167433" y="264280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6248900" y="26897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0364780" y="23248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9454297" y="22983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9167433" y="287479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6248900" y="25892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9167433" y="246779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0127805" y="3911736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10364780" y="24166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9454297" y="22824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9454297" y="23644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9454297" y="19202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6248900" y="25480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6248900" y="25427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248900" y="265221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6248900" y="26802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0364780" y="262742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6248900" y="23218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9167433" y="265566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9454297" y="233299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0127805" y="26372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6248900" y="26211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9454297" y="256581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9167433" y="19168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10127805" y="258957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9167433" y="26531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6248900" y="276407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9167433" y="23559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6248900" y="255462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6248900" y="290362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9167433" y="23485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0689061" y="24998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9167433" y="265644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9167433" y="25893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10664116" y="22156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9167433" y="235261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10127805" y="26510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9454297" y="240771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248900" y="24387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0689061" y="274222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9167433" y="17612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6248900" y="3253953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10127805" y="274774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9454297" y="23928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9454297" y="24020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10364780" y="252278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10664116" y="24012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9454297" y="19201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9167433" y="228824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9454297" y="270241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6248900" y="257106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9167433" y="24679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9454297" y="243295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10127805" y="25997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248900" y="287508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6248900" y="2549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10689061" y="25864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9454297" y="19525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10689061" y="26117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6248900" y="27636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9454297" y="26367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9454297" y="234567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6248900" y="279553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6248900" y="218834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9454297" y="22131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6248900" y="22962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6248900" y="24571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6248900" y="25544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6248900" y="266420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248900" y="282903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10127805" y="24935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6248900" y="27343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0364780" y="21331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0664116" y="258944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10364780" y="250422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9167433" y="22848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248900" y="21348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6248900" y="27516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6248900" y="284968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248900" y="282470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6248900" y="231504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10127805" y="29956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9167433" y="3230435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10664116" y="21379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10863674" y="28018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10664116" y="23562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9454297" y="24594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6248900" y="275500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9167433" y="21216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6248900" y="287408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6248900" y="22824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9454297" y="264524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9167433" y="25628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0364780" y="247293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6248900" y="26532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9454297" y="20980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9167433" y="280315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248900" y="23168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9167433" y="285001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10689061" y="257985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10751423" y="22602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6248900" y="273677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9167433" y="2247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9167433" y="26424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0664116" y="22685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0664116" y="23065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9454297" y="228418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9167433" y="280885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6248900" y="21689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6248900" y="277465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9454297" y="231465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9167433" y="28100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6248900" y="26510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9167433" y="259940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6248900" y="28134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9454297" y="275911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9454297" y="22258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9167433" y="264264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9167433" y="3138638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9454297" y="26497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6248900" y="298978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248900" y="25573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6248900" y="299102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6248900" y="281820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6248900" y="261532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9167433" y="26442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6248900" y="273222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10364780" y="254548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6248900" y="25469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9167433" y="305479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10364780" y="275813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6248900" y="27622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6248900" y="236506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248900" y="15957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6248900" y="23069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10689061" y="25341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9454297" y="25190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9167433" y="26963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6248900" y="3303051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248900" y="25924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6248900" y="206963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6248900" y="262107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6248900" y="266491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10364780" y="272381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10364780" y="258807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9167433" y="24697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6248900" y="266728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6248900" y="265254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9167433" y="276071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6248900" y="263040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044343" y="6569597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044343" y="5964674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044343" y="5359752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044343" y="4754829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7254400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8663491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10072582" y="4529336"/>
              <a:ext cx="0" cy="2623062"/>
            </a:xfrm>
            <a:custGeom>
              <a:avLst/>
              <a:pathLst>
                <a:path w="0" h="2623062">
                  <a:moveTo>
                    <a:pt x="0" y="26230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044343" y="5964674"/>
              <a:ext cx="5076251" cy="0"/>
            </a:xfrm>
            <a:custGeom>
              <a:avLst/>
              <a:pathLst>
                <a:path w="5076251" h="0">
                  <a:moveTo>
                    <a:pt x="0" y="0"/>
                  </a:moveTo>
                  <a:lnTo>
                    <a:pt x="5076251" y="0"/>
                  </a:lnTo>
                  <a:lnTo>
                    <a:pt x="5076251" y="0"/>
                  </a:lnTo>
                </a:path>
              </a:pathLst>
            </a:custGeom>
            <a:ln w="13550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275081" y="5323271"/>
              <a:ext cx="4614773" cy="539408"/>
            </a:xfrm>
            <a:custGeom>
              <a:avLst/>
              <a:pathLst>
                <a:path w="4614773" h="539408">
                  <a:moveTo>
                    <a:pt x="0" y="364194"/>
                  </a:moveTo>
                  <a:lnTo>
                    <a:pt x="58414" y="362118"/>
                  </a:lnTo>
                  <a:lnTo>
                    <a:pt x="116829" y="360027"/>
                  </a:lnTo>
                  <a:lnTo>
                    <a:pt x="175244" y="357919"/>
                  </a:lnTo>
                  <a:lnTo>
                    <a:pt x="233659" y="355794"/>
                  </a:lnTo>
                  <a:lnTo>
                    <a:pt x="292074" y="353650"/>
                  </a:lnTo>
                  <a:lnTo>
                    <a:pt x="350489" y="351486"/>
                  </a:lnTo>
                  <a:lnTo>
                    <a:pt x="408904" y="349300"/>
                  </a:lnTo>
                  <a:lnTo>
                    <a:pt x="467318" y="347090"/>
                  </a:lnTo>
                  <a:lnTo>
                    <a:pt x="525733" y="344854"/>
                  </a:lnTo>
                  <a:lnTo>
                    <a:pt x="584148" y="342590"/>
                  </a:lnTo>
                  <a:lnTo>
                    <a:pt x="642563" y="340295"/>
                  </a:lnTo>
                  <a:lnTo>
                    <a:pt x="700978" y="337966"/>
                  </a:lnTo>
                  <a:lnTo>
                    <a:pt x="759393" y="335601"/>
                  </a:lnTo>
                  <a:lnTo>
                    <a:pt x="817808" y="333195"/>
                  </a:lnTo>
                  <a:lnTo>
                    <a:pt x="876222" y="330745"/>
                  </a:lnTo>
                  <a:lnTo>
                    <a:pt x="934637" y="328248"/>
                  </a:lnTo>
                  <a:lnTo>
                    <a:pt x="993052" y="325698"/>
                  </a:lnTo>
                  <a:lnTo>
                    <a:pt x="1051467" y="323090"/>
                  </a:lnTo>
                  <a:lnTo>
                    <a:pt x="1109882" y="320420"/>
                  </a:lnTo>
                  <a:lnTo>
                    <a:pt x="1168297" y="317681"/>
                  </a:lnTo>
                  <a:lnTo>
                    <a:pt x="1226712" y="314867"/>
                  </a:lnTo>
                  <a:lnTo>
                    <a:pt x="1285126" y="311971"/>
                  </a:lnTo>
                  <a:lnTo>
                    <a:pt x="1343541" y="308987"/>
                  </a:lnTo>
                  <a:lnTo>
                    <a:pt x="1401956" y="305907"/>
                  </a:lnTo>
                  <a:lnTo>
                    <a:pt x="1460371" y="302724"/>
                  </a:lnTo>
                  <a:lnTo>
                    <a:pt x="1518786" y="299430"/>
                  </a:lnTo>
                  <a:lnTo>
                    <a:pt x="1577201" y="296019"/>
                  </a:lnTo>
                  <a:lnTo>
                    <a:pt x="1635616" y="292483"/>
                  </a:lnTo>
                  <a:lnTo>
                    <a:pt x="1694030" y="288816"/>
                  </a:lnTo>
                  <a:lnTo>
                    <a:pt x="1752445" y="285013"/>
                  </a:lnTo>
                  <a:lnTo>
                    <a:pt x="1810860" y="281070"/>
                  </a:lnTo>
                  <a:lnTo>
                    <a:pt x="1869275" y="276983"/>
                  </a:lnTo>
                  <a:lnTo>
                    <a:pt x="1927690" y="272753"/>
                  </a:lnTo>
                  <a:lnTo>
                    <a:pt x="1986105" y="268378"/>
                  </a:lnTo>
                  <a:lnTo>
                    <a:pt x="2044520" y="263861"/>
                  </a:lnTo>
                  <a:lnTo>
                    <a:pt x="2102934" y="259205"/>
                  </a:lnTo>
                  <a:lnTo>
                    <a:pt x="2161349" y="254415"/>
                  </a:lnTo>
                  <a:lnTo>
                    <a:pt x="2219764" y="249495"/>
                  </a:lnTo>
                  <a:lnTo>
                    <a:pt x="2278179" y="244452"/>
                  </a:lnTo>
                  <a:lnTo>
                    <a:pt x="2336594" y="239294"/>
                  </a:lnTo>
                  <a:lnTo>
                    <a:pt x="2395009" y="234027"/>
                  </a:lnTo>
                  <a:lnTo>
                    <a:pt x="2453424" y="228659"/>
                  </a:lnTo>
                  <a:lnTo>
                    <a:pt x="2511838" y="223198"/>
                  </a:lnTo>
                  <a:lnTo>
                    <a:pt x="2570253" y="217650"/>
                  </a:lnTo>
                  <a:lnTo>
                    <a:pt x="2628668" y="212022"/>
                  </a:lnTo>
                  <a:lnTo>
                    <a:pt x="2687083" y="206321"/>
                  </a:lnTo>
                  <a:lnTo>
                    <a:pt x="2745498" y="200553"/>
                  </a:lnTo>
                  <a:lnTo>
                    <a:pt x="2803913" y="194724"/>
                  </a:lnTo>
                  <a:lnTo>
                    <a:pt x="2862328" y="188839"/>
                  </a:lnTo>
                  <a:lnTo>
                    <a:pt x="2920742" y="182903"/>
                  </a:lnTo>
                  <a:lnTo>
                    <a:pt x="2979157" y="176920"/>
                  </a:lnTo>
                  <a:lnTo>
                    <a:pt x="3037572" y="170894"/>
                  </a:lnTo>
                  <a:lnTo>
                    <a:pt x="3095987" y="164830"/>
                  </a:lnTo>
                  <a:lnTo>
                    <a:pt x="3154402" y="158729"/>
                  </a:lnTo>
                  <a:lnTo>
                    <a:pt x="3212817" y="152595"/>
                  </a:lnTo>
                  <a:lnTo>
                    <a:pt x="3271232" y="146432"/>
                  </a:lnTo>
                  <a:lnTo>
                    <a:pt x="3329646" y="140241"/>
                  </a:lnTo>
                  <a:lnTo>
                    <a:pt x="3388061" y="134024"/>
                  </a:lnTo>
                  <a:lnTo>
                    <a:pt x="3446476" y="127784"/>
                  </a:lnTo>
                  <a:lnTo>
                    <a:pt x="3504891" y="121522"/>
                  </a:lnTo>
                  <a:lnTo>
                    <a:pt x="3563306" y="115241"/>
                  </a:lnTo>
                  <a:lnTo>
                    <a:pt x="3621721" y="108941"/>
                  </a:lnTo>
                  <a:lnTo>
                    <a:pt x="3680136" y="102624"/>
                  </a:lnTo>
                  <a:lnTo>
                    <a:pt x="3738550" y="96292"/>
                  </a:lnTo>
                  <a:lnTo>
                    <a:pt x="3796965" y="89945"/>
                  </a:lnTo>
                  <a:lnTo>
                    <a:pt x="3855380" y="83584"/>
                  </a:lnTo>
                  <a:lnTo>
                    <a:pt x="3913795" y="77211"/>
                  </a:lnTo>
                  <a:lnTo>
                    <a:pt x="3972210" y="70826"/>
                  </a:lnTo>
                  <a:lnTo>
                    <a:pt x="4030625" y="64430"/>
                  </a:lnTo>
                  <a:lnTo>
                    <a:pt x="4089040" y="58023"/>
                  </a:lnTo>
                  <a:lnTo>
                    <a:pt x="4147454" y="51607"/>
                  </a:lnTo>
                  <a:lnTo>
                    <a:pt x="4205869" y="45182"/>
                  </a:lnTo>
                  <a:lnTo>
                    <a:pt x="4264284" y="38749"/>
                  </a:lnTo>
                  <a:lnTo>
                    <a:pt x="4322699" y="32308"/>
                  </a:lnTo>
                  <a:lnTo>
                    <a:pt x="4381114" y="25859"/>
                  </a:lnTo>
                  <a:lnTo>
                    <a:pt x="4439529" y="19404"/>
                  </a:lnTo>
                  <a:lnTo>
                    <a:pt x="4497944" y="12942"/>
                  </a:lnTo>
                  <a:lnTo>
                    <a:pt x="4556358" y="6474"/>
                  </a:lnTo>
                  <a:lnTo>
                    <a:pt x="4614773" y="0"/>
                  </a:lnTo>
                  <a:lnTo>
                    <a:pt x="4614773" y="238460"/>
                  </a:lnTo>
                  <a:lnTo>
                    <a:pt x="4556358" y="240405"/>
                  </a:lnTo>
                  <a:lnTo>
                    <a:pt x="4497944" y="242357"/>
                  </a:lnTo>
                  <a:lnTo>
                    <a:pt x="4439529" y="244314"/>
                  </a:lnTo>
                  <a:lnTo>
                    <a:pt x="4381114" y="246278"/>
                  </a:lnTo>
                  <a:lnTo>
                    <a:pt x="4322699" y="248249"/>
                  </a:lnTo>
                  <a:lnTo>
                    <a:pt x="4264284" y="250227"/>
                  </a:lnTo>
                  <a:lnTo>
                    <a:pt x="4205869" y="252214"/>
                  </a:lnTo>
                  <a:lnTo>
                    <a:pt x="4147454" y="254208"/>
                  </a:lnTo>
                  <a:lnTo>
                    <a:pt x="4089040" y="256212"/>
                  </a:lnTo>
                  <a:lnTo>
                    <a:pt x="4030625" y="258225"/>
                  </a:lnTo>
                  <a:lnTo>
                    <a:pt x="3972210" y="260249"/>
                  </a:lnTo>
                  <a:lnTo>
                    <a:pt x="3913795" y="262283"/>
                  </a:lnTo>
                  <a:lnTo>
                    <a:pt x="3855380" y="264329"/>
                  </a:lnTo>
                  <a:lnTo>
                    <a:pt x="3796965" y="266388"/>
                  </a:lnTo>
                  <a:lnTo>
                    <a:pt x="3738550" y="268460"/>
                  </a:lnTo>
                  <a:lnTo>
                    <a:pt x="3680136" y="270547"/>
                  </a:lnTo>
                  <a:lnTo>
                    <a:pt x="3621721" y="272650"/>
                  </a:lnTo>
                  <a:lnTo>
                    <a:pt x="3563306" y="274770"/>
                  </a:lnTo>
                  <a:lnTo>
                    <a:pt x="3504891" y="276908"/>
                  </a:lnTo>
                  <a:lnTo>
                    <a:pt x="3446476" y="279066"/>
                  </a:lnTo>
                  <a:lnTo>
                    <a:pt x="3388061" y="281246"/>
                  </a:lnTo>
                  <a:lnTo>
                    <a:pt x="3329646" y="283449"/>
                  </a:lnTo>
                  <a:lnTo>
                    <a:pt x="3271232" y="285677"/>
                  </a:lnTo>
                  <a:lnTo>
                    <a:pt x="3212817" y="287933"/>
                  </a:lnTo>
                  <a:lnTo>
                    <a:pt x="3154402" y="290219"/>
                  </a:lnTo>
                  <a:lnTo>
                    <a:pt x="3095987" y="292538"/>
                  </a:lnTo>
                  <a:lnTo>
                    <a:pt x="3037572" y="294892"/>
                  </a:lnTo>
                  <a:lnTo>
                    <a:pt x="2979157" y="297286"/>
                  </a:lnTo>
                  <a:lnTo>
                    <a:pt x="2920742" y="299723"/>
                  </a:lnTo>
                  <a:lnTo>
                    <a:pt x="2862328" y="302206"/>
                  </a:lnTo>
                  <a:lnTo>
                    <a:pt x="2803913" y="304741"/>
                  </a:lnTo>
                  <a:lnTo>
                    <a:pt x="2745498" y="307331"/>
                  </a:lnTo>
                  <a:lnTo>
                    <a:pt x="2687083" y="309983"/>
                  </a:lnTo>
                  <a:lnTo>
                    <a:pt x="2628668" y="312702"/>
                  </a:lnTo>
                  <a:lnTo>
                    <a:pt x="2570253" y="315494"/>
                  </a:lnTo>
                  <a:lnTo>
                    <a:pt x="2511838" y="318365"/>
                  </a:lnTo>
                  <a:lnTo>
                    <a:pt x="2453424" y="321323"/>
                  </a:lnTo>
                  <a:lnTo>
                    <a:pt x="2395009" y="324375"/>
                  </a:lnTo>
                  <a:lnTo>
                    <a:pt x="2336594" y="327527"/>
                  </a:lnTo>
                  <a:lnTo>
                    <a:pt x="2278179" y="330788"/>
                  </a:lnTo>
                  <a:lnTo>
                    <a:pt x="2219764" y="334165"/>
                  </a:lnTo>
                  <a:lnTo>
                    <a:pt x="2161349" y="337665"/>
                  </a:lnTo>
                  <a:lnTo>
                    <a:pt x="2102934" y="341294"/>
                  </a:lnTo>
                  <a:lnTo>
                    <a:pt x="2044520" y="345058"/>
                  </a:lnTo>
                  <a:lnTo>
                    <a:pt x="1986105" y="348960"/>
                  </a:lnTo>
                  <a:lnTo>
                    <a:pt x="1927690" y="353005"/>
                  </a:lnTo>
                  <a:lnTo>
                    <a:pt x="1869275" y="357194"/>
                  </a:lnTo>
                  <a:lnTo>
                    <a:pt x="1810860" y="361528"/>
                  </a:lnTo>
                  <a:lnTo>
                    <a:pt x="1752445" y="366004"/>
                  </a:lnTo>
                  <a:lnTo>
                    <a:pt x="1694030" y="370620"/>
                  </a:lnTo>
                  <a:lnTo>
                    <a:pt x="1635616" y="375373"/>
                  </a:lnTo>
                  <a:lnTo>
                    <a:pt x="1577201" y="380256"/>
                  </a:lnTo>
                  <a:lnTo>
                    <a:pt x="1518786" y="385264"/>
                  </a:lnTo>
                  <a:lnTo>
                    <a:pt x="1460371" y="390390"/>
                  </a:lnTo>
                  <a:lnTo>
                    <a:pt x="1401956" y="395627"/>
                  </a:lnTo>
                  <a:lnTo>
                    <a:pt x="1343541" y="400966"/>
                  </a:lnTo>
                  <a:lnTo>
                    <a:pt x="1285126" y="406402"/>
                  </a:lnTo>
                  <a:lnTo>
                    <a:pt x="1226712" y="411926"/>
                  </a:lnTo>
                  <a:lnTo>
                    <a:pt x="1168297" y="417531"/>
                  </a:lnTo>
                  <a:lnTo>
                    <a:pt x="1109882" y="423212"/>
                  </a:lnTo>
                  <a:lnTo>
                    <a:pt x="1051467" y="428961"/>
                  </a:lnTo>
                  <a:lnTo>
                    <a:pt x="993052" y="434773"/>
                  </a:lnTo>
                  <a:lnTo>
                    <a:pt x="934637" y="440642"/>
                  </a:lnTo>
                  <a:lnTo>
                    <a:pt x="876222" y="446564"/>
                  </a:lnTo>
                  <a:lnTo>
                    <a:pt x="817808" y="452534"/>
                  </a:lnTo>
                  <a:lnTo>
                    <a:pt x="759393" y="458548"/>
                  </a:lnTo>
                  <a:lnTo>
                    <a:pt x="700978" y="464602"/>
                  </a:lnTo>
                  <a:lnTo>
                    <a:pt x="642563" y="470693"/>
                  </a:lnTo>
                  <a:lnTo>
                    <a:pt x="584148" y="476817"/>
                  </a:lnTo>
                  <a:lnTo>
                    <a:pt x="525733" y="482973"/>
                  </a:lnTo>
                  <a:lnTo>
                    <a:pt x="467318" y="489156"/>
                  </a:lnTo>
                  <a:lnTo>
                    <a:pt x="408904" y="495366"/>
                  </a:lnTo>
                  <a:lnTo>
                    <a:pt x="350489" y="501599"/>
                  </a:lnTo>
                  <a:lnTo>
                    <a:pt x="292074" y="507855"/>
                  </a:lnTo>
                  <a:lnTo>
                    <a:pt x="233659" y="514130"/>
                  </a:lnTo>
                  <a:lnTo>
                    <a:pt x="175244" y="520425"/>
                  </a:lnTo>
                  <a:lnTo>
                    <a:pt x="116829" y="526737"/>
                  </a:lnTo>
                  <a:lnTo>
                    <a:pt x="58414" y="533065"/>
                  </a:lnTo>
                  <a:lnTo>
                    <a:pt x="0" y="539408"/>
                  </a:lnTo>
                  <a:close/>
                </a:path>
              </a:pathLst>
            </a:custGeom>
            <a:solidFill>
              <a:srgbClr val="D9D9D9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275081" y="5323271"/>
              <a:ext cx="4614773" cy="364194"/>
            </a:xfrm>
            <a:custGeom>
              <a:avLst/>
              <a:pathLst>
                <a:path w="4614773" h="364194">
                  <a:moveTo>
                    <a:pt x="0" y="364194"/>
                  </a:moveTo>
                  <a:lnTo>
                    <a:pt x="58414" y="362118"/>
                  </a:lnTo>
                  <a:lnTo>
                    <a:pt x="116829" y="360027"/>
                  </a:lnTo>
                  <a:lnTo>
                    <a:pt x="175244" y="357919"/>
                  </a:lnTo>
                  <a:lnTo>
                    <a:pt x="233659" y="355794"/>
                  </a:lnTo>
                  <a:lnTo>
                    <a:pt x="292074" y="353650"/>
                  </a:lnTo>
                  <a:lnTo>
                    <a:pt x="350489" y="351486"/>
                  </a:lnTo>
                  <a:lnTo>
                    <a:pt x="408904" y="349300"/>
                  </a:lnTo>
                  <a:lnTo>
                    <a:pt x="467318" y="347090"/>
                  </a:lnTo>
                  <a:lnTo>
                    <a:pt x="525733" y="344854"/>
                  </a:lnTo>
                  <a:lnTo>
                    <a:pt x="584148" y="342590"/>
                  </a:lnTo>
                  <a:lnTo>
                    <a:pt x="642563" y="340295"/>
                  </a:lnTo>
                  <a:lnTo>
                    <a:pt x="700978" y="337966"/>
                  </a:lnTo>
                  <a:lnTo>
                    <a:pt x="759393" y="335601"/>
                  </a:lnTo>
                  <a:lnTo>
                    <a:pt x="817808" y="333195"/>
                  </a:lnTo>
                  <a:lnTo>
                    <a:pt x="876222" y="330745"/>
                  </a:lnTo>
                  <a:lnTo>
                    <a:pt x="934637" y="328248"/>
                  </a:lnTo>
                  <a:lnTo>
                    <a:pt x="993052" y="325698"/>
                  </a:lnTo>
                  <a:lnTo>
                    <a:pt x="1051467" y="323090"/>
                  </a:lnTo>
                  <a:lnTo>
                    <a:pt x="1109882" y="320420"/>
                  </a:lnTo>
                  <a:lnTo>
                    <a:pt x="1168297" y="317681"/>
                  </a:lnTo>
                  <a:lnTo>
                    <a:pt x="1226712" y="314867"/>
                  </a:lnTo>
                  <a:lnTo>
                    <a:pt x="1285126" y="311971"/>
                  </a:lnTo>
                  <a:lnTo>
                    <a:pt x="1343541" y="308987"/>
                  </a:lnTo>
                  <a:lnTo>
                    <a:pt x="1401956" y="305907"/>
                  </a:lnTo>
                  <a:lnTo>
                    <a:pt x="1460371" y="302724"/>
                  </a:lnTo>
                  <a:lnTo>
                    <a:pt x="1518786" y="299430"/>
                  </a:lnTo>
                  <a:lnTo>
                    <a:pt x="1577201" y="296019"/>
                  </a:lnTo>
                  <a:lnTo>
                    <a:pt x="1635616" y="292483"/>
                  </a:lnTo>
                  <a:lnTo>
                    <a:pt x="1694030" y="288816"/>
                  </a:lnTo>
                  <a:lnTo>
                    <a:pt x="1752445" y="285013"/>
                  </a:lnTo>
                  <a:lnTo>
                    <a:pt x="1810860" y="281070"/>
                  </a:lnTo>
                  <a:lnTo>
                    <a:pt x="1869275" y="276983"/>
                  </a:lnTo>
                  <a:lnTo>
                    <a:pt x="1927690" y="272753"/>
                  </a:lnTo>
                  <a:lnTo>
                    <a:pt x="1986105" y="268378"/>
                  </a:lnTo>
                  <a:lnTo>
                    <a:pt x="2044520" y="263861"/>
                  </a:lnTo>
                  <a:lnTo>
                    <a:pt x="2102934" y="259205"/>
                  </a:lnTo>
                  <a:lnTo>
                    <a:pt x="2161349" y="254415"/>
                  </a:lnTo>
                  <a:lnTo>
                    <a:pt x="2219764" y="249495"/>
                  </a:lnTo>
                  <a:lnTo>
                    <a:pt x="2278179" y="244452"/>
                  </a:lnTo>
                  <a:lnTo>
                    <a:pt x="2336594" y="239294"/>
                  </a:lnTo>
                  <a:lnTo>
                    <a:pt x="2395009" y="234027"/>
                  </a:lnTo>
                  <a:lnTo>
                    <a:pt x="2453424" y="228659"/>
                  </a:lnTo>
                  <a:lnTo>
                    <a:pt x="2511838" y="223198"/>
                  </a:lnTo>
                  <a:lnTo>
                    <a:pt x="2570253" y="217650"/>
                  </a:lnTo>
                  <a:lnTo>
                    <a:pt x="2628668" y="212022"/>
                  </a:lnTo>
                  <a:lnTo>
                    <a:pt x="2687083" y="206321"/>
                  </a:lnTo>
                  <a:lnTo>
                    <a:pt x="2745498" y="200553"/>
                  </a:lnTo>
                  <a:lnTo>
                    <a:pt x="2803913" y="194724"/>
                  </a:lnTo>
                  <a:lnTo>
                    <a:pt x="2862328" y="188839"/>
                  </a:lnTo>
                  <a:lnTo>
                    <a:pt x="2920742" y="182903"/>
                  </a:lnTo>
                  <a:lnTo>
                    <a:pt x="2979157" y="176920"/>
                  </a:lnTo>
                  <a:lnTo>
                    <a:pt x="3037572" y="170894"/>
                  </a:lnTo>
                  <a:lnTo>
                    <a:pt x="3095987" y="164830"/>
                  </a:lnTo>
                  <a:lnTo>
                    <a:pt x="3154402" y="158729"/>
                  </a:lnTo>
                  <a:lnTo>
                    <a:pt x="3212817" y="152595"/>
                  </a:lnTo>
                  <a:lnTo>
                    <a:pt x="3271232" y="146432"/>
                  </a:lnTo>
                  <a:lnTo>
                    <a:pt x="3329646" y="140241"/>
                  </a:lnTo>
                  <a:lnTo>
                    <a:pt x="3388061" y="134024"/>
                  </a:lnTo>
                  <a:lnTo>
                    <a:pt x="3446476" y="127784"/>
                  </a:lnTo>
                  <a:lnTo>
                    <a:pt x="3504891" y="121522"/>
                  </a:lnTo>
                  <a:lnTo>
                    <a:pt x="3563306" y="115241"/>
                  </a:lnTo>
                  <a:lnTo>
                    <a:pt x="3621721" y="108941"/>
                  </a:lnTo>
                  <a:lnTo>
                    <a:pt x="3680136" y="102624"/>
                  </a:lnTo>
                  <a:lnTo>
                    <a:pt x="3738550" y="96292"/>
                  </a:lnTo>
                  <a:lnTo>
                    <a:pt x="3796965" y="89945"/>
                  </a:lnTo>
                  <a:lnTo>
                    <a:pt x="3855380" y="83584"/>
                  </a:lnTo>
                  <a:lnTo>
                    <a:pt x="3913795" y="77211"/>
                  </a:lnTo>
                  <a:lnTo>
                    <a:pt x="3972210" y="70826"/>
                  </a:lnTo>
                  <a:lnTo>
                    <a:pt x="4030625" y="64430"/>
                  </a:lnTo>
                  <a:lnTo>
                    <a:pt x="4089040" y="58023"/>
                  </a:lnTo>
                  <a:lnTo>
                    <a:pt x="4147454" y="51607"/>
                  </a:lnTo>
                  <a:lnTo>
                    <a:pt x="4205869" y="45182"/>
                  </a:lnTo>
                  <a:lnTo>
                    <a:pt x="4264284" y="38749"/>
                  </a:lnTo>
                  <a:lnTo>
                    <a:pt x="4322699" y="32308"/>
                  </a:lnTo>
                  <a:lnTo>
                    <a:pt x="4381114" y="25859"/>
                  </a:lnTo>
                  <a:lnTo>
                    <a:pt x="4439529" y="19404"/>
                  </a:lnTo>
                  <a:lnTo>
                    <a:pt x="4497944" y="12942"/>
                  </a:lnTo>
                  <a:lnTo>
                    <a:pt x="4556358" y="6474"/>
                  </a:lnTo>
                  <a:lnTo>
                    <a:pt x="461477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275081" y="5561732"/>
              <a:ext cx="4614773" cy="300948"/>
            </a:xfrm>
            <a:custGeom>
              <a:avLst/>
              <a:pathLst>
                <a:path w="4614773" h="300948">
                  <a:moveTo>
                    <a:pt x="4614773" y="0"/>
                  </a:moveTo>
                  <a:lnTo>
                    <a:pt x="4556358" y="1945"/>
                  </a:lnTo>
                  <a:lnTo>
                    <a:pt x="4497944" y="3896"/>
                  </a:lnTo>
                  <a:lnTo>
                    <a:pt x="4439529" y="5854"/>
                  </a:lnTo>
                  <a:lnTo>
                    <a:pt x="4381114" y="7818"/>
                  </a:lnTo>
                  <a:lnTo>
                    <a:pt x="4322699" y="9789"/>
                  </a:lnTo>
                  <a:lnTo>
                    <a:pt x="4264284" y="11767"/>
                  </a:lnTo>
                  <a:lnTo>
                    <a:pt x="4205869" y="13753"/>
                  </a:lnTo>
                  <a:lnTo>
                    <a:pt x="4147454" y="15748"/>
                  </a:lnTo>
                  <a:lnTo>
                    <a:pt x="4089040" y="17752"/>
                  </a:lnTo>
                  <a:lnTo>
                    <a:pt x="4030625" y="19765"/>
                  </a:lnTo>
                  <a:lnTo>
                    <a:pt x="3972210" y="21788"/>
                  </a:lnTo>
                  <a:lnTo>
                    <a:pt x="3913795" y="23823"/>
                  </a:lnTo>
                  <a:lnTo>
                    <a:pt x="3855380" y="25869"/>
                  </a:lnTo>
                  <a:lnTo>
                    <a:pt x="3796965" y="27928"/>
                  </a:lnTo>
                  <a:lnTo>
                    <a:pt x="3738550" y="30000"/>
                  </a:lnTo>
                  <a:lnTo>
                    <a:pt x="3680136" y="32087"/>
                  </a:lnTo>
                  <a:lnTo>
                    <a:pt x="3621721" y="34190"/>
                  </a:lnTo>
                  <a:lnTo>
                    <a:pt x="3563306" y="36310"/>
                  </a:lnTo>
                  <a:lnTo>
                    <a:pt x="3504891" y="38448"/>
                  </a:lnTo>
                  <a:lnTo>
                    <a:pt x="3446476" y="40606"/>
                  </a:lnTo>
                  <a:lnTo>
                    <a:pt x="3388061" y="42785"/>
                  </a:lnTo>
                  <a:lnTo>
                    <a:pt x="3329646" y="44988"/>
                  </a:lnTo>
                  <a:lnTo>
                    <a:pt x="3271232" y="47217"/>
                  </a:lnTo>
                  <a:lnTo>
                    <a:pt x="3212817" y="49473"/>
                  </a:lnTo>
                  <a:lnTo>
                    <a:pt x="3154402" y="51759"/>
                  </a:lnTo>
                  <a:lnTo>
                    <a:pt x="3095987" y="54077"/>
                  </a:lnTo>
                  <a:lnTo>
                    <a:pt x="3037572" y="56432"/>
                  </a:lnTo>
                  <a:lnTo>
                    <a:pt x="2979157" y="58826"/>
                  </a:lnTo>
                  <a:lnTo>
                    <a:pt x="2920742" y="61262"/>
                  </a:lnTo>
                  <a:lnTo>
                    <a:pt x="2862328" y="63746"/>
                  </a:lnTo>
                  <a:lnTo>
                    <a:pt x="2803913" y="66280"/>
                  </a:lnTo>
                  <a:lnTo>
                    <a:pt x="2745498" y="68871"/>
                  </a:lnTo>
                  <a:lnTo>
                    <a:pt x="2687083" y="71523"/>
                  </a:lnTo>
                  <a:lnTo>
                    <a:pt x="2628668" y="74241"/>
                  </a:lnTo>
                  <a:lnTo>
                    <a:pt x="2570253" y="77033"/>
                  </a:lnTo>
                  <a:lnTo>
                    <a:pt x="2511838" y="79905"/>
                  </a:lnTo>
                  <a:lnTo>
                    <a:pt x="2453424" y="82863"/>
                  </a:lnTo>
                  <a:lnTo>
                    <a:pt x="2395009" y="85914"/>
                  </a:lnTo>
                  <a:lnTo>
                    <a:pt x="2336594" y="89067"/>
                  </a:lnTo>
                  <a:lnTo>
                    <a:pt x="2278179" y="92328"/>
                  </a:lnTo>
                  <a:lnTo>
                    <a:pt x="2219764" y="95705"/>
                  </a:lnTo>
                  <a:lnTo>
                    <a:pt x="2161349" y="99205"/>
                  </a:lnTo>
                  <a:lnTo>
                    <a:pt x="2102934" y="102834"/>
                  </a:lnTo>
                  <a:lnTo>
                    <a:pt x="2044520" y="106597"/>
                  </a:lnTo>
                  <a:lnTo>
                    <a:pt x="1986105" y="110500"/>
                  </a:lnTo>
                  <a:lnTo>
                    <a:pt x="1927690" y="114545"/>
                  </a:lnTo>
                  <a:lnTo>
                    <a:pt x="1869275" y="118734"/>
                  </a:lnTo>
                  <a:lnTo>
                    <a:pt x="1810860" y="123067"/>
                  </a:lnTo>
                  <a:lnTo>
                    <a:pt x="1752445" y="127543"/>
                  </a:lnTo>
                  <a:lnTo>
                    <a:pt x="1694030" y="132160"/>
                  </a:lnTo>
                  <a:lnTo>
                    <a:pt x="1635616" y="136913"/>
                  </a:lnTo>
                  <a:lnTo>
                    <a:pt x="1577201" y="141796"/>
                  </a:lnTo>
                  <a:lnTo>
                    <a:pt x="1518786" y="146804"/>
                  </a:lnTo>
                  <a:lnTo>
                    <a:pt x="1460371" y="151930"/>
                  </a:lnTo>
                  <a:lnTo>
                    <a:pt x="1401956" y="157166"/>
                  </a:lnTo>
                  <a:lnTo>
                    <a:pt x="1343541" y="162506"/>
                  </a:lnTo>
                  <a:lnTo>
                    <a:pt x="1285126" y="167941"/>
                  </a:lnTo>
                  <a:lnTo>
                    <a:pt x="1226712" y="173465"/>
                  </a:lnTo>
                  <a:lnTo>
                    <a:pt x="1168297" y="179071"/>
                  </a:lnTo>
                  <a:lnTo>
                    <a:pt x="1109882" y="184751"/>
                  </a:lnTo>
                  <a:lnTo>
                    <a:pt x="1051467" y="190501"/>
                  </a:lnTo>
                  <a:lnTo>
                    <a:pt x="993052" y="196313"/>
                  </a:lnTo>
                  <a:lnTo>
                    <a:pt x="934637" y="202182"/>
                  </a:lnTo>
                  <a:lnTo>
                    <a:pt x="876222" y="208104"/>
                  </a:lnTo>
                  <a:lnTo>
                    <a:pt x="817808" y="214074"/>
                  </a:lnTo>
                  <a:lnTo>
                    <a:pt x="759393" y="220088"/>
                  </a:lnTo>
                  <a:lnTo>
                    <a:pt x="700978" y="226142"/>
                  </a:lnTo>
                  <a:lnTo>
                    <a:pt x="642563" y="232233"/>
                  </a:lnTo>
                  <a:lnTo>
                    <a:pt x="584148" y="238357"/>
                  </a:lnTo>
                  <a:lnTo>
                    <a:pt x="525733" y="244512"/>
                  </a:lnTo>
                  <a:lnTo>
                    <a:pt x="467318" y="250696"/>
                  </a:lnTo>
                  <a:lnTo>
                    <a:pt x="408904" y="256905"/>
                  </a:lnTo>
                  <a:lnTo>
                    <a:pt x="350489" y="263139"/>
                  </a:lnTo>
                  <a:lnTo>
                    <a:pt x="292074" y="269394"/>
                  </a:lnTo>
                  <a:lnTo>
                    <a:pt x="233659" y="275670"/>
                  </a:lnTo>
                  <a:lnTo>
                    <a:pt x="175244" y="281965"/>
                  </a:lnTo>
                  <a:lnTo>
                    <a:pt x="116829" y="288277"/>
                  </a:lnTo>
                  <a:lnTo>
                    <a:pt x="58414" y="294605"/>
                  </a:lnTo>
                  <a:lnTo>
                    <a:pt x="0" y="300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275081" y="5442501"/>
              <a:ext cx="4614773" cy="332571"/>
            </a:xfrm>
            <a:custGeom>
              <a:avLst/>
              <a:pathLst>
                <a:path w="4614773" h="332571">
                  <a:moveTo>
                    <a:pt x="0" y="332571"/>
                  </a:moveTo>
                  <a:lnTo>
                    <a:pt x="58414" y="328361"/>
                  </a:lnTo>
                  <a:lnTo>
                    <a:pt x="116829" y="324152"/>
                  </a:lnTo>
                  <a:lnTo>
                    <a:pt x="175244" y="319942"/>
                  </a:lnTo>
                  <a:lnTo>
                    <a:pt x="233659" y="315732"/>
                  </a:lnTo>
                  <a:lnTo>
                    <a:pt x="292074" y="311522"/>
                  </a:lnTo>
                  <a:lnTo>
                    <a:pt x="350489" y="307313"/>
                  </a:lnTo>
                  <a:lnTo>
                    <a:pt x="408904" y="303103"/>
                  </a:lnTo>
                  <a:lnTo>
                    <a:pt x="467318" y="298893"/>
                  </a:lnTo>
                  <a:lnTo>
                    <a:pt x="525733" y="294683"/>
                  </a:lnTo>
                  <a:lnTo>
                    <a:pt x="584148" y="290474"/>
                  </a:lnTo>
                  <a:lnTo>
                    <a:pt x="642563" y="286264"/>
                  </a:lnTo>
                  <a:lnTo>
                    <a:pt x="700978" y="282054"/>
                  </a:lnTo>
                  <a:lnTo>
                    <a:pt x="759393" y="277844"/>
                  </a:lnTo>
                  <a:lnTo>
                    <a:pt x="817808" y="273634"/>
                  </a:lnTo>
                  <a:lnTo>
                    <a:pt x="876222" y="269425"/>
                  </a:lnTo>
                  <a:lnTo>
                    <a:pt x="934637" y="265215"/>
                  </a:lnTo>
                  <a:lnTo>
                    <a:pt x="993052" y="261005"/>
                  </a:lnTo>
                  <a:lnTo>
                    <a:pt x="1051467" y="256795"/>
                  </a:lnTo>
                  <a:lnTo>
                    <a:pt x="1109882" y="252586"/>
                  </a:lnTo>
                  <a:lnTo>
                    <a:pt x="1168297" y="248376"/>
                  </a:lnTo>
                  <a:lnTo>
                    <a:pt x="1226712" y="244166"/>
                  </a:lnTo>
                  <a:lnTo>
                    <a:pt x="1285126" y="239956"/>
                  </a:lnTo>
                  <a:lnTo>
                    <a:pt x="1343541" y="235747"/>
                  </a:lnTo>
                  <a:lnTo>
                    <a:pt x="1401956" y="231537"/>
                  </a:lnTo>
                  <a:lnTo>
                    <a:pt x="1460371" y="227327"/>
                  </a:lnTo>
                  <a:lnTo>
                    <a:pt x="1518786" y="223117"/>
                  </a:lnTo>
                  <a:lnTo>
                    <a:pt x="1577201" y="218907"/>
                  </a:lnTo>
                  <a:lnTo>
                    <a:pt x="1635616" y="214698"/>
                  </a:lnTo>
                  <a:lnTo>
                    <a:pt x="1694030" y="210488"/>
                  </a:lnTo>
                  <a:lnTo>
                    <a:pt x="1752445" y="206278"/>
                  </a:lnTo>
                  <a:lnTo>
                    <a:pt x="1810860" y="202068"/>
                  </a:lnTo>
                  <a:lnTo>
                    <a:pt x="1869275" y="197859"/>
                  </a:lnTo>
                  <a:lnTo>
                    <a:pt x="1927690" y="193649"/>
                  </a:lnTo>
                  <a:lnTo>
                    <a:pt x="1986105" y="189439"/>
                  </a:lnTo>
                  <a:lnTo>
                    <a:pt x="2044520" y="185229"/>
                  </a:lnTo>
                  <a:lnTo>
                    <a:pt x="2102934" y="181020"/>
                  </a:lnTo>
                  <a:lnTo>
                    <a:pt x="2161349" y="176810"/>
                  </a:lnTo>
                  <a:lnTo>
                    <a:pt x="2219764" y="172600"/>
                  </a:lnTo>
                  <a:lnTo>
                    <a:pt x="2278179" y="168390"/>
                  </a:lnTo>
                  <a:lnTo>
                    <a:pt x="2336594" y="164180"/>
                  </a:lnTo>
                  <a:lnTo>
                    <a:pt x="2395009" y="159971"/>
                  </a:lnTo>
                  <a:lnTo>
                    <a:pt x="2453424" y="155761"/>
                  </a:lnTo>
                  <a:lnTo>
                    <a:pt x="2511838" y="151551"/>
                  </a:lnTo>
                  <a:lnTo>
                    <a:pt x="2570253" y="147341"/>
                  </a:lnTo>
                  <a:lnTo>
                    <a:pt x="2628668" y="143132"/>
                  </a:lnTo>
                  <a:lnTo>
                    <a:pt x="2687083" y="138922"/>
                  </a:lnTo>
                  <a:lnTo>
                    <a:pt x="2745498" y="134712"/>
                  </a:lnTo>
                  <a:lnTo>
                    <a:pt x="2803913" y="130502"/>
                  </a:lnTo>
                  <a:lnTo>
                    <a:pt x="2862328" y="126293"/>
                  </a:lnTo>
                  <a:lnTo>
                    <a:pt x="2920742" y="122083"/>
                  </a:lnTo>
                  <a:lnTo>
                    <a:pt x="2979157" y="117873"/>
                  </a:lnTo>
                  <a:lnTo>
                    <a:pt x="3037572" y="113663"/>
                  </a:lnTo>
                  <a:lnTo>
                    <a:pt x="3095987" y="109453"/>
                  </a:lnTo>
                  <a:lnTo>
                    <a:pt x="3154402" y="105244"/>
                  </a:lnTo>
                  <a:lnTo>
                    <a:pt x="3212817" y="101034"/>
                  </a:lnTo>
                  <a:lnTo>
                    <a:pt x="3271232" y="96824"/>
                  </a:lnTo>
                  <a:lnTo>
                    <a:pt x="3329646" y="92614"/>
                  </a:lnTo>
                  <a:lnTo>
                    <a:pt x="3388061" y="88405"/>
                  </a:lnTo>
                  <a:lnTo>
                    <a:pt x="3446476" y="84195"/>
                  </a:lnTo>
                  <a:lnTo>
                    <a:pt x="3504891" y="79985"/>
                  </a:lnTo>
                  <a:lnTo>
                    <a:pt x="3563306" y="75775"/>
                  </a:lnTo>
                  <a:lnTo>
                    <a:pt x="3621721" y="71566"/>
                  </a:lnTo>
                  <a:lnTo>
                    <a:pt x="3680136" y="67356"/>
                  </a:lnTo>
                  <a:lnTo>
                    <a:pt x="3738550" y="63146"/>
                  </a:lnTo>
                  <a:lnTo>
                    <a:pt x="3796965" y="58936"/>
                  </a:lnTo>
                  <a:lnTo>
                    <a:pt x="3855380" y="54726"/>
                  </a:lnTo>
                  <a:lnTo>
                    <a:pt x="3913795" y="50517"/>
                  </a:lnTo>
                  <a:lnTo>
                    <a:pt x="3972210" y="46307"/>
                  </a:lnTo>
                  <a:lnTo>
                    <a:pt x="4030625" y="42097"/>
                  </a:lnTo>
                  <a:lnTo>
                    <a:pt x="4089040" y="37887"/>
                  </a:lnTo>
                  <a:lnTo>
                    <a:pt x="4147454" y="33678"/>
                  </a:lnTo>
                  <a:lnTo>
                    <a:pt x="4205869" y="29468"/>
                  </a:lnTo>
                  <a:lnTo>
                    <a:pt x="4264284" y="25258"/>
                  </a:lnTo>
                  <a:lnTo>
                    <a:pt x="4322699" y="21048"/>
                  </a:lnTo>
                  <a:lnTo>
                    <a:pt x="4381114" y="16839"/>
                  </a:lnTo>
                  <a:lnTo>
                    <a:pt x="4439529" y="12629"/>
                  </a:lnTo>
                  <a:lnTo>
                    <a:pt x="4497944" y="8419"/>
                  </a:lnTo>
                  <a:lnTo>
                    <a:pt x="4556358" y="4209"/>
                  </a:lnTo>
                  <a:lnTo>
                    <a:pt x="4614773" y="0"/>
                  </a:lnTo>
                </a:path>
              </a:pathLst>
            </a:custGeom>
            <a:ln w="1626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7552310" y="56046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8031401" y="58440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9525038" y="557206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8299776" y="57336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8480674" y="51098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8130037" y="54920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7263446" y="579980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7953901" y="53164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9412310" y="54426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7284583" y="564685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8151174" y="54564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8087765" y="520951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7326855" y="55286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8256855" y="51711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7714355" y="563577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7249355" y="561841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9391174" y="533378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7636855" y="53390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8256855" y="571889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8179355" y="57775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9567310" y="593757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7707310" y="577904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7643901" y="605493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8080719" y="548368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8087765" y="501900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9236174" y="531578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8912083" y="55310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7594583" y="556722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8432992" y="5427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7517083" y="570836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8270946" y="571362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9292538" y="540634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8609128" y="462238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9207992" y="566734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7608674" y="562903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8841628" y="51745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7164810" y="58254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9200947" y="577293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7495946" y="58070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6798446" y="55066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7693219" y="588572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8151174" y="52382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7777764" y="600027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8355492" y="517139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6826628" y="564823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7157764" y="56307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7150719" y="575650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7545264" y="56812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8418901" y="540820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9027788" y="5173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7883446" y="573805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7059128" y="57850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8721856" y="54200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9045947" y="53935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8585839" y="597004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7545264" y="568451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6861855" y="55630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8996628" y="7006988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8320265" y="55118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9539129" y="537766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9412310" y="54597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9496856" y="50155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6819582" y="564326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7185946" y="56380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7636855" y="574747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7164810" y="577546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8510492" y="57226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8115946" y="541710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7185946" y="575092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10560720" y="542824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9243219" y="57324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523673" y="571636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9060037" y="566106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8108901" y="501207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8038446" y="568482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7277537" y="57483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8566856" y="585933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8394589" y="545115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615264" y="564987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7531174" y="59988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8313219" y="544376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6932310" y="55951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8151174" y="575169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7066173" y="56846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9680038" y="531093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8064161" y="544786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7291628" y="57462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9489810" y="550296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8179355" y="553396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7559355" y="583748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7178901" y="48564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9680038" y="6349205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7989128" y="584299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144583" y="54880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7805946" y="549732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9496856" y="561803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9348901" y="549653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9003674" y="501538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8651401" y="538349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9229128" y="579766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9891401" y="566632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7094355" y="556323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8940265" y="552820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369128" y="56950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10708674" y="597033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10581856" y="5645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8031401" y="568175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10300038" y="504782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7869355" y="570699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7362083" y="585891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7453673" y="57319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9694129" y="544093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10863674" y="589078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9546174" y="528359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9905492" y="53083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7221173" y="53914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6756173" y="55524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8996628" y="56496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8151174" y="575945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7270492" y="592428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7376173" y="55888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7446628" y="582963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8968447" y="52283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9348901" y="568469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7439583" y="559947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9849129" y="538005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8073674" y="523010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7883446" y="584694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720946" y="594493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7693219" y="59199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467764" y="541030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7326855" y="60908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7756628" y="6325687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9264356" y="52331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8320265" y="5897116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9891401" y="54514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03219" y="555471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925264" y="585025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8186401" y="52168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7545264" y="596933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7291628" y="537771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7242310" y="574049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7502992" y="56581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9003674" y="556819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572991" y="57485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9320719" y="519328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8538674" y="58984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8130037" y="541211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7897537" y="59452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7207083" y="567510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9144583" y="535548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8038446" y="5832023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7377958" y="534257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6819582" y="573768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9658901" y="536383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9348901" y="54017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9398219" y="537944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9553219" y="526423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7453673" y="5869909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9468674" y="540990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8623219" y="590526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7150719" y="574631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8144128" y="590871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7784810" y="58543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8665492" y="532113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6946401" y="5737892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7918674" y="574503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6248900" y="608503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7820037" y="56525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925264" y="608628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6770264" y="591346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7665037" y="571058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6911173" y="573951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7566401" y="5827478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9179810" y="564074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7812992" y="56421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8404810" y="5853385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9764583" y="585746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7820037" y="5460321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7812992" y="4690956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7643901" y="540222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7347992" y="5629405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8249810" y="5614309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7347992" y="579155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7369128" y="6398303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7495946" y="568772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6312310" y="5164888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9609583" y="571633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7122537" y="5760171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8566856" y="5819062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7749583" y="5683323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7101401" y="5564997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7291628" y="5762537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6657537" y="5747794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8059583" y="585596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7094355" y="5725654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tx849"/>
            <p:cNvSpPr/>
            <p:nvPr/>
          </p:nvSpPr>
          <p:spPr>
            <a:xfrm>
              <a:off x="2525246" y="4368038"/>
              <a:ext cx="1822764" cy="95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Habitat breadth (data-driven)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7693352" y="4368038"/>
              <a:ext cx="1778233" cy="95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Hand-wing index (dispersal)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3080927" y="1272786"/>
              <a:ext cx="711403" cy="95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Body mass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8000773" y="1272786"/>
              <a:ext cx="1163391" cy="95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Diet specialization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993430" y="7215029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2301028" y="7215029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3608625" y="7215029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4916223" y="7215029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7187283" y="7215029"/>
              <a:ext cx="13423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8596374" y="7215029"/>
              <a:ext cx="13423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10005465" y="7215029"/>
              <a:ext cx="13423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1366573" y="4119777"/>
              <a:ext cx="67116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2814513" y="4119777"/>
              <a:ext cx="67116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4262453" y="4119777"/>
              <a:ext cx="67116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5710394" y="4119777"/>
              <a:ext cx="67116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6907099" y="4119777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865" name="tx865"/>
            <p:cNvSpPr/>
            <p:nvPr/>
          </p:nvSpPr>
          <p:spPr>
            <a:xfrm>
              <a:off x="7891168" y="4119777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0.7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8875238" y="4119777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9859307" y="4119777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10843376" y="4119777"/>
              <a:ext cx="167792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560821" y="3431048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600963" y="2826125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600963" y="2221203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600963" y="1616280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560821" y="6526300"/>
              <a:ext cx="275051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600963" y="5921377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600963" y="5316455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600963" y="4711532"/>
              <a:ext cx="234909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4816256" y="7363118"/>
              <a:ext cx="2386584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 value (log scale where appropriate)</a:t>
              </a:r>
            </a:p>
          </p:txBody>
        </p:sp>
        <p:sp>
          <p:nvSpPr>
            <p:cNvPr id="878" name="tx878"/>
            <p:cNvSpPr/>
            <p:nvPr/>
          </p:nvSpPr>
          <p:spPr>
            <a:xfrm rot="-5400000">
              <a:off x="-99788" y="4245419"/>
              <a:ext cx="1096914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Posterior psi slope</a:t>
              </a:r>
            </a:p>
          </p:txBody>
        </p:sp>
        <p:sp>
          <p:nvSpPr>
            <p:cNvPr id="879" name="pt879"/>
            <p:cNvSpPr/>
            <p:nvPr/>
          </p:nvSpPr>
          <p:spPr>
            <a:xfrm>
              <a:off x="4912916" y="914860"/>
              <a:ext cx="52362" cy="52362"/>
            </a:xfrm>
            <a:prstGeom prst="ellipse">
              <a:avLst/>
            </a:prstGeom>
            <a:solidFill>
              <a:srgbClr val="0E5A78">
                <a:alpha val="69803"/>
              </a:srgbClr>
            </a:solidFill>
            <a:ln w="9000" cap="rnd">
              <a:solidFill>
                <a:srgbClr val="0E5A7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713938" y="914860"/>
              <a:ext cx="52362" cy="52362"/>
            </a:xfrm>
            <a:prstGeom prst="ellipse">
              <a:avLst/>
            </a:prstGeom>
            <a:solidFill>
              <a:srgbClr val="7C7C7C">
                <a:alpha val="69803"/>
              </a:srgbClr>
            </a:solidFill>
            <a:ln w="9000" cap="rnd">
              <a:solidFill>
                <a:srgbClr val="7C7C7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6602102" y="914860"/>
              <a:ext cx="52362" cy="52362"/>
            </a:xfrm>
            <a:prstGeom prst="ellipse">
              <a:avLst/>
            </a:prstGeom>
            <a:solidFill>
              <a:srgbClr val="8B2E1E">
                <a:alpha val="69803"/>
              </a:srgbClr>
            </a:solidFill>
            <a:ln w="9000" cap="rnd">
              <a:solidFill>
                <a:srgbClr val="8B2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tx882"/>
            <p:cNvSpPr/>
            <p:nvPr/>
          </p:nvSpPr>
          <p:spPr>
            <a:xfrm>
              <a:off x="5188686" y="897744"/>
              <a:ext cx="30184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Loser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5989708" y="897744"/>
              <a:ext cx="388985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Neutral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6877872" y="897744"/>
              <a:ext cx="382127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Winner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400845" y="596960"/>
              <a:ext cx="550651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Each dot = one of 200 candidate species; trend = posterior mean grid-averaged psi slope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400845" y="393782"/>
              <a:ext cx="3688872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 drivers of species-level occupancy trends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2026-05-14T19:32:23Z</dcterms:modified>
  <cp:category/>
</cp:coreProperties>
</file>