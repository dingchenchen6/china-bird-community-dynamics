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cc98180de1d0f4e875787e4541384bf430ed88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91440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2026-05-20T14:23:45Z</dcterms:modified>
  <cp:category/>
</cp:coreProperties>
</file>