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c1368ac6e909572cc83358ae90248922bd50df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914400" y="91440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2026-05-13T19:33:37Z</dcterms:modified>
  <cp:category/>
</cp:coreProperties>
</file>